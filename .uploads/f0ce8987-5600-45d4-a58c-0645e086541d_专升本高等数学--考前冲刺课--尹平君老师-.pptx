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docx" ContentType="application/vnd.openxmlformats-officedocument.wordprocessingml.document"/>
  <Default Extension="xlsx" ContentType="application/vnd.openxmlformats-officedocument.spreadsheetml.sheet"/>
  <Default Extension="bin" ContentType="application/vnd.openxmlformats-officedocument.oleObject"/>
  <Default Extension="wav" ContentType="audio/x-wav"/>
  <Default Extension="png" ContentType="image/png"/>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handoutMasters/handoutMaster1.xml" ContentType="application/vnd.openxmlformats-officedocument.presentationml.handoutMaster+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9" r:id="rId3"/>
    <p:sldMasterId id="2147483661" r:id="rId4"/>
  </p:sldMasterIdLst>
  <p:notesMasterIdLst>
    <p:notesMasterId r:id="rId6"/>
  </p:notesMasterIdLst>
  <p:handoutMasterIdLst>
    <p:handoutMasterId r:id="rId89"/>
  </p:handoutMasterIdLst>
  <p:sldIdLst>
    <p:sldId id="805" r:id="rId5"/>
    <p:sldId id="257" r:id="rId7"/>
    <p:sldId id="806" r:id="rId8"/>
    <p:sldId id="807" r:id="rId9"/>
    <p:sldId id="808" r:id="rId10"/>
    <p:sldId id="809" r:id="rId11"/>
    <p:sldId id="810" r:id="rId12"/>
    <p:sldId id="801" r:id="rId13"/>
    <p:sldId id="802" r:id="rId14"/>
    <p:sldId id="803" r:id="rId15"/>
    <p:sldId id="687" r:id="rId16"/>
    <p:sldId id="386" r:id="rId17"/>
    <p:sldId id="727" r:id="rId18"/>
    <p:sldId id="728" r:id="rId19"/>
    <p:sldId id="729" r:id="rId20"/>
    <p:sldId id="692" r:id="rId21"/>
    <p:sldId id="730" r:id="rId22"/>
    <p:sldId id="694" r:id="rId23"/>
    <p:sldId id="731" r:id="rId24"/>
    <p:sldId id="659" r:id="rId25"/>
    <p:sldId id="662" r:id="rId26"/>
    <p:sldId id="660" r:id="rId27"/>
    <p:sldId id="798" r:id="rId28"/>
    <p:sldId id="799" r:id="rId29"/>
    <p:sldId id="664" r:id="rId30"/>
    <p:sldId id="667" r:id="rId31"/>
    <p:sldId id="668" r:id="rId32"/>
    <p:sldId id="666" r:id="rId33"/>
    <p:sldId id="733" r:id="rId34"/>
    <p:sldId id="655" r:id="rId35"/>
    <p:sldId id="734" r:id="rId36"/>
    <p:sldId id="800" r:id="rId37"/>
    <p:sldId id="678" r:id="rId38"/>
    <p:sldId id="680" r:id="rId39"/>
    <p:sldId id="686" r:id="rId40"/>
    <p:sldId id="735" r:id="rId41"/>
    <p:sldId id="747" r:id="rId42"/>
    <p:sldId id="643" r:id="rId43"/>
    <p:sldId id="646" r:id="rId44"/>
    <p:sldId id="647" r:id="rId45"/>
    <p:sldId id="648" r:id="rId46"/>
    <p:sldId id="649" r:id="rId47"/>
    <p:sldId id="652" r:id="rId48"/>
    <p:sldId id="657" r:id="rId49"/>
    <p:sldId id="661" r:id="rId50"/>
    <p:sldId id="663" r:id="rId51"/>
    <p:sldId id="737" r:id="rId52"/>
    <p:sldId id="738" r:id="rId53"/>
    <p:sldId id="739" r:id="rId54"/>
    <p:sldId id="748" r:id="rId55"/>
    <p:sldId id="681" r:id="rId56"/>
    <p:sldId id="682" r:id="rId57"/>
    <p:sldId id="740" r:id="rId58"/>
    <p:sldId id="688" r:id="rId59"/>
    <p:sldId id="741" r:id="rId60"/>
    <p:sldId id="696" r:id="rId61"/>
    <p:sldId id="719" r:id="rId62"/>
    <p:sldId id="742" r:id="rId63"/>
    <p:sldId id="726" r:id="rId64"/>
    <p:sldId id="679" r:id="rId65"/>
    <p:sldId id="722" r:id="rId66"/>
    <p:sldId id="749" r:id="rId67"/>
    <p:sldId id="309" r:id="rId68"/>
    <p:sldId id="423" r:id="rId69"/>
    <p:sldId id="466" r:id="rId70"/>
    <p:sldId id="358" r:id="rId71"/>
    <p:sldId id="426" r:id="rId72"/>
    <p:sldId id="364" r:id="rId73"/>
    <p:sldId id="388" r:id="rId74"/>
    <p:sldId id="434" r:id="rId75"/>
    <p:sldId id="435" r:id="rId76"/>
    <p:sldId id="436" r:id="rId77"/>
    <p:sldId id="437" r:id="rId78"/>
    <p:sldId id="438" r:id="rId79"/>
    <p:sldId id="743" r:id="rId80"/>
    <p:sldId id="744" r:id="rId81"/>
    <p:sldId id="723" r:id="rId82"/>
    <p:sldId id="745" r:id="rId83"/>
    <p:sldId id="746" r:id="rId84"/>
    <p:sldId id="750" r:id="rId85"/>
    <p:sldId id="736" r:id="rId86"/>
    <p:sldId id="797" r:id="rId87"/>
    <p:sldId id="640" r:id="rId8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9" userDrawn="1">
          <p15:clr>
            <a:srgbClr val="A4A3A4"/>
          </p15:clr>
        </p15:guide>
        <p15:guide id="2" pos="382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161C"/>
    <a:srgbClr val="05121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300" autoAdjust="0"/>
    <p:restoredTop sz="95434" autoAdjust="0"/>
  </p:normalViewPr>
  <p:slideViewPr>
    <p:cSldViewPr showGuides="1">
      <p:cViewPr varScale="1">
        <p:scale>
          <a:sx n="94" d="100"/>
          <a:sy n="94" d="100"/>
        </p:scale>
        <p:origin x="384" y="60"/>
      </p:cViewPr>
      <p:guideLst>
        <p:guide orient="horz" pos="2169"/>
        <p:guide pos="382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6990"/>
    </p:cViewPr>
  </p:sorterViewPr>
  <p:gridSpacing cx="72008" cy="72008"/>
</p:viewPr>
</file>

<file path=ppt/_rels/presentation.xml.rels><?xml version="1.0" encoding="UTF-8" standalone="yes"?>
<Relationships xmlns="http://schemas.openxmlformats.org/package/2006/relationships"><Relationship Id="rId92" Type="http://schemas.openxmlformats.org/officeDocument/2006/relationships/tableStyles" Target="tableStyles.xml"/><Relationship Id="rId91" Type="http://schemas.openxmlformats.org/officeDocument/2006/relationships/viewProps" Target="viewProps.xml"/><Relationship Id="rId90" Type="http://schemas.openxmlformats.org/officeDocument/2006/relationships/presProps" Target="presProps.xml"/><Relationship Id="rId9" Type="http://schemas.openxmlformats.org/officeDocument/2006/relationships/slide" Target="slides/slide4.xml"/><Relationship Id="rId89" Type="http://schemas.openxmlformats.org/officeDocument/2006/relationships/handoutMaster" Target="handoutMasters/handoutMaster1.xml"/><Relationship Id="rId88" Type="http://schemas.openxmlformats.org/officeDocument/2006/relationships/slide" Target="slides/slide83.xml"/><Relationship Id="rId87" Type="http://schemas.openxmlformats.org/officeDocument/2006/relationships/slide" Target="slides/slide82.xml"/><Relationship Id="rId86" Type="http://schemas.openxmlformats.org/officeDocument/2006/relationships/slide" Target="slides/slide81.xml"/><Relationship Id="rId85" Type="http://schemas.openxmlformats.org/officeDocument/2006/relationships/slide" Target="slides/slide80.xml"/><Relationship Id="rId84" Type="http://schemas.openxmlformats.org/officeDocument/2006/relationships/slide" Target="slides/slide79.xml"/><Relationship Id="rId83" Type="http://schemas.openxmlformats.org/officeDocument/2006/relationships/slide" Target="slides/slide78.xml"/><Relationship Id="rId82" Type="http://schemas.openxmlformats.org/officeDocument/2006/relationships/slide" Target="slides/slide77.xml"/><Relationship Id="rId81" Type="http://schemas.openxmlformats.org/officeDocument/2006/relationships/slide" Target="slides/slide76.xml"/><Relationship Id="rId80" Type="http://schemas.openxmlformats.org/officeDocument/2006/relationships/slide" Target="slides/slide75.xml"/><Relationship Id="rId8" Type="http://schemas.openxmlformats.org/officeDocument/2006/relationships/slide" Target="slides/slide3.xml"/><Relationship Id="rId79" Type="http://schemas.openxmlformats.org/officeDocument/2006/relationships/slide" Target="slides/slide74.xml"/><Relationship Id="rId78" Type="http://schemas.openxmlformats.org/officeDocument/2006/relationships/slide" Target="slides/slide73.xml"/><Relationship Id="rId77" Type="http://schemas.openxmlformats.org/officeDocument/2006/relationships/slide" Target="slides/slide72.xml"/><Relationship Id="rId76" Type="http://schemas.openxmlformats.org/officeDocument/2006/relationships/slide" Target="slides/slide71.xml"/><Relationship Id="rId75" Type="http://schemas.openxmlformats.org/officeDocument/2006/relationships/slide" Target="slides/slide70.xml"/><Relationship Id="rId74" Type="http://schemas.openxmlformats.org/officeDocument/2006/relationships/slide" Target="slides/slide69.xml"/><Relationship Id="rId73" Type="http://schemas.openxmlformats.org/officeDocument/2006/relationships/slide" Target="slides/slide68.xml"/><Relationship Id="rId72" Type="http://schemas.openxmlformats.org/officeDocument/2006/relationships/slide" Target="slides/slide67.xml"/><Relationship Id="rId71" Type="http://schemas.openxmlformats.org/officeDocument/2006/relationships/slide" Target="slides/slide66.xml"/><Relationship Id="rId70" Type="http://schemas.openxmlformats.org/officeDocument/2006/relationships/slide" Target="slides/slide65.xml"/><Relationship Id="rId7" Type="http://schemas.openxmlformats.org/officeDocument/2006/relationships/slide" Target="slides/slide2.xml"/><Relationship Id="rId69" Type="http://schemas.openxmlformats.org/officeDocument/2006/relationships/slide" Target="slides/slide64.xml"/><Relationship Id="rId68" Type="http://schemas.openxmlformats.org/officeDocument/2006/relationships/slide" Target="slides/slide63.xml"/><Relationship Id="rId67" Type="http://schemas.openxmlformats.org/officeDocument/2006/relationships/slide" Target="slides/slide62.xml"/><Relationship Id="rId66" Type="http://schemas.openxmlformats.org/officeDocument/2006/relationships/slide" Target="slides/slide61.xml"/><Relationship Id="rId65" Type="http://schemas.openxmlformats.org/officeDocument/2006/relationships/slide" Target="slides/slide60.xml"/><Relationship Id="rId64" Type="http://schemas.openxmlformats.org/officeDocument/2006/relationships/slide" Target="slides/slide59.xml"/><Relationship Id="rId63" Type="http://schemas.openxmlformats.org/officeDocument/2006/relationships/slide" Target="slides/slide58.xml"/><Relationship Id="rId62" Type="http://schemas.openxmlformats.org/officeDocument/2006/relationships/slide" Target="slides/slide57.xml"/><Relationship Id="rId61" Type="http://schemas.openxmlformats.org/officeDocument/2006/relationships/slide" Target="slides/slide56.xml"/><Relationship Id="rId60" Type="http://schemas.openxmlformats.org/officeDocument/2006/relationships/slide" Target="slides/slide55.xml"/><Relationship Id="rId6" Type="http://schemas.openxmlformats.org/officeDocument/2006/relationships/notesMaster" Target="notesMasters/notesMaster1.xml"/><Relationship Id="rId59" Type="http://schemas.openxmlformats.org/officeDocument/2006/relationships/slide" Target="slides/slide54.xml"/><Relationship Id="rId58" Type="http://schemas.openxmlformats.org/officeDocument/2006/relationships/slide" Target="slides/slide53.xml"/><Relationship Id="rId57" Type="http://schemas.openxmlformats.org/officeDocument/2006/relationships/slide" Target="slides/slide52.xml"/><Relationship Id="rId56" Type="http://schemas.openxmlformats.org/officeDocument/2006/relationships/slide" Target="slides/slide51.xml"/><Relationship Id="rId55" Type="http://schemas.openxmlformats.org/officeDocument/2006/relationships/slide" Target="slides/slide50.xml"/><Relationship Id="rId54" Type="http://schemas.openxmlformats.org/officeDocument/2006/relationships/slide" Target="slides/slide49.xml"/><Relationship Id="rId53" Type="http://schemas.openxmlformats.org/officeDocument/2006/relationships/slide" Target="slides/slide48.xml"/><Relationship Id="rId52" Type="http://schemas.openxmlformats.org/officeDocument/2006/relationships/slide" Target="slides/slide47.xml"/><Relationship Id="rId51" Type="http://schemas.openxmlformats.org/officeDocument/2006/relationships/slide" Target="slides/slide46.xml"/><Relationship Id="rId50" Type="http://schemas.openxmlformats.org/officeDocument/2006/relationships/slide" Target="slides/slide45.xml"/><Relationship Id="rId5" Type="http://schemas.openxmlformats.org/officeDocument/2006/relationships/slide" Target="slides/slide1.xml"/><Relationship Id="rId49" Type="http://schemas.openxmlformats.org/officeDocument/2006/relationships/slide" Target="slides/slide44.xml"/><Relationship Id="rId48" Type="http://schemas.openxmlformats.org/officeDocument/2006/relationships/slide" Target="slides/slide43.xml"/><Relationship Id="rId47" Type="http://schemas.openxmlformats.org/officeDocument/2006/relationships/slide" Target="slides/slide42.xml"/><Relationship Id="rId46" Type="http://schemas.openxmlformats.org/officeDocument/2006/relationships/slide" Target="slides/slide41.xml"/><Relationship Id="rId45" Type="http://schemas.openxmlformats.org/officeDocument/2006/relationships/slide" Target="slides/slide40.xml"/><Relationship Id="rId44" Type="http://schemas.openxmlformats.org/officeDocument/2006/relationships/slide" Target="slides/slide39.xml"/><Relationship Id="rId43" Type="http://schemas.openxmlformats.org/officeDocument/2006/relationships/slide" Target="slides/slide38.xml"/><Relationship Id="rId42" Type="http://schemas.openxmlformats.org/officeDocument/2006/relationships/slide" Target="slides/slide37.xml"/><Relationship Id="rId41" Type="http://schemas.openxmlformats.org/officeDocument/2006/relationships/slide" Target="slides/slide36.xml"/><Relationship Id="rId40" Type="http://schemas.openxmlformats.org/officeDocument/2006/relationships/slide" Target="slides/slide35.xml"/><Relationship Id="rId4" Type="http://schemas.openxmlformats.org/officeDocument/2006/relationships/slideMaster" Target="slideMasters/slideMaster3.xml"/><Relationship Id="rId39" Type="http://schemas.openxmlformats.org/officeDocument/2006/relationships/slide" Target="slides/slide34.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_rels/chart2.xml.rels><?xml version="1.0" encoding="UTF-8" standalone="yes"?>
<Relationships xmlns="http://schemas.openxmlformats.org/package/2006/relationships"><Relationship Id="rId1" Type="http://schemas.openxmlformats.org/officeDocument/2006/relationships/package" Target="../embeddings/Workbook2.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2023年</c:f>
              <c:strCache>
                <c:ptCount val="1"/>
                <c:pt idx="0">
                  <c:v>2023年</c:v>
                </c:pt>
              </c:strCache>
            </c:strRef>
          </c:tx>
          <c:spPr>
            <a:solidFill>
              <a:srgbClr val="8D99AE"/>
            </a:solidFill>
            <a:ln>
              <a:noFill/>
            </a:ln>
          </c:spPr>
          <c:invertIfNegative val="0"/>
          <c:dLbls>
            <c:spPr>
              <a:noFill/>
              <a:ln>
                <a:noFill/>
              </a:ln>
              <a:effectLst/>
            </c:spPr>
            <c:txPr>
              <a:bodyPr rot="0" spcFirstLastPara="0" vertOverflow="ellipsis" vert="horz" wrap="square" lIns="38100" tIns="19050" rIns="38100" bIns="19050" anchor="ctr" anchorCtr="0"/>
              <a:lstStyle/>
              <a:p>
                <a:pPr>
                  <a:defRPr lang="zh-CN" sz="2000" b="0" i="0" u="none" strike="noStrike" kern="1200" spc="0" baseline="0">
                    <a:solidFill>
                      <a:srgbClr val="E0E1DD"/>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{"极限与连续","一元微分学","一元积分学","多元微分学","概率论初步"}</c:f>
              <c:strCache>
                <c:ptCount val="5"/>
                <c:pt idx="0">
                  <c:v>极限与连续</c:v>
                </c:pt>
                <c:pt idx="1">
                  <c:v>一元微分学</c:v>
                </c:pt>
                <c:pt idx="2">
                  <c:v>一元积分学</c:v>
                </c:pt>
                <c:pt idx="3">
                  <c:v>多元微分学</c:v>
                </c:pt>
                <c:pt idx="4">
                  <c:v>概率论初步</c:v>
                </c:pt>
              </c:strCache>
            </c:strRef>
          </c:cat>
          <c:val>
            <c:numRef>
              <c:f>{20,56,40,22,12}</c:f>
              <c:numCache>
                <c:formatCode>General</c:formatCode>
                <c:ptCount val="5"/>
                <c:pt idx="0">
                  <c:v>20</c:v>
                </c:pt>
                <c:pt idx="1">
                  <c:v>56</c:v>
                </c:pt>
                <c:pt idx="2">
                  <c:v>40</c:v>
                </c:pt>
                <c:pt idx="3">
                  <c:v>22</c:v>
                </c:pt>
                <c:pt idx="4">
                  <c:v>12</c:v>
                </c:pt>
              </c:numCache>
            </c:numRef>
          </c:val>
        </c:ser>
        <c:ser>
          <c:idx val="1"/>
          <c:order val="1"/>
          <c:tx>
            <c:strRef>
              <c:f>2024年</c:f>
              <c:strCache>
                <c:ptCount val="1"/>
                <c:pt idx="0">
                  <c:v>2024年</c:v>
                </c:pt>
              </c:strCache>
            </c:strRef>
          </c:tx>
          <c:spPr>
            <a:solidFill>
              <a:srgbClr val="E0A85C"/>
            </a:solidFill>
            <a:ln>
              <a:noFill/>
            </a:ln>
          </c:spPr>
          <c:invertIfNegative val="0"/>
          <c:dLbls>
            <c:spPr>
              <a:noFill/>
              <a:ln>
                <a:noFill/>
              </a:ln>
              <a:effectLst/>
            </c:spPr>
            <c:txPr>
              <a:bodyPr rot="0" spcFirstLastPara="0" vertOverflow="ellipsis" vert="horz" wrap="square" lIns="38100" tIns="19050" rIns="38100" bIns="19050" anchor="ctr" anchorCtr="0"/>
              <a:lstStyle/>
              <a:p>
                <a:pPr>
                  <a:defRPr lang="zh-CN" sz="2000" b="0" i="0" u="none" strike="noStrike" kern="1200" spc="0" baseline="0">
                    <a:solidFill>
                      <a:srgbClr val="E0E1DD"/>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{"极限与连续","一元微分学","一元积分学","多元微分学","概率论初步"}</c:f>
              <c:strCache>
                <c:ptCount val="5"/>
                <c:pt idx="0">
                  <c:v>极限与连续</c:v>
                </c:pt>
                <c:pt idx="1">
                  <c:v>一元微分学</c:v>
                </c:pt>
                <c:pt idx="2">
                  <c:v>一元积分学</c:v>
                </c:pt>
                <c:pt idx="3">
                  <c:v>多元微分学</c:v>
                </c:pt>
                <c:pt idx="4">
                  <c:v>概率论初步</c:v>
                </c:pt>
              </c:strCache>
            </c:strRef>
          </c:cat>
          <c:val>
            <c:numRef>
              <c:f>{21,43,58,14,14}</c:f>
              <c:numCache>
                <c:formatCode>General</c:formatCode>
                <c:ptCount val="5"/>
                <c:pt idx="0">
                  <c:v>21</c:v>
                </c:pt>
                <c:pt idx="1">
                  <c:v>43</c:v>
                </c:pt>
                <c:pt idx="2">
                  <c:v>58</c:v>
                </c:pt>
                <c:pt idx="3">
                  <c:v>14</c:v>
                </c:pt>
                <c:pt idx="4">
                  <c:v>14</c:v>
                </c:pt>
              </c:numCache>
            </c:numRef>
          </c:val>
        </c:ser>
        <c:ser>
          <c:idx val="2"/>
          <c:order val="2"/>
          <c:tx>
            <c:strRef>
              <c:f>2025年</c:f>
              <c:strCache>
                <c:ptCount val="1"/>
                <c:pt idx="0">
                  <c:v>2025年</c:v>
                </c:pt>
              </c:strCache>
            </c:strRef>
          </c:tx>
          <c:spPr>
            <a:solidFill>
              <a:srgbClr val="4CC9F0"/>
            </a:solidFill>
            <a:ln>
              <a:noFill/>
            </a:ln>
          </c:spPr>
          <c:invertIfNegative val="0"/>
          <c:dLbls>
            <c:spPr>
              <a:noFill/>
              <a:ln>
                <a:noFill/>
              </a:ln>
              <a:effectLst/>
            </c:spPr>
            <c:txPr>
              <a:bodyPr rot="0" spcFirstLastPara="0" vertOverflow="ellipsis" vert="horz" wrap="square" lIns="38100" tIns="19050" rIns="38100" bIns="19050" anchor="ctr" anchorCtr="0"/>
              <a:lstStyle/>
              <a:p>
                <a:pPr>
                  <a:defRPr lang="zh-CN" sz="2000" b="0" i="0" u="none" strike="noStrike" kern="1200" spc="0" baseline="0">
                    <a:solidFill>
                      <a:srgbClr val="E0E1DD"/>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{"极限与连续","一元微分学","一元积分学","多元微分学","概率论初步"}</c:f>
              <c:strCache>
                <c:ptCount val="5"/>
                <c:pt idx="0">
                  <c:v>极限与连续</c:v>
                </c:pt>
                <c:pt idx="1">
                  <c:v>一元微分学</c:v>
                </c:pt>
                <c:pt idx="2">
                  <c:v>一元积分学</c:v>
                </c:pt>
                <c:pt idx="3">
                  <c:v>多元微分学</c:v>
                </c:pt>
                <c:pt idx="4">
                  <c:v>概率论初步</c:v>
                </c:pt>
              </c:strCache>
            </c:strRef>
          </c:cat>
          <c:val>
            <c:numRef>
              <c:f>{21,50,43,22,14}</c:f>
              <c:numCache>
                <c:formatCode>General</c:formatCode>
                <c:ptCount val="5"/>
                <c:pt idx="0">
                  <c:v>21</c:v>
                </c:pt>
                <c:pt idx="1">
                  <c:v>50</c:v>
                </c:pt>
                <c:pt idx="2">
                  <c:v>43</c:v>
                </c:pt>
                <c:pt idx="3">
                  <c:v>22</c:v>
                </c:pt>
                <c:pt idx="4">
                  <c:v>14</c:v>
                </c:pt>
              </c:numCache>
            </c:numRef>
          </c:val>
        </c:ser>
        <c:dLbls>
          <c:showLegendKey val="0"/>
          <c:showVal val="0"/>
          <c:showCatName val="0"/>
          <c:showSerName val="0"/>
          <c:showPercent val="0"/>
          <c:showBubbleSize val="0"/>
        </c:dLbls>
        <c:gapWidth val="150"/>
        <c:overlap val="-27"/>
        <c:axId val="754001152"/>
        <c:axId val="753999904"/>
      </c:barChart>
      <c:catAx>
        <c:axId val="754001152"/>
        <c:scaling>
          <c:orientation val="minMax"/>
        </c:scaling>
        <c:delete val="0"/>
        <c:axPos val="b"/>
        <c:numFmt formatCode="General" sourceLinked="0"/>
        <c:majorTickMark val="none"/>
        <c:minorTickMark val="none"/>
        <c:tickLblPos val="nextTo"/>
        <c:spPr>
          <a:ln w="9525" cap="flat" cmpd="sng" algn="ctr">
            <a:noFill/>
            <a:prstDash val="solid"/>
            <a:round/>
          </a:ln>
        </c:spPr>
        <c:txPr>
          <a:bodyPr rot="0" spcFirstLastPara="1" vertOverflow="ellipsis" vert="horz" wrap="square" anchor="ctr" anchorCtr="1"/>
          <a:lstStyle/>
          <a:p>
            <a:pPr>
              <a:defRPr lang="zh-CN" sz="2000" b="0" i="0" u="none" strike="noStrike" kern="1200" spc="0" baseline="0">
                <a:solidFill>
                  <a:srgbClr val="E0E1DD"/>
                </a:solidFill>
                <a:latin typeface="+mn-lt"/>
                <a:ea typeface="+mn-ea"/>
                <a:cs typeface="+mn-cs"/>
              </a:defRPr>
            </a:pPr>
          </a:p>
        </c:txPr>
        <c:crossAx val="753999904"/>
        <c:crosses val="min"/>
        <c:auto val="1"/>
        <c:lblAlgn val="ctr"/>
        <c:lblOffset val="100"/>
        <c:noMultiLvlLbl val="0"/>
      </c:catAx>
      <c:valAx>
        <c:axId val="753999904"/>
        <c:scaling>
          <c:orientation val="minMax"/>
        </c:scaling>
        <c:delete val="0"/>
        <c:axPos val="l"/>
        <c:majorGridlines>
          <c:spPr>
            <a:ln w="9525" cap="flat" cmpd="sng" algn="ctr">
              <a:solidFill>
                <a:srgbClr val="8D99AE">
                  <a:alpha val="20000"/>
                </a:srgbClr>
              </a:solidFill>
              <a:prstDash val="solid"/>
              <a:round/>
            </a:ln>
          </c:spPr>
        </c:majorGridlines>
        <c:numFmt formatCode="General" sourceLinked="0"/>
        <c:majorTickMark val="none"/>
        <c:minorTickMark val="none"/>
        <c:tickLblPos val="nextTo"/>
        <c:spPr>
          <a:ln w="9525" cap="flat" cmpd="sng" algn="ctr">
            <a:noFill/>
            <a:prstDash val="solid"/>
            <a:round/>
          </a:ln>
        </c:spPr>
        <c:txPr>
          <a:bodyPr rot="0" spcFirstLastPara="1" vertOverflow="ellipsis" vert="horz" wrap="square" anchor="ctr" anchorCtr="1"/>
          <a:lstStyle/>
          <a:p>
            <a:pPr>
              <a:defRPr lang="zh-CN" sz="2000" b="0" i="0" u="none" strike="noStrike" kern="1200" spc="0" baseline="0">
                <a:solidFill>
                  <a:srgbClr val="8D99AE"/>
                </a:solidFill>
                <a:latin typeface="+mn-lt"/>
                <a:ea typeface="+mn-ea"/>
                <a:cs typeface="+mn-cs"/>
              </a:defRPr>
            </a:pPr>
          </a:p>
        </c:txPr>
        <c:crossAx val="754001152"/>
        <c:crosses val="min"/>
        <c:crossBetween val="between"/>
      </c:valAx>
      <c:spPr>
        <a:noFill/>
        <a:ln>
          <a:noFill/>
        </a:ln>
      </c:spPr>
    </c:plotArea>
    <c:legend>
      <c:legendPos val="b"/>
      <c:legendEntry>
        <c:idx val="0"/>
        <c:txPr>
          <a:bodyPr rot="0" spcFirstLastPara="0" vertOverflow="ellipsis" vert="horz" wrap="square" anchor="ctr" anchorCtr="0"/>
          <a:lstStyle/>
          <a:p>
            <a:pPr>
              <a:defRPr lang="zh-CN" sz="2000" b="0" i="0" u="none" strike="noStrike" kern="1200" spc="0" baseline="0">
                <a:solidFill>
                  <a:srgbClr val="E0E1DD"/>
                </a:solidFill>
                <a:latin typeface="+mn-lt"/>
                <a:ea typeface="+mn-ea"/>
                <a:cs typeface="+mn-cs"/>
              </a:defRPr>
            </a:pPr>
          </a:p>
        </c:txPr>
      </c:legendEntry>
      <c:legendEntry>
        <c:idx val="1"/>
        <c:txPr>
          <a:bodyPr rot="0" spcFirstLastPara="0" vertOverflow="ellipsis" vert="horz" wrap="square" anchor="ctr" anchorCtr="0"/>
          <a:lstStyle/>
          <a:p>
            <a:pPr>
              <a:defRPr lang="zh-CN" sz="2000" b="0" i="0" u="none" strike="noStrike" kern="1200" spc="0" baseline="0">
                <a:solidFill>
                  <a:srgbClr val="E0E1DD"/>
                </a:solidFill>
                <a:latin typeface="+mn-lt"/>
                <a:ea typeface="+mn-ea"/>
                <a:cs typeface="+mn-cs"/>
              </a:defRPr>
            </a:pPr>
          </a:p>
        </c:txPr>
      </c:legendEntry>
      <c:legendEntry>
        <c:idx val="2"/>
        <c:txPr>
          <a:bodyPr rot="0" spcFirstLastPara="0" vertOverflow="ellipsis" vert="horz" wrap="square" anchor="ctr" anchorCtr="0"/>
          <a:lstStyle/>
          <a:p>
            <a:pPr>
              <a:defRPr lang="zh-CN" sz="2000" b="0" i="0" u="none" strike="noStrike" kern="1200" spc="0" baseline="0">
                <a:solidFill>
                  <a:srgbClr val="E0E1DD"/>
                </a:solidFill>
                <a:latin typeface="+mn-lt"/>
                <a:ea typeface="+mn-ea"/>
                <a:cs typeface="+mn-cs"/>
              </a:defRPr>
            </a:pPr>
          </a:p>
        </c:txPr>
      </c:legendEntry>
      <c:layout/>
      <c:overlay val="0"/>
      <c:txPr>
        <a:bodyPr rot="0" spcFirstLastPara="0" vertOverflow="ellipsis" vert="horz" wrap="square" anchor="ctr" anchorCtr="0"/>
        <a:lstStyle/>
        <a:p>
          <a:pPr>
            <a:defRPr lang="zh-CN" sz="2000" b="0" i="0" u="none" strike="noStrike" kern="1200" spc="0" baseline="0">
              <a:solidFill>
                <a:srgbClr val="E0E1DD"/>
              </a:solidFill>
              <a:latin typeface="+mn-lt"/>
              <a:ea typeface="+mn-ea"/>
              <a:cs typeface="+mn-cs"/>
            </a:defRPr>
          </a:pPr>
        </a:p>
      </c:txPr>
    </c:legend>
    <c:plotVisOnly val="1"/>
    <c:dispBlanksAs val="gap"/>
    <c:showDLblsOverMax val="0"/>
    <c:extLst>
      <c:ext uri="{0b15fc19-7d7d-44ad-8c2d-2c3a37ce22c3}">
        <chartProps xmlns="https://web.wps.cn/et/2018/main" chartId="{cac16aa4-5554-47c0-a95a-770f6d216227}"/>
      </c:ext>
    </c:extLst>
  </c:chart>
  <c:spPr>
    <a:noFill/>
    <a:ln w="9525" cap="flat" cmpd="sng" algn="ctr">
      <a:noFill/>
    </a:ln>
  </c:spPr>
  <c:txPr>
    <a:bodyPr/>
    <a:lstStyle/>
    <a:p>
      <a:pPr>
        <a:defRPr lang="zh-CN" sz="2000"/>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一元微分学</c:f>
              <c:strCache>
                <c:ptCount val="1"/>
                <c:pt idx="0">
                  <c:v>一元微分学</c:v>
                </c:pt>
              </c:strCache>
            </c:strRef>
          </c:tx>
          <c:spPr>
            <a:ln w="19050" cap="rnd" cmpd="sng" algn="ctr">
              <a:solidFill>
                <a:srgbClr val="E0A85C"/>
              </a:solidFill>
              <a:prstDash val="solid"/>
              <a:round/>
            </a:ln>
          </c:spPr>
          <c:marker>
            <c:symbol val="none"/>
          </c:marker>
          <c:dLbls>
            <c:spPr>
              <a:noFill/>
              <a:ln>
                <a:noFill/>
              </a:ln>
              <a:effectLst/>
            </c:spPr>
            <c:txPr>
              <a:bodyPr rot="0" spcFirstLastPara="0" vertOverflow="ellipsis" vert="horz" wrap="square" lIns="38100" tIns="19050" rIns="38100" bIns="19050" anchor="ctr" anchorCtr="0"/>
              <a:lstStyle/>
              <a:p>
                <a:pPr>
                  <a:defRPr lang="zh-CN" sz="2400" b="0" i="0" u="none" strike="noStrike" kern="1200" spc="0" baseline="0">
                    <a:solidFill>
                      <a:srgbClr val="E0E1DD"/>
                    </a:solidFill>
                    <a:latin typeface="+mn-lt"/>
                    <a:ea typeface="+mn-ea"/>
                    <a:cs typeface="+mn-cs"/>
                  </a:defRPr>
                </a:pPr>
              </a:p>
            </c:txPr>
            <c:dLblPos val="t"/>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{"2023","2024","2025"}</c:f>
              <c:strCache>
                <c:ptCount val="3"/>
                <c:pt idx="0">
                  <c:v>2023</c:v>
                </c:pt>
                <c:pt idx="1">
                  <c:v>2024</c:v>
                </c:pt>
                <c:pt idx="2">
                  <c:v>2025</c:v>
                </c:pt>
              </c:strCache>
            </c:strRef>
          </c:cat>
          <c:val>
            <c:numRef>
              <c:f>{0.373,0.287,0.333}</c:f>
              <c:numCache>
                <c:formatCode>General</c:formatCode>
                <c:ptCount val="3"/>
                <c:pt idx="0">
                  <c:v>0.373</c:v>
                </c:pt>
                <c:pt idx="1">
                  <c:v>0.287</c:v>
                </c:pt>
                <c:pt idx="2">
                  <c:v>0.333</c:v>
                </c:pt>
              </c:numCache>
            </c:numRef>
          </c:val>
          <c:smooth val="0"/>
        </c:ser>
        <c:ser>
          <c:idx val="1"/>
          <c:order val="1"/>
          <c:tx>
            <c:strRef>
              <c:f>一元积分学</c:f>
              <c:strCache>
                <c:ptCount val="1"/>
                <c:pt idx="0">
                  <c:v>一元积分学</c:v>
                </c:pt>
              </c:strCache>
            </c:strRef>
          </c:tx>
          <c:spPr>
            <a:ln w="19050" cap="rnd" cmpd="sng" algn="ctr">
              <a:solidFill>
                <a:srgbClr val="4CC9F0"/>
              </a:solidFill>
              <a:prstDash val="solid"/>
              <a:round/>
            </a:ln>
          </c:spPr>
          <c:marker>
            <c:symbol val="none"/>
          </c:marker>
          <c:dLbls>
            <c:spPr>
              <a:noFill/>
              <a:ln>
                <a:noFill/>
              </a:ln>
              <a:effectLst/>
            </c:spPr>
            <c:txPr>
              <a:bodyPr rot="0" spcFirstLastPara="0" vertOverflow="ellipsis" vert="horz" wrap="square" lIns="38100" tIns="19050" rIns="38100" bIns="19050" anchor="ctr" anchorCtr="0"/>
              <a:lstStyle/>
              <a:p>
                <a:pPr>
                  <a:defRPr lang="zh-CN" sz="2400" b="0" i="0" u="none" strike="noStrike" kern="1200" spc="0" baseline="0">
                    <a:solidFill>
                      <a:srgbClr val="E0E1DD"/>
                    </a:solidFill>
                    <a:latin typeface="+mn-lt"/>
                    <a:ea typeface="+mn-ea"/>
                    <a:cs typeface="+mn-cs"/>
                  </a:defRPr>
                </a:pPr>
              </a:p>
            </c:txPr>
            <c:dLblPos val="t"/>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{"2023","2024","2025"}</c:f>
              <c:strCache>
                <c:ptCount val="3"/>
                <c:pt idx="0">
                  <c:v>2023</c:v>
                </c:pt>
                <c:pt idx="1">
                  <c:v>2024</c:v>
                </c:pt>
                <c:pt idx="2">
                  <c:v>2025</c:v>
                </c:pt>
              </c:strCache>
            </c:strRef>
          </c:cat>
          <c:val>
            <c:numRef>
              <c:f>{0.267,0.387,0.287}</c:f>
              <c:numCache>
                <c:formatCode>General</c:formatCode>
                <c:ptCount val="3"/>
                <c:pt idx="0">
                  <c:v>0.267</c:v>
                </c:pt>
                <c:pt idx="1">
                  <c:v>0.387</c:v>
                </c:pt>
                <c:pt idx="2">
                  <c:v>0.287</c:v>
                </c:pt>
              </c:numCache>
            </c:numRef>
          </c:val>
          <c:smooth val="0"/>
        </c:ser>
        <c:ser>
          <c:idx val="2"/>
          <c:order val="2"/>
          <c:tx>
            <c:strRef>
              <c:f>多元微分学</c:f>
              <c:strCache>
                <c:ptCount val="1"/>
                <c:pt idx="0">
                  <c:v>多元微分学</c:v>
                </c:pt>
              </c:strCache>
            </c:strRef>
          </c:tx>
          <c:spPr>
            <a:ln w="19050" cap="rnd" cmpd="sng" algn="ctr">
              <a:solidFill>
                <a:srgbClr val="06D6A0"/>
              </a:solidFill>
              <a:prstDash val="solid"/>
              <a:round/>
            </a:ln>
          </c:spPr>
          <c:marker>
            <c:symbol val="none"/>
          </c:marker>
          <c:dLbls>
            <c:spPr>
              <a:noFill/>
              <a:ln>
                <a:noFill/>
              </a:ln>
              <a:effectLst/>
            </c:spPr>
            <c:txPr>
              <a:bodyPr rot="0" spcFirstLastPara="0" vertOverflow="ellipsis" vert="horz" wrap="square" lIns="38100" tIns="19050" rIns="38100" bIns="19050" anchor="ctr" anchorCtr="0"/>
              <a:lstStyle/>
              <a:p>
                <a:pPr>
                  <a:defRPr lang="zh-CN" sz="2400" b="0" i="0" u="none" strike="noStrike" kern="1200" spc="0" baseline="0">
                    <a:solidFill>
                      <a:srgbClr val="E0E1DD"/>
                    </a:solidFill>
                    <a:latin typeface="+mn-lt"/>
                    <a:ea typeface="+mn-ea"/>
                    <a:cs typeface="+mn-cs"/>
                  </a:defRPr>
                </a:pPr>
              </a:p>
            </c:txPr>
            <c:dLblPos val="t"/>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{"2023","2024","2025"}</c:f>
              <c:strCache>
                <c:ptCount val="3"/>
                <c:pt idx="0">
                  <c:v>2023</c:v>
                </c:pt>
                <c:pt idx="1">
                  <c:v>2024</c:v>
                </c:pt>
                <c:pt idx="2">
                  <c:v>2025</c:v>
                </c:pt>
              </c:strCache>
            </c:strRef>
          </c:cat>
          <c:val>
            <c:numRef>
              <c:f>{0.147,0.093,0.147}</c:f>
              <c:numCache>
                <c:formatCode>General</c:formatCode>
                <c:ptCount val="3"/>
                <c:pt idx="0">
                  <c:v>0.147</c:v>
                </c:pt>
                <c:pt idx="1">
                  <c:v>0.093</c:v>
                </c:pt>
                <c:pt idx="2">
                  <c:v>0.147</c:v>
                </c:pt>
              </c:numCache>
            </c:numRef>
          </c:val>
          <c:smooth val="0"/>
        </c:ser>
        <c:ser>
          <c:idx val="3"/>
          <c:order val="3"/>
          <c:tx>
            <c:strRef>
              <c:f>极限与连续</c:f>
              <c:strCache>
                <c:ptCount val="1"/>
                <c:pt idx="0">
                  <c:v>极限与连续</c:v>
                </c:pt>
              </c:strCache>
            </c:strRef>
          </c:tx>
          <c:spPr>
            <a:ln w="19050" cap="rnd" cmpd="sng" algn="ctr">
              <a:solidFill>
                <a:srgbClr val="9D4EDD"/>
              </a:solidFill>
              <a:prstDash val="solid"/>
              <a:round/>
            </a:ln>
          </c:spPr>
          <c:marker>
            <c:symbol val="none"/>
          </c:marker>
          <c:dLbls>
            <c:dLbl>
              <c:idx val="0"/>
              <c:layout>
                <c:manualLayout>
                  <c:x val="-0.00741935483870968"/>
                  <c:y val="0.00861111111111111"/>
                </c:manualLayout>
              </c:layout>
              <c:dLblPos val="t"/>
              <c:showLegendKey val="0"/>
              <c:showVal val="1"/>
              <c:showCatName val="0"/>
              <c:showSerName val="0"/>
              <c:showPercent val="0"/>
              <c:showBubbleSize val="0"/>
              <c:extLst>
                <c:ext xmlns:c15="http://schemas.microsoft.com/office/drawing/2012/chart" uri="{CE6537A1-D6FC-4f65-9D91-7224C49458BB}">
                  <c15:layout>
                    <c:manualLayout>
                      <c:w val="0.106532258064516"/>
                      <c:h val="0.252638888888889"/>
                    </c:manualLayout>
                  </c15:layout>
                </c:ext>
              </c:extLst>
            </c:dLbl>
            <c:dLbl>
              <c:idx val="2"/>
              <c:layout>
                <c:manualLayout>
                  <c:x val="-0.00491935483870968"/>
                  <c:y val="-0.0868055555555556"/>
                </c:manualLayout>
              </c:layout>
              <c:dLblPos val="t"/>
              <c:showLegendKey val="0"/>
              <c:showVal val="1"/>
              <c:showCatName val="0"/>
              <c:showSerName val="0"/>
              <c:showPercent val="0"/>
              <c:showBubbleSize val="0"/>
              <c:extLst>
                <c:ext xmlns:c15="http://schemas.microsoft.com/office/drawing/2012/chart" uri="{CE6537A1-D6FC-4f65-9D91-7224C49458BB}">
                  <c15:layout/>
                </c:ext>
              </c:extLst>
            </c:dLbl>
            <c:spPr>
              <a:noFill/>
              <a:ln>
                <a:noFill/>
              </a:ln>
              <a:effectLst/>
            </c:spPr>
            <c:txPr>
              <a:bodyPr rot="0" spcFirstLastPara="0" vertOverflow="ellipsis" vert="horz" wrap="square" lIns="38100" tIns="19050" rIns="38100" bIns="19050" anchor="ctr" anchorCtr="0"/>
              <a:lstStyle/>
              <a:p>
                <a:pPr>
                  <a:defRPr lang="zh-CN" sz="2400" b="0" i="0" u="none" strike="noStrike" kern="1200" spc="0" baseline="0">
                    <a:solidFill>
                      <a:srgbClr val="E0E1DD"/>
                    </a:solidFill>
                    <a:latin typeface="+mn-lt"/>
                    <a:ea typeface="+mn-ea"/>
                    <a:cs typeface="+mn-cs"/>
                  </a:defRPr>
                </a:pPr>
              </a:p>
            </c:txPr>
            <c:dLblPos val="t"/>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{"2023","2024","2025"}</c:f>
              <c:strCache>
                <c:ptCount val="3"/>
                <c:pt idx="0">
                  <c:v>2023</c:v>
                </c:pt>
                <c:pt idx="1">
                  <c:v>2024</c:v>
                </c:pt>
                <c:pt idx="2">
                  <c:v>2025</c:v>
                </c:pt>
              </c:strCache>
            </c:strRef>
          </c:cat>
          <c:val>
            <c:numRef>
              <c:f>{0.133,0.14,0.14}</c:f>
              <c:numCache>
                <c:formatCode>General</c:formatCode>
                <c:ptCount val="3"/>
                <c:pt idx="0">
                  <c:v>0.133</c:v>
                </c:pt>
                <c:pt idx="1">
                  <c:v>0.14</c:v>
                </c:pt>
                <c:pt idx="2">
                  <c:v>0.14</c:v>
                </c:pt>
              </c:numCache>
            </c:numRef>
          </c:val>
          <c:smooth val="0"/>
        </c:ser>
        <c:ser>
          <c:idx val="4"/>
          <c:order val="4"/>
          <c:tx>
            <c:strRef>
              <c:f>概率论初步</c:f>
              <c:strCache>
                <c:ptCount val="1"/>
                <c:pt idx="0">
                  <c:v>概率论初步</c:v>
                </c:pt>
              </c:strCache>
            </c:strRef>
          </c:tx>
          <c:spPr>
            <a:ln w="19050" cap="rnd" cmpd="sng" algn="ctr">
              <a:solidFill>
                <a:srgbClr val="F72585"/>
              </a:solidFill>
              <a:prstDash val="solid"/>
              <a:round/>
            </a:ln>
          </c:spPr>
          <c:marker>
            <c:symbol val="none"/>
          </c:marker>
          <c:dLbls>
            <c:dLbl>
              <c:idx val="0"/>
              <c:layout>
                <c:manualLayout>
                  <c:x val="-0.00854838709677419"/>
                  <c:y val="0.0445833333333333"/>
                </c:manualLayout>
              </c:layout>
              <c:dLblPos val="t"/>
              <c:showLegendKey val="0"/>
              <c:showVal val="1"/>
              <c:showCatName val="0"/>
              <c:showSerName val="0"/>
              <c:showPercent val="0"/>
              <c:showBubbleSize val="0"/>
              <c:extLst>
                <c:ext xmlns:c15="http://schemas.microsoft.com/office/drawing/2012/chart" uri="{CE6537A1-D6FC-4f65-9D91-7224C49458BB}">
                  <c15:layout/>
                </c:ext>
              </c:extLst>
            </c:dLbl>
            <c:spPr>
              <a:noFill/>
              <a:ln>
                <a:noFill/>
              </a:ln>
              <a:effectLst/>
            </c:spPr>
            <c:txPr>
              <a:bodyPr rot="0" spcFirstLastPara="0" vertOverflow="ellipsis" vert="horz" wrap="square" lIns="38100" tIns="19050" rIns="38100" bIns="19050" anchor="ctr" anchorCtr="0"/>
              <a:lstStyle/>
              <a:p>
                <a:pPr>
                  <a:defRPr lang="zh-CN" sz="2400" b="0" i="0" u="none" strike="noStrike" kern="1200" spc="0" baseline="0">
                    <a:solidFill>
                      <a:srgbClr val="E0E1DD"/>
                    </a:solidFill>
                    <a:latin typeface="+mn-lt"/>
                    <a:ea typeface="+mn-ea"/>
                    <a:cs typeface="+mn-cs"/>
                  </a:defRPr>
                </a:pPr>
              </a:p>
            </c:txPr>
            <c:dLblPos val="t"/>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{"2023","2024","2025"}</c:f>
              <c:strCache>
                <c:ptCount val="3"/>
                <c:pt idx="0">
                  <c:v>2023</c:v>
                </c:pt>
                <c:pt idx="1">
                  <c:v>2024</c:v>
                </c:pt>
                <c:pt idx="2">
                  <c:v>2025</c:v>
                </c:pt>
              </c:strCache>
            </c:strRef>
          </c:cat>
          <c:val>
            <c:numRef>
              <c:f>{0.08,0.093,0.093}</c:f>
              <c:numCache>
                <c:formatCode>General</c:formatCode>
                <c:ptCount val="3"/>
                <c:pt idx="0">
                  <c:v>0.08</c:v>
                </c:pt>
                <c:pt idx="1">
                  <c:v>0.093</c:v>
                </c:pt>
                <c:pt idx="2">
                  <c:v>0.093</c:v>
                </c:pt>
              </c:numCache>
            </c:numRef>
          </c:val>
          <c:smooth val="0"/>
        </c:ser>
        <c:dLbls>
          <c:showLegendKey val="0"/>
          <c:showVal val="0"/>
          <c:showCatName val="0"/>
          <c:showSerName val="0"/>
          <c:showPercent val="0"/>
          <c:showBubbleSize val="0"/>
        </c:dLbls>
        <c:marker val="0"/>
        <c:smooth val="0"/>
        <c:axId val="754001152"/>
        <c:axId val="753999904"/>
      </c:lineChart>
      <c:catAx>
        <c:axId val="754001152"/>
        <c:scaling>
          <c:orientation val="minMax"/>
        </c:scaling>
        <c:delete val="0"/>
        <c:axPos val="b"/>
        <c:numFmt formatCode="General" sourceLinked="0"/>
        <c:majorTickMark val="none"/>
        <c:minorTickMark val="none"/>
        <c:tickLblPos val="nextTo"/>
        <c:spPr>
          <a:ln w="9525" cap="flat" cmpd="sng" algn="ctr">
            <a:noFill/>
            <a:prstDash val="solid"/>
            <a:round/>
          </a:ln>
        </c:spPr>
        <c:txPr>
          <a:bodyPr rot="0" spcFirstLastPara="1" vertOverflow="ellipsis" vert="horz" wrap="square" anchor="ctr" anchorCtr="1"/>
          <a:lstStyle/>
          <a:p>
            <a:pPr>
              <a:defRPr lang="zh-CN" sz="2400" b="0" i="0" u="none" strike="noStrike" kern="1200" spc="0" baseline="0">
                <a:solidFill>
                  <a:srgbClr val="E0E1DD"/>
                </a:solidFill>
                <a:latin typeface="+mn-lt"/>
                <a:ea typeface="+mn-ea"/>
                <a:cs typeface="+mn-cs"/>
              </a:defRPr>
            </a:pPr>
          </a:p>
        </c:txPr>
        <c:crossAx val="753999904"/>
        <c:crosses val="min"/>
        <c:auto val="1"/>
        <c:lblAlgn val="ctr"/>
        <c:lblOffset val="100"/>
        <c:noMultiLvlLbl val="0"/>
      </c:catAx>
      <c:valAx>
        <c:axId val="753999904"/>
        <c:scaling>
          <c:orientation val="minMax"/>
        </c:scaling>
        <c:delete val="0"/>
        <c:axPos val="l"/>
        <c:majorGridlines>
          <c:spPr>
            <a:ln w="9525" cap="flat" cmpd="sng" algn="ctr">
              <a:solidFill>
                <a:srgbClr val="8D99AE">
                  <a:alpha val="20000"/>
                </a:srgbClr>
              </a:solidFill>
              <a:prstDash val="solid"/>
              <a:round/>
            </a:ln>
          </c:spPr>
        </c:majorGridlines>
        <c:numFmt formatCode="0%" sourceLinked="0"/>
        <c:majorTickMark val="none"/>
        <c:minorTickMark val="none"/>
        <c:tickLblPos val="nextTo"/>
        <c:spPr>
          <a:ln w="9525" cap="flat" cmpd="sng" algn="ctr">
            <a:noFill/>
            <a:prstDash val="solid"/>
            <a:round/>
          </a:ln>
        </c:spPr>
        <c:txPr>
          <a:bodyPr rot="0" spcFirstLastPara="1" vertOverflow="ellipsis" vert="horz" wrap="square" anchor="ctr" anchorCtr="1"/>
          <a:lstStyle/>
          <a:p>
            <a:pPr>
              <a:defRPr lang="zh-CN" sz="2400" b="0" i="0" u="none" strike="noStrike" kern="1200" spc="0" baseline="0">
                <a:solidFill>
                  <a:srgbClr val="8D99AE"/>
                </a:solidFill>
                <a:latin typeface="+mn-lt"/>
                <a:ea typeface="+mn-ea"/>
                <a:cs typeface="+mn-cs"/>
              </a:defRPr>
            </a:pPr>
          </a:p>
        </c:txPr>
        <c:crossAx val="754001152"/>
        <c:crosses val="min"/>
        <c:crossBetween val="between"/>
      </c:valAx>
      <c:spPr>
        <a:noFill/>
        <a:ln>
          <a:noFill/>
        </a:ln>
      </c:spPr>
    </c:plotArea>
    <c:legend>
      <c:legendPos val="b"/>
      <c:legendEntry>
        <c:idx val="0"/>
        <c:txPr>
          <a:bodyPr rot="0" spcFirstLastPara="0" vertOverflow="ellipsis" vert="horz" wrap="square" anchor="ctr" anchorCtr="0"/>
          <a:lstStyle/>
          <a:p>
            <a:pPr>
              <a:defRPr lang="zh-CN" sz="2400" b="0" i="0" u="none" strike="noStrike" kern="1200" spc="0" baseline="0">
                <a:solidFill>
                  <a:srgbClr val="E0E1DD"/>
                </a:solidFill>
                <a:latin typeface="+mn-lt"/>
                <a:ea typeface="+mn-ea"/>
                <a:cs typeface="+mn-cs"/>
              </a:defRPr>
            </a:pPr>
          </a:p>
        </c:txPr>
      </c:legendEntry>
      <c:legendEntry>
        <c:idx val="1"/>
        <c:txPr>
          <a:bodyPr rot="0" spcFirstLastPara="0" vertOverflow="ellipsis" vert="horz" wrap="square" anchor="ctr" anchorCtr="0"/>
          <a:lstStyle/>
          <a:p>
            <a:pPr>
              <a:defRPr lang="zh-CN" sz="2400" b="0" i="0" u="none" strike="noStrike" kern="1200" spc="0" baseline="0">
                <a:solidFill>
                  <a:srgbClr val="E0E1DD"/>
                </a:solidFill>
                <a:latin typeface="+mn-lt"/>
                <a:ea typeface="+mn-ea"/>
                <a:cs typeface="+mn-cs"/>
              </a:defRPr>
            </a:pPr>
          </a:p>
        </c:txPr>
      </c:legendEntry>
      <c:legendEntry>
        <c:idx val="2"/>
        <c:txPr>
          <a:bodyPr rot="0" spcFirstLastPara="0" vertOverflow="ellipsis" vert="horz" wrap="square" anchor="ctr" anchorCtr="0"/>
          <a:lstStyle/>
          <a:p>
            <a:pPr>
              <a:defRPr lang="zh-CN" sz="2400" b="0" i="0" u="none" strike="noStrike" kern="1200" spc="0" baseline="0">
                <a:solidFill>
                  <a:srgbClr val="E0E1DD"/>
                </a:solidFill>
                <a:latin typeface="+mn-lt"/>
                <a:ea typeface="+mn-ea"/>
                <a:cs typeface="+mn-cs"/>
              </a:defRPr>
            </a:pPr>
          </a:p>
        </c:txPr>
      </c:legendEntry>
      <c:legendEntry>
        <c:idx val="3"/>
        <c:txPr>
          <a:bodyPr rot="0" spcFirstLastPara="0" vertOverflow="ellipsis" vert="horz" wrap="square" anchor="ctr" anchorCtr="0"/>
          <a:lstStyle/>
          <a:p>
            <a:pPr>
              <a:defRPr lang="zh-CN" sz="2400" b="0" i="0" u="none" strike="noStrike" kern="1200" spc="0" baseline="0">
                <a:solidFill>
                  <a:srgbClr val="E0E1DD"/>
                </a:solidFill>
                <a:latin typeface="+mn-lt"/>
                <a:ea typeface="+mn-ea"/>
                <a:cs typeface="+mn-cs"/>
              </a:defRPr>
            </a:pPr>
          </a:p>
        </c:txPr>
      </c:legendEntry>
      <c:legendEntry>
        <c:idx val="4"/>
        <c:txPr>
          <a:bodyPr rot="0" spcFirstLastPara="0" vertOverflow="ellipsis" vert="horz" wrap="square" anchor="ctr" anchorCtr="0"/>
          <a:lstStyle/>
          <a:p>
            <a:pPr>
              <a:defRPr lang="zh-CN" sz="2400" b="0" i="0" u="none" strike="noStrike" kern="1200" spc="0" baseline="0">
                <a:solidFill>
                  <a:srgbClr val="E0E1DD"/>
                </a:solidFill>
                <a:latin typeface="+mn-lt"/>
                <a:ea typeface="+mn-ea"/>
                <a:cs typeface="+mn-cs"/>
              </a:defRPr>
            </a:pPr>
          </a:p>
        </c:txPr>
      </c:legendEntry>
      <c:layout/>
      <c:overlay val="0"/>
      <c:txPr>
        <a:bodyPr rot="0" spcFirstLastPara="0" vertOverflow="ellipsis" vert="horz" wrap="square" anchor="ctr" anchorCtr="0"/>
        <a:lstStyle/>
        <a:p>
          <a:pPr>
            <a:defRPr lang="zh-CN" sz="2400" b="0" i="0" u="none" strike="noStrike" kern="1200" spc="0" baseline="0">
              <a:solidFill>
                <a:srgbClr val="E0E1DD"/>
              </a:solidFill>
              <a:latin typeface="+mn-lt"/>
              <a:ea typeface="+mn-ea"/>
              <a:cs typeface="+mn-cs"/>
            </a:defRPr>
          </a:pPr>
        </a:p>
      </c:txPr>
    </c:legend>
    <c:plotVisOnly val="1"/>
    <c:dispBlanksAs val="gap"/>
    <c:showDLblsOverMax val="0"/>
    <c:extLst>
      <c:ext uri="{0b15fc19-7d7d-44ad-8c2d-2c3a37ce22c3}">
        <chartProps xmlns="https://web.wps.cn/et/2018/main" chartId="{5a5d9657-7e89-4160-95fe-af40e71359e2}"/>
      </c:ext>
    </c:extLst>
  </c:chart>
  <c:spPr>
    <a:noFill/>
    <a:ln w="9525" cap="flat" cmpd="sng" algn="ctr">
      <a:noFill/>
    </a:ln>
  </c:spPr>
  <c:txPr>
    <a:bodyPr/>
    <a:lstStyle/>
    <a:p>
      <a:pPr>
        <a:defRPr lang="zh-CN" sz="2400"/>
      </a:pPr>
    </a:p>
  </c:txPr>
  <c:externalData r:id="rId1">
    <c:autoUpdate val="0"/>
  </c:externalData>
</c:chartSpace>
</file>

<file path=ppt/drawings/_rels/vmlDrawing1.v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image" Target="../media/image14.e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23.emf"/><Relationship Id="rId1" Type="http://schemas.openxmlformats.org/officeDocument/2006/relationships/image" Target="../media/image22.e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image" Target="../media/image26.emf"/><Relationship Id="rId1" Type="http://schemas.openxmlformats.org/officeDocument/2006/relationships/image" Target="../media/image25.e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image" Target="../media/image29.emf"/><Relationship Id="rId1" Type="http://schemas.openxmlformats.org/officeDocument/2006/relationships/image" Target="../media/image28.e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image" Target="../media/image32.emf"/><Relationship Id="rId1" Type="http://schemas.openxmlformats.org/officeDocument/2006/relationships/image" Target="../media/image31.emf"/></Relationships>
</file>

<file path=ppt/drawings/_rels/vmlDrawing6.vml.rels><?xml version="1.0" encoding="UTF-8" standalone="yes"?>
<Relationships xmlns="http://schemas.openxmlformats.org/package/2006/relationships"><Relationship Id="rId4" Type="http://schemas.openxmlformats.org/officeDocument/2006/relationships/image" Target="../media/image42.emf"/><Relationship Id="rId3" Type="http://schemas.openxmlformats.org/officeDocument/2006/relationships/image" Target="../media/image41.emf"/><Relationship Id="rId2" Type="http://schemas.openxmlformats.org/officeDocument/2006/relationships/image" Target="../media/image40.emf"/><Relationship Id="rId1" Type="http://schemas.openxmlformats.org/officeDocument/2006/relationships/image" Target="../media/image39.e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45.emf"/><Relationship Id="rId2" Type="http://schemas.openxmlformats.org/officeDocument/2006/relationships/image" Target="../media/image44.emf"/><Relationship Id="rId1" Type="http://schemas.openxmlformats.org/officeDocument/2006/relationships/image" Target="../media/image43.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46.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47.e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49.emf"/><Relationship Id="rId1" Type="http://schemas.openxmlformats.org/officeDocument/2006/relationships/image" Target="../media/image48.e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51.emf"/><Relationship Id="rId1" Type="http://schemas.openxmlformats.org/officeDocument/2006/relationships/image" Target="../media/image50.emf"/></Relationships>
</file>

<file path=ppt/drawings/_rels/vmlDrawing12.vml.rels><?xml version="1.0" encoding="UTF-8" standalone="yes"?>
<Relationships xmlns="http://schemas.openxmlformats.org/package/2006/relationships"><Relationship Id="rId5" Type="http://schemas.openxmlformats.org/officeDocument/2006/relationships/image" Target="../media/image57.emf"/><Relationship Id="rId4" Type="http://schemas.openxmlformats.org/officeDocument/2006/relationships/image" Target="../media/image56.emf"/><Relationship Id="rId3" Type="http://schemas.openxmlformats.org/officeDocument/2006/relationships/image" Target="../media/image55.emf"/><Relationship Id="rId2" Type="http://schemas.openxmlformats.org/officeDocument/2006/relationships/image" Target="../media/image54.emf"/><Relationship Id="rId1" Type="http://schemas.openxmlformats.org/officeDocument/2006/relationships/image" Target="../media/image53.emf"/></Relationships>
</file>

<file path=ppt/drawings/_rels/vmlDrawing13.vml.rels><?xml version="1.0" encoding="UTF-8" standalone="yes"?>
<Relationships xmlns="http://schemas.openxmlformats.org/package/2006/relationships"><Relationship Id="rId5" Type="http://schemas.openxmlformats.org/officeDocument/2006/relationships/image" Target="../media/image62.emf"/><Relationship Id="rId4" Type="http://schemas.openxmlformats.org/officeDocument/2006/relationships/image" Target="../media/image61.emf"/><Relationship Id="rId3" Type="http://schemas.openxmlformats.org/officeDocument/2006/relationships/image" Target="../media/image60.emf"/><Relationship Id="rId2" Type="http://schemas.openxmlformats.org/officeDocument/2006/relationships/image" Target="../media/image59.emf"/><Relationship Id="rId1" Type="http://schemas.openxmlformats.org/officeDocument/2006/relationships/image" Target="../media/image58.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63.emf"/></Relationships>
</file>

<file path=ppt/drawings/_rels/vmlDrawing15.vml.rels><?xml version="1.0" encoding="UTF-8" standalone="yes"?>
<Relationships xmlns="http://schemas.openxmlformats.org/package/2006/relationships"><Relationship Id="rId4" Type="http://schemas.openxmlformats.org/officeDocument/2006/relationships/image" Target="../media/image67.emf"/><Relationship Id="rId3" Type="http://schemas.openxmlformats.org/officeDocument/2006/relationships/image" Target="../media/image66.emf"/><Relationship Id="rId2" Type="http://schemas.openxmlformats.org/officeDocument/2006/relationships/image" Target="../media/image65.emf"/><Relationship Id="rId1" Type="http://schemas.openxmlformats.org/officeDocument/2006/relationships/image" Target="../media/image64.emf"/></Relationships>
</file>

<file path=ppt/drawings/_rels/vmlDrawing16.vml.rels><?xml version="1.0" encoding="UTF-8" standalone="yes"?>
<Relationships xmlns="http://schemas.openxmlformats.org/package/2006/relationships"><Relationship Id="rId4" Type="http://schemas.openxmlformats.org/officeDocument/2006/relationships/image" Target="../media/image71.emf"/><Relationship Id="rId3" Type="http://schemas.openxmlformats.org/officeDocument/2006/relationships/image" Target="../media/image70.emf"/><Relationship Id="rId2" Type="http://schemas.openxmlformats.org/officeDocument/2006/relationships/image" Target="../media/image69.emf"/><Relationship Id="rId1" Type="http://schemas.openxmlformats.org/officeDocument/2006/relationships/image" Target="../media/image68.e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74.emf"/><Relationship Id="rId2" Type="http://schemas.openxmlformats.org/officeDocument/2006/relationships/image" Target="../media/image73.emf"/><Relationship Id="rId1" Type="http://schemas.openxmlformats.org/officeDocument/2006/relationships/image" Target="../media/image72.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75.e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79.emf"/><Relationship Id="rId2" Type="http://schemas.openxmlformats.org/officeDocument/2006/relationships/image" Target="../media/image78.emf"/><Relationship Id="rId1" Type="http://schemas.openxmlformats.org/officeDocument/2006/relationships/image" Target="../media/image77.e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83.emf"/><Relationship Id="rId2" Type="http://schemas.openxmlformats.org/officeDocument/2006/relationships/image" Target="../media/image82.emf"/><Relationship Id="rId1" Type="http://schemas.openxmlformats.org/officeDocument/2006/relationships/image" Target="../media/image81.e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86.emf"/><Relationship Id="rId2" Type="http://schemas.openxmlformats.org/officeDocument/2006/relationships/image" Target="../media/image85.emf"/><Relationship Id="rId1" Type="http://schemas.openxmlformats.org/officeDocument/2006/relationships/image" Target="../media/image84.e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87.e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90.e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92.e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94.e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95.e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96.e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97.emf"/></Relationships>
</file>

<file path=ppt/drawings/_rels/vmlDrawing29.vml.rels><?xml version="1.0" encoding="UTF-8" standalone="yes"?>
<Relationships xmlns="http://schemas.openxmlformats.org/package/2006/relationships"><Relationship Id="rId4" Type="http://schemas.openxmlformats.org/officeDocument/2006/relationships/image" Target="../media/image101.emf"/><Relationship Id="rId3" Type="http://schemas.openxmlformats.org/officeDocument/2006/relationships/image" Target="../media/image100.emf"/><Relationship Id="rId2" Type="http://schemas.openxmlformats.org/officeDocument/2006/relationships/image" Target="../media/image99.emf"/><Relationship Id="rId1" Type="http://schemas.openxmlformats.org/officeDocument/2006/relationships/image" Target="../media/image98.emf"/></Relationships>
</file>

<file path=ppt/drawings/_rels/vmlDrawing30.vml.rels><?xml version="1.0" encoding="UTF-8" standalone="yes"?>
<Relationships xmlns="http://schemas.openxmlformats.org/package/2006/relationships"><Relationship Id="rId2" Type="http://schemas.openxmlformats.org/officeDocument/2006/relationships/image" Target="../media/image103.emf"/><Relationship Id="rId1" Type="http://schemas.openxmlformats.org/officeDocument/2006/relationships/image" Target="../media/image102.emf"/></Relationships>
</file>

<file path=ppt/drawings/_rels/vmlDrawing31.vml.rels><?xml version="1.0" encoding="UTF-8" standalone="yes"?>
<Relationships xmlns="http://schemas.openxmlformats.org/package/2006/relationships"><Relationship Id="rId2" Type="http://schemas.openxmlformats.org/officeDocument/2006/relationships/image" Target="../media/image105.emf"/><Relationship Id="rId1" Type="http://schemas.openxmlformats.org/officeDocument/2006/relationships/image" Target="../media/image104.emf"/></Relationships>
</file>

<file path=ppt/drawings/_rels/vmlDrawing32.vml.rels><?xml version="1.0" encoding="UTF-8" standalone="yes"?>
<Relationships xmlns="http://schemas.openxmlformats.org/package/2006/relationships"><Relationship Id="rId3" Type="http://schemas.openxmlformats.org/officeDocument/2006/relationships/image" Target="../media/image108.emf"/><Relationship Id="rId2" Type="http://schemas.openxmlformats.org/officeDocument/2006/relationships/image" Target="../media/image107.emf"/><Relationship Id="rId1" Type="http://schemas.openxmlformats.org/officeDocument/2006/relationships/image" Target="../media/image106.emf"/></Relationships>
</file>

<file path=ppt/drawings/_rels/vmlDrawing33.vml.rels><?xml version="1.0" encoding="UTF-8" standalone="yes"?>
<Relationships xmlns="http://schemas.openxmlformats.org/package/2006/relationships"><Relationship Id="rId1" Type="http://schemas.openxmlformats.org/officeDocument/2006/relationships/image" Target="../media/image109.emf"/></Relationships>
</file>

<file path=ppt/drawings/_rels/vmlDrawing34.vml.rels><?xml version="1.0" encoding="UTF-8" standalone="yes"?>
<Relationships xmlns="http://schemas.openxmlformats.org/package/2006/relationships"><Relationship Id="rId2" Type="http://schemas.openxmlformats.org/officeDocument/2006/relationships/image" Target="../media/image111.emf"/><Relationship Id="rId1" Type="http://schemas.openxmlformats.org/officeDocument/2006/relationships/image" Target="../media/image110.emf"/></Relationships>
</file>

<file path=ppt/drawings/_rels/vmlDrawing35.vml.rels><?xml version="1.0" encoding="UTF-8" standalone="yes"?>
<Relationships xmlns="http://schemas.openxmlformats.org/package/2006/relationships"><Relationship Id="rId3" Type="http://schemas.openxmlformats.org/officeDocument/2006/relationships/image" Target="../media/image114.emf"/><Relationship Id="rId2" Type="http://schemas.openxmlformats.org/officeDocument/2006/relationships/image" Target="../media/image113.emf"/><Relationship Id="rId1" Type="http://schemas.openxmlformats.org/officeDocument/2006/relationships/image" Target="../media/image112.emf"/></Relationships>
</file>

<file path=ppt/drawings/_rels/vmlDrawing36.vml.rels><?xml version="1.0" encoding="UTF-8" standalone="yes"?>
<Relationships xmlns="http://schemas.openxmlformats.org/package/2006/relationships"><Relationship Id="rId1" Type="http://schemas.openxmlformats.org/officeDocument/2006/relationships/image" Target="../media/image115.emf"/></Relationships>
</file>

<file path=ppt/drawings/_rels/vmlDrawing37.vml.rels><?xml version="1.0" encoding="UTF-8" standalone="yes"?>
<Relationships xmlns="http://schemas.openxmlformats.org/package/2006/relationships"><Relationship Id="rId1" Type="http://schemas.openxmlformats.org/officeDocument/2006/relationships/image" Target="../media/image116.emf"/></Relationships>
</file>

<file path=ppt/drawings/_rels/vmlDrawing38.vml.rels><?xml version="1.0" encoding="UTF-8" standalone="yes"?>
<Relationships xmlns="http://schemas.openxmlformats.org/package/2006/relationships"><Relationship Id="rId1" Type="http://schemas.openxmlformats.org/officeDocument/2006/relationships/image" Target="../media/image117.emf"/></Relationships>
</file>

<file path=ppt/drawings/_rels/vmlDrawing39.vml.rels><?xml version="1.0" encoding="UTF-8" standalone="yes"?>
<Relationships xmlns="http://schemas.openxmlformats.org/package/2006/relationships"><Relationship Id="rId1" Type="http://schemas.openxmlformats.org/officeDocument/2006/relationships/image" Target="../media/image120.emf"/></Relationships>
</file>

<file path=ppt/drawings/_rels/vmlDrawing40.vml.rels><?xml version="1.0" encoding="UTF-8" standalone="yes"?>
<Relationships xmlns="http://schemas.openxmlformats.org/package/2006/relationships"><Relationship Id="rId2" Type="http://schemas.openxmlformats.org/officeDocument/2006/relationships/image" Target="../media/image122.emf"/><Relationship Id="rId1" Type="http://schemas.openxmlformats.org/officeDocument/2006/relationships/image" Target="../media/image121.emf"/></Relationships>
</file>

<file path=ppt/drawings/_rels/vmlDrawing41.vml.rels><?xml version="1.0" encoding="UTF-8" standalone="yes"?>
<Relationships xmlns="http://schemas.openxmlformats.org/package/2006/relationships"><Relationship Id="rId4" Type="http://schemas.openxmlformats.org/officeDocument/2006/relationships/image" Target="../media/image126.emf"/><Relationship Id="rId3" Type="http://schemas.openxmlformats.org/officeDocument/2006/relationships/image" Target="../media/image125.emf"/><Relationship Id="rId2" Type="http://schemas.openxmlformats.org/officeDocument/2006/relationships/image" Target="../media/image124.emf"/><Relationship Id="rId1" Type="http://schemas.openxmlformats.org/officeDocument/2006/relationships/image" Target="../media/image123.emf"/></Relationships>
</file>

<file path=ppt/drawings/_rels/vmlDrawing42.vml.rels><?xml version="1.0" encoding="UTF-8" standalone="yes"?>
<Relationships xmlns="http://schemas.openxmlformats.org/package/2006/relationships"><Relationship Id="rId3" Type="http://schemas.openxmlformats.org/officeDocument/2006/relationships/image" Target="../media/image129.emf"/><Relationship Id="rId2" Type="http://schemas.openxmlformats.org/officeDocument/2006/relationships/image" Target="../media/image128.emf"/><Relationship Id="rId1" Type="http://schemas.openxmlformats.org/officeDocument/2006/relationships/image" Target="../media/image127.emf"/></Relationships>
</file>

<file path=ppt/drawings/_rels/vmlDrawing43.vml.rels><?xml version="1.0" encoding="UTF-8" standalone="yes"?>
<Relationships xmlns="http://schemas.openxmlformats.org/package/2006/relationships"><Relationship Id="rId3" Type="http://schemas.openxmlformats.org/officeDocument/2006/relationships/image" Target="../media/image132.emf"/><Relationship Id="rId2" Type="http://schemas.openxmlformats.org/officeDocument/2006/relationships/image" Target="../media/image131.emf"/><Relationship Id="rId1" Type="http://schemas.openxmlformats.org/officeDocument/2006/relationships/image" Target="../media/image130.emf"/></Relationships>
</file>

<file path=ppt/drawings/_rels/vmlDrawing44.vml.rels><?xml version="1.0" encoding="UTF-8" standalone="yes"?>
<Relationships xmlns="http://schemas.openxmlformats.org/package/2006/relationships"><Relationship Id="rId1" Type="http://schemas.openxmlformats.org/officeDocument/2006/relationships/image" Target="../media/image133.emf"/></Relationships>
</file>

<file path=ppt/drawings/_rels/vmlDrawing45.vml.rels><?xml version="1.0" encoding="UTF-8" standalone="yes"?>
<Relationships xmlns="http://schemas.openxmlformats.org/package/2006/relationships"><Relationship Id="rId1" Type="http://schemas.openxmlformats.org/officeDocument/2006/relationships/image" Target="../media/image136.emf"/></Relationships>
</file>

<file path=ppt/drawings/_rels/vmlDrawing46.vml.rels><?xml version="1.0" encoding="UTF-8" standalone="yes"?>
<Relationships xmlns="http://schemas.openxmlformats.org/package/2006/relationships"><Relationship Id="rId1" Type="http://schemas.openxmlformats.org/officeDocument/2006/relationships/image" Target="../media/image137.emf"/></Relationships>
</file>

<file path=ppt/drawings/_rels/vmlDrawing47.vml.rels><?xml version="1.0" encoding="UTF-8" standalone="yes"?>
<Relationships xmlns="http://schemas.openxmlformats.org/package/2006/relationships"><Relationship Id="rId3" Type="http://schemas.openxmlformats.org/officeDocument/2006/relationships/image" Target="../media/image141.emf"/><Relationship Id="rId2" Type="http://schemas.openxmlformats.org/officeDocument/2006/relationships/image" Target="../media/image140.emf"/><Relationship Id="rId1" Type="http://schemas.openxmlformats.org/officeDocument/2006/relationships/image" Target="../media/image139.emf"/></Relationships>
</file>

<file path=ppt/drawings/_rels/vmlDrawing48.vml.rels><?xml version="1.0" encoding="UTF-8" standalone="yes"?>
<Relationships xmlns="http://schemas.openxmlformats.org/package/2006/relationships"><Relationship Id="rId7" Type="http://schemas.openxmlformats.org/officeDocument/2006/relationships/image" Target="../media/image183.wmf"/><Relationship Id="rId6" Type="http://schemas.openxmlformats.org/officeDocument/2006/relationships/image" Target="../media/image181.wmf"/><Relationship Id="rId5" Type="http://schemas.openxmlformats.org/officeDocument/2006/relationships/image" Target="../media/image180.wmf"/><Relationship Id="rId4" Type="http://schemas.openxmlformats.org/officeDocument/2006/relationships/image" Target="../media/image179.wmf"/><Relationship Id="rId3" Type="http://schemas.openxmlformats.org/officeDocument/2006/relationships/image" Target="../media/image176.wmf"/><Relationship Id="rId2" Type="http://schemas.openxmlformats.org/officeDocument/2006/relationships/image" Target="../media/image175.wmf"/><Relationship Id="rId1" Type="http://schemas.openxmlformats.org/officeDocument/2006/relationships/image" Target="../media/image174.wmf"/></Relationships>
</file>

<file path=ppt/drawings/_rels/vmlDrawing49.vml.rels><?xml version="1.0" encoding="UTF-8" standalone="yes"?>
<Relationships xmlns="http://schemas.openxmlformats.org/package/2006/relationships"><Relationship Id="rId3" Type="http://schemas.openxmlformats.org/officeDocument/2006/relationships/image" Target="../media/image192.wmf"/><Relationship Id="rId2" Type="http://schemas.openxmlformats.org/officeDocument/2006/relationships/image" Target="../media/image190.wmf"/><Relationship Id="rId1" Type="http://schemas.openxmlformats.org/officeDocument/2006/relationships/image" Target="../media/image188.wmf"/></Relationships>
</file>

<file path=ppt/drawings/_rels/vmlDrawing50.vml.rels><?xml version="1.0" encoding="UTF-8" standalone="yes"?>
<Relationships xmlns="http://schemas.openxmlformats.org/package/2006/relationships"><Relationship Id="rId1" Type="http://schemas.openxmlformats.org/officeDocument/2006/relationships/image" Target="../media/image193.emf"/></Relationships>
</file>

<file path=ppt/drawings/_rels/vmlDrawing51.vml.rels><?xml version="1.0" encoding="UTF-8" standalone="yes"?>
<Relationships xmlns="http://schemas.openxmlformats.org/package/2006/relationships"><Relationship Id="rId1" Type="http://schemas.openxmlformats.org/officeDocument/2006/relationships/image" Target="../media/image201.emf"/></Relationships>
</file>

<file path=ppt/drawings/_rels/vmlDrawing52.vml.rels><?xml version="1.0" encoding="UTF-8" standalone="yes"?>
<Relationships xmlns="http://schemas.openxmlformats.org/package/2006/relationships"><Relationship Id="rId4" Type="http://schemas.openxmlformats.org/officeDocument/2006/relationships/image" Target="../media/image206.emf"/><Relationship Id="rId3" Type="http://schemas.openxmlformats.org/officeDocument/2006/relationships/image" Target="../media/image205.emf"/><Relationship Id="rId2" Type="http://schemas.openxmlformats.org/officeDocument/2006/relationships/image" Target="../media/image204.emf"/><Relationship Id="rId1" Type="http://schemas.openxmlformats.org/officeDocument/2006/relationships/image" Target="../media/image203.emf"/></Relationships>
</file>

<file path=ppt/drawings/_rels/vmlDrawing53.vml.rels><?xml version="1.0" encoding="UTF-8" standalone="yes"?>
<Relationships xmlns="http://schemas.openxmlformats.org/package/2006/relationships"><Relationship Id="rId2" Type="http://schemas.openxmlformats.org/officeDocument/2006/relationships/image" Target="../media/image208.emf"/><Relationship Id="rId1" Type="http://schemas.openxmlformats.org/officeDocument/2006/relationships/image" Target="../media/image207.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dirty="0">
              <a:ea typeface="黑体" panose="02010609060101010101" pitchFamily="49" charset="-122"/>
              <a:cs typeface="微软雅黑" panose="020B050302020402020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ea typeface="黑体" panose="02010609060101010101" pitchFamily="49" charset="-122"/>
                <a:cs typeface="微软雅黑" panose="020B0503020204020204" charset="-122"/>
              </a:rPr>
            </a:fld>
            <a:endParaRPr lang="zh-CN" altLang="en-US" dirty="0">
              <a:ea typeface="黑体" panose="02010609060101010101" pitchFamily="49" charset="-122"/>
              <a:cs typeface="微软雅黑" panose="020B050302020402020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dirty="0">
              <a:ea typeface="黑体" panose="02010609060101010101" pitchFamily="49" charset="-122"/>
              <a:cs typeface="微软雅黑" panose="020B050302020402020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ea typeface="黑体" panose="02010609060101010101" pitchFamily="49" charset="-122"/>
                <a:cs typeface="微软雅黑" panose="020B0503020204020204" charset="-122"/>
              </a:rPr>
            </a:fld>
            <a:endParaRPr lang="zh-CN" altLang="en-US" dirty="0">
              <a:ea typeface="黑体" panose="02010609060101010101" pitchFamily="49" charset="-122"/>
              <a:cs typeface="微软雅黑" panose="020B0503020204020204" charset="-122"/>
            </a:endParaRPr>
          </a:p>
        </p:txBody>
      </p:sp>
    </p:spTree>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7T15:23:33"/>
    </inkml:context>
    <inkml:brush xml:id="br0">
      <inkml:brushProperty name="width" value="0.035" units="cm"/>
      <inkml:brushProperty name="height" value="0.035" units="cm"/>
      <inkml:brushProperty name="color" value="#ffc114"/>
    </inkml:brush>
  </inkml:definitions>
  <inkml:trace contextRef="#ctx0" brushRef="#br0">0.000 0.000 24575</inkml:trace>
</inkml:ink>
</file>

<file path=ppt/ink/ink2.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7T15:23:34"/>
    </inkml:context>
    <inkml:brush xml:id="br0">
      <inkml:brushProperty name="width" value="0.035" units="cm"/>
      <inkml:brushProperty name="height" value="0.035" units="cm"/>
      <inkml:brushProperty name="color" value="#ffc114"/>
    </inkml:brush>
  </inkml:definitions>
  <inkml:trace contextRef="#ctx0" brushRef="#br0">0.000 0.000 24575</inkml:trace>
</inkml:ink>
</file>

<file path=ppt/ink/ink3.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7T15:23:56"/>
    </inkml:context>
    <inkml:brush xml:id="br0">
      <inkml:brushProperty name="width" value="0.035" units="cm"/>
      <inkml:brushProperty name="height" value="0.035" units="cm"/>
      <inkml:brushProperty name="color" value="#ffc114"/>
    </inkml:brush>
  </inkml:definitions>
  <inkml:trace contextRef="#ctx0" brushRef="#br0">0.000 1.000 24575</inkml:trace>
</inkml:ink>
</file>

<file path=ppt/ink/ink4.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7T15:23:57"/>
    </inkml:context>
    <inkml:brush xml:id="br0">
      <inkml:brushProperty name="width" value="0.035" units="cm"/>
      <inkml:brushProperty name="height" value="0.035" units="cm"/>
      <inkml:brushProperty name="color" value="#ffc114"/>
    </inkml:brush>
  </inkml:definitions>
  <inkml:trace contextRef="#ctx0" brushRef="#br0">0.000 1.000 24575</inkml:trace>
</inkml:ink>
</file>

<file path=ppt/ink/ink5.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7T15:23:56"/>
    </inkml:context>
    <inkml:brush xml:id="br0">
      <inkml:brushProperty name="width" value="0.035" units="cm"/>
      <inkml:brushProperty name="height" value="0.035" units="cm"/>
      <inkml:brushProperty name="color" value="#ffc114"/>
    </inkml:brush>
  </inkml:definitions>
  <inkml:trace contextRef="#ctx0" brushRef="#br0">0.000 1.000 24575</inkml:trace>
</inkml:ink>
</file>

<file path=ppt/ink/ink6.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7T15:23:57"/>
    </inkml:context>
    <inkml:brush xml:id="br0">
      <inkml:brushProperty name="width" value="0.035" units="cm"/>
      <inkml:brushProperty name="height" value="0.035" units="cm"/>
      <inkml:brushProperty name="color" value="#ffc114"/>
    </inkml:brush>
  </inkml:definitions>
  <inkml:trace contextRef="#ctx0" brushRef="#br0">0.000 1.000 24575</inkml:trace>
</inkml:ink>
</file>

<file path=ppt/ink/ink7.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7T15:24:08"/>
    </inkml:context>
    <inkml:brush xml:id="br0">
      <inkml:brushProperty name="width" value="0.035" units="cm"/>
      <inkml:brushProperty name="height" value="0.035" units="cm"/>
      <inkml:brushProperty name="color" value="#ffc114"/>
    </inkml:brush>
  </inkml:definitions>
  <inkml:trace contextRef="#ctx0" brushRef="#br0">1.000 0.000 24575</inkml:trace>
</inkml:ink>
</file>

<file path=ppt/ink/ink8.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7T15:21:44"/>
    </inkml:context>
    <inkml:brush xml:id="br0">
      <inkml:brushProperty name="width" value="0.035" units="cm"/>
      <inkml:brushProperty name="height" value="0.035" units="cm"/>
      <inkml:brushProperty name="color" value="#ffc114"/>
    </inkml:brush>
  </inkml:definitions>
  <inkml:trace contextRef="#ctx0" brushRef="#br0">0.000 0.000 24575</inkml:trace>
</inkml:ink>
</file>

<file path=ppt/ink/ink9.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7T15:22:05"/>
    </inkml:context>
    <inkml:brush xml:id="br0">
      <inkml:brushProperty name="width" value="0.035" units="cm"/>
      <inkml:brushProperty name="height" value="0.035" units="cm"/>
      <inkml:brushProperty name="color" value="#ffc114"/>
    </inkml:brush>
  </inkml:definitions>
  <inkml:trace contextRef="#ctx0" brushRef="#br0">1.000 1.000 24575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ea typeface="黑体" panose="02010609060101010101" pitchFamily="49" charset="-122"/>
                <a:cs typeface="微软雅黑" panose="020B0503020204020204" charset="-122"/>
              </a:defRPr>
            </a:lvl1pPr>
          </a:lstStyle>
          <a:p>
            <a:endParaRPr lang="zh-CN" altLang="en-US" dirty="0"/>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ea typeface="黑体" panose="02010609060101010101" pitchFamily="49" charset="-122"/>
                <a:cs typeface="微软雅黑" panose="020B0503020204020204" charset="-122"/>
              </a:defRPr>
            </a:lvl1pPr>
          </a:lstStyle>
          <a:p>
            <a:fld id="{A411A3F9-CF3C-4A6B-97EF-8B9259B20FDD}" type="datetimeFigureOut">
              <a:rPr lang="zh-CN" altLang="en-US" smtClean="0"/>
            </a:fld>
            <a:endParaRPr lang="zh-CN" altLang="en-US" dirty="0"/>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ea typeface="黑体" panose="02010609060101010101" pitchFamily="49" charset="-122"/>
                <a:cs typeface="微软雅黑" panose="020B0503020204020204"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ea typeface="黑体" panose="02010609060101010101" pitchFamily="49" charset="-122"/>
                <a:cs typeface="微软雅黑" panose="020B0503020204020204" charset="-122"/>
              </a:defRPr>
            </a:lvl1pPr>
          </a:lstStyle>
          <a:p>
            <a:fld id="{DC7BF247-7C15-41E6-9D55-4B469FB4DF7D}" type="slidenum">
              <a:rPr lang="zh-CN" altLang="en-US" smtClean="0"/>
            </a:fld>
            <a:endParaRPr lang="zh-CN" alt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黑体" panose="02010609060101010101" pitchFamily="49" charset="-122"/>
        <a:cs typeface="微软雅黑" panose="020B0503020204020204" charset="-122"/>
      </a:defRPr>
    </a:lvl1pPr>
    <a:lvl2pPr marL="457200" algn="l" defTabSz="914400" rtl="0" eaLnBrk="1" latinLnBrk="0" hangingPunct="1">
      <a:defRPr sz="1200" kern="1200">
        <a:solidFill>
          <a:schemeClr val="tx1"/>
        </a:solidFill>
        <a:latin typeface="+mn-lt"/>
        <a:ea typeface="黑体" panose="02010609060101010101" pitchFamily="49" charset="-122"/>
        <a:cs typeface="微软雅黑" panose="020B0503020204020204" charset="-122"/>
      </a:defRPr>
    </a:lvl2pPr>
    <a:lvl3pPr marL="914400" algn="l" defTabSz="914400" rtl="0" eaLnBrk="1" latinLnBrk="0" hangingPunct="1">
      <a:defRPr sz="1200" kern="1200">
        <a:solidFill>
          <a:schemeClr val="tx1"/>
        </a:solidFill>
        <a:latin typeface="+mn-lt"/>
        <a:ea typeface="黑体" panose="02010609060101010101" pitchFamily="49" charset="-122"/>
        <a:cs typeface="微软雅黑" panose="020B0503020204020204" charset="-122"/>
      </a:defRPr>
    </a:lvl3pPr>
    <a:lvl4pPr marL="1371600" algn="l" defTabSz="914400" rtl="0" eaLnBrk="1" latinLnBrk="0" hangingPunct="1">
      <a:defRPr sz="1200" kern="1200">
        <a:solidFill>
          <a:schemeClr val="tx1"/>
        </a:solidFill>
        <a:latin typeface="+mn-lt"/>
        <a:ea typeface="黑体" panose="02010609060101010101" pitchFamily="49" charset="-122"/>
        <a:cs typeface="微软雅黑" panose="020B0503020204020204" charset="-122"/>
      </a:defRPr>
    </a:lvl4pPr>
    <a:lvl5pPr marL="1828800" algn="l" defTabSz="914400" rtl="0" eaLnBrk="1" latinLnBrk="0" hangingPunct="1">
      <a:defRPr sz="1200" kern="1200">
        <a:solidFill>
          <a:schemeClr val="tx1"/>
        </a:solidFill>
        <a:latin typeface="+mn-lt"/>
        <a:ea typeface="黑体" panose="02010609060101010101" pitchFamily="49" charset="-122"/>
        <a:cs typeface="微软雅黑" panose="020B0503020204020204"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4D398E3-16CD-4F8A-A268-FE366D8E7381}"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a:xfrm>
            <a:off x="381000" y="685800"/>
            <a:ext cx="6096000" cy="3429000"/>
          </a:xfrm>
        </p:spPr>
      </p:sp>
      <p:sp>
        <p:nvSpPr>
          <p:cNvPr id="49155"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4D398E3-16CD-4F8A-A268-FE366D8E7381}"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a:xfrm>
            <a:off x="381000" y="685800"/>
            <a:ext cx="6096000" cy="3429000"/>
          </a:xfrm>
        </p:spPr>
      </p:sp>
      <p:sp>
        <p:nvSpPr>
          <p:cNvPr id="49155"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a:xfrm>
            <a:off x="381000" y="685800"/>
            <a:ext cx="6096000" cy="3429000"/>
          </a:xfrm>
        </p:spPr>
      </p:sp>
      <p:sp>
        <p:nvSpPr>
          <p:cNvPr id="49155"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a:xfrm>
            <a:off x="381000" y="685800"/>
            <a:ext cx="6096000" cy="3429000"/>
          </a:xfrm>
        </p:spPr>
      </p:sp>
      <p:sp>
        <p:nvSpPr>
          <p:cNvPr id="49155"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a:xfrm>
            <a:off x="381000" y="685800"/>
            <a:ext cx="6096000" cy="3429000"/>
          </a:xfrm>
        </p:spPr>
      </p:sp>
      <p:sp>
        <p:nvSpPr>
          <p:cNvPr id="49155"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a:xfrm>
            <a:off x="381000" y="685800"/>
            <a:ext cx="6096000" cy="3429000"/>
          </a:xfrm>
        </p:spPr>
      </p:sp>
      <p:sp>
        <p:nvSpPr>
          <p:cNvPr id="49155"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a:xfrm>
            <a:off x="381000" y="685800"/>
            <a:ext cx="6096000" cy="3429000"/>
          </a:xfrm>
        </p:spPr>
      </p:sp>
      <p:sp>
        <p:nvSpPr>
          <p:cNvPr id="49155"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4D398E3-16CD-4F8A-A268-FE366D8E7381}"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a:xfrm>
            <a:off x="381000" y="685800"/>
            <a:ext cx="6096000" cy="3429000"/>
          </a:xfrm>
        </p:spPr>
      </p:sp>
      <p:sp>
        <p:nvSpPr>
          <p:cNvPr id="49155"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a:xfrm>
            <a:off x="381000" y="685800"/>
            <a:ext cx="6096000" cy="3429000"/>
          </a:xfrm>
        </p:spPr>
      </p:sp>
      <p:sp>
        <p:nvSpPr>
          <p:cNvPr id="49155"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a:xfrm>
            <a:off x="381000" y="685800"/>
            <a:ext cx="6096000" cy="3429000"/>
          </a:xfrm>
        </p:spPr>
      </p:sp>
      <p:sp>
        <p:nvSpPr>
          <p:cNvPr id="49155"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a:xfrm>
            <a:off x="381000" y="685800"/>
            <a:ext cx="6096000" cy="3429000"/>
          </a:xfrm>
        </p:spPr>
      </p:sp>
      <p:sp>
        <p:nvSpPr>
          <p:cNvPr id="49155"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a:xfrm>
            <a:off x="381000" y="685800"/>
            <a:ext cx="6096000" cy="3429000"/>
          </a:xfrm>
        </p:spPr>
      </p:sp>
      <p:sp>
        <p:nvSpPr>
          <p:cNvPr id="49155"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a:xfrm>
            <a:off x="381000" y="685800"/>
            <a:ext cx="6096000" cy="3429000"/>
          </a:xfrm>
        </p:spPr>
      </p:sp>
      <p:sp>
        <p:nvSpPr>
          <p:cNvPr id="49155"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a:xfrm>
            <a:off x="381000" y="685800"/>
            <a:ext cx="6096000" cy="3429000"/>
          </a:xfrm>
        </p:spPr>
      </p:sp>
      <p:sp>
        <p:nvSpPr>
          <p:cNvPr id="49155"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a:xfrm>
            <a:off x="381000" y="685800"/>
            <a:ext cx="6096000" cy="3429000"/>
          </a:xfrm>
        </p:spPr>
      </p:sp>
      <p:sp>
        <p:nvSpPr>
          <p:cNvPr id="49155"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a:xfrm>
            <a:off x="381000" y="685800"/>
            <a:ext cx="6096000" cy="3429000"/>
          </a:xfrm>
        </p:spPr>
      </p:sp>
      <p:sp>
        <p:nvSpPr>
          <p:cNvPr id="49155"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a:xfrm>
            <a:off x="381000" y="685800"/>
            <a:ext cx="6096000" cy="3429000"/>
          </a:xfrm>
        </p:spPr>
      </p:sp>
      <p:sp>
        <p:nvSpPr>
          <p:cNvPr id="49155"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a:xfrm>
            <a:off x="381000" y="685800"/>
            <a:ext cx="6096000" cy="3429000"/>
          </a:xfrm>
        </p:spPr>
      </p:sp>
      <p:sp>
        <p:nvSpPr>
          <p:cNvPr id="49155"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a:xfrm>
            <a:off x="381000" y="685800"/>
            <a:ext cx="6096000" cy="3429000"/>
          </a:xfrm>
        </p:spPr>
      </p:sp>
      <p:sp>
        <p:nvSpPr>
          <p:cNvPr id="49155"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a:xfrm>
            <a:off x="381000" y="685800"/>
            <a:ext cx="6096000" cy="3429000"/>
          </a:xfrm>
        </p:spPr>
      </p:sp>
      <p:sp>
        <p:nvSpPr>
          <p:cNvPr id="49155"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a:xfrm>
            <a:off x="381000" y="685800"/>
            <a:ext cx="6096000" cy="3429000"/>
          </a:xfrm>
        </p:spPr>
      </p:sp>
      <p:sp>
        <p:nvSpPr>
          <p:cNvPr id="49155"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a:xfrm>
            <a:off x="381000" y="685800"/>
            <a:ext cx="6096000" cy="3429000"/>
          </a:xfrm>
        </p:spPr>
      </p:sp>
      <p:sp>
        <p:nvSpPr>
          <p:cNvPr id="49155"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a:xfrm>
            <a:off x="381000" y="685800"/>
            <a:ext cx="6096000" cy="3429000"/>
          </a:xfrm>
        </p:spPr>
      </p:sp>
      <p:sp>
        <p:nvSpPr>
          <p:cNvPr id="49155"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a:xfrm>
            <a:off x="381000" y="685800"/>
            <a:ext cx="6096000" cy="3429000"/>
          </a:xfrm>
        </p:spPr>
      </p:sp>
      <p:sp>
        <p:nvSpPr>
          <p:cNvPr id="49155"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4D398E3-16CD-4F8A-A268-FE366D8E7381}"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a:xfrm>
            <a:off x="381000" y="685800"/>
            <a:ext cx="6096000" cy="3429000"/>
          </a:xfrm>
        </p:spPr>
      </p:sp>
      <p:sp>
        <p:nvSpPr>
          <p:cNvPr id="49155"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a:xfrm>
            <a:off x="381000" y="685800"/>
            <a:ext cx="6096000" cy="3429000"/>
          </a:xfrm>
        </p:spPr>
      </p:sp>
      <p:sp>
        <p:nvSpPr>
          <p:cNvPr id="49155"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a:xfrm>
            <a:off x="381000" y="685800"/>
            <a:ext cx="6096000" cy="3429000"/>
          </a:xfrm>
        </p:spPr>
      </p:sp>
      <p:sp>
        <p:nvSpPr>
          <p:cNvPr id="49155"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a:xfrm>
            <a:off x="381000" y="685800"/>
            <a:ext cx="6096000" cy="3429000"/>
          </a:xfrm>
        </p:spPr>
      </p:sp>
      <p:sp>
        <p:nvSpPr>
          <p:cNvPr id="49155"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a:xfrm>
            <a:off x="381000" y="685800"/>
            <a:ext cx="6096000" cy="3429000"/>
          </a:xfrm>
        </p:spPr>
      </p:sp>
      <p:sp>
        <p:nvSpPr>
          <p:cNvPr id="49155"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a:xfrm>
            <a:off x="381000" y="685800"/>
            <a:ext cx="6096000" cy="3429000"/>
          </a:xfrm>
        </p:spPr>
      </p:sp>
      <p:sp>
        <p:nvSpPr>
          <p:cNvPr id="49155"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a:xfrm>
            <a:off x="381000" y="685800"/>
            <a:ext cx="6096000" cy="3429000"/>
          </a:xfrm>
        </p:spPr>
      </p:sp>
      <p:sp>
        <p:nvSpPr>
          <p:cNvPr id="49155"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a:xfrm>
            <a:off x="381000" y="685800"/>
            <a:ext cx="6096000" cy="3429000"/>
          </a:xfrm>
        </p:spPr>
      </p:sp>
      <p:sp>
        <p:nvSpPr>
          <p:cNvPr id="49155"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a:xfrm>
            <a:off x="381000" y="685800"/>
            <a:ext cx="6096000" cy="3429000"/>
          </a:xfrm>
        </p:spPr>
      </p:sp>
      <p:sp>
        <p:nvSpPr>
          <p:cNvPr id="49155"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a:xfrm>
            <a:off x="381000" y="685800"/>
            <a:ext cx="6096000" cy="3429000"/>
          </a:xfrm>
        </p:spPr>
      </p:sp>
      <p:sp>
        <p:nvSpPr>
          <p:cNvPr id="49155"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a:xfrm>
            <a:off x="381000" y="685800"/>
            <a:ext cx="6096000" cy="3429000"/>
          </a:xfrm>
        </p:spPr>
      </p:sp>
      <p:sp>
        <p:nvSpPr>
          <p:cNvPr id="49155"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a:xfrm>
            <a:off x="381000" y="685800"/>
            <a:ext cx="6096000" cy="3429000"/>
          </a:xfrm>
        </p:spPr>
      </p:sp>
      <p:sp>
        <p:nvSpPr>
          <p:cNvPr id="49155"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4D398E3-16CD-4F8A-A268-FE366D8E7381}" type="slidenum">
              <a:rPr lang="zh-CN" altLang="en-US" smtClean="0"/>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a:xfrm>
            <a:off x="381000" y="685800"/>
            <a:ext cx="6096000" cy="3429000"/>
          </a:xfrm>
        </p:spPr>
      </p:sp>
      <p:sp>
        <p:nvSpPr>
          <p:cNvPr id="49155"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a:xfrm>
            <a:off x="381000" y="685800"/>
            <a:ext cx="6096000" cy="3429000"/>
          </a:xfrm>
        </p:spPr>
      </p:sp>
      <p:sp>
        <p:nvSpPr>
          <p:cNvPr id="49155"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a:xfrm>
            <a:off x="381000" y="685800"/>
            <a:ext cx="6096000" cy="3429000"/>
          </a:xfrm>
        </p:spPr>
      </p:sp>
      <p:sp>
        <p:nvSpPr>
          <p:cNvPr id="49155"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a:xfrm>
            <a:off x="381000" y="685800"/>
            <a:ext cx="6096000" cy="3429000"/>
          </a:xfrm>
        </p:spPr>
      </p:sp>
      <p:sp>
        <p:nvSpPr>
          <p:cNvPr id="49155"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a:xfrm>
            <a:off x="381000" y="685800"/>
            <a:ext cx="6096000" cy="3429000"/>
          </a:xfrm>
        </p:spPr>
      </p:sp>
      <p:sp>
        <p:nvSpPr>
          <p:cNvPr id="49155"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a:xfrm>
            <a:off x="381000" y="685800"/>
            <a:ext cx="6096000" cy="3429000"/>
          </a:xfrm>
        </p:spPr>
      </p:sp>
      <p:sp>
        <p:nvSpPr>
          <p:cNvPr id="49155"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a:xfrm>
            <a:off x="381000" y="685800"/>
            <a:ext cx="6096000" cy="3429000"/>
          </a:xfrm>
        </p:spPr>
      </p:sp>
      <p:sp>
        <p:nvSpPr>
          <p:cNvPr id="49155"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a:xfrm>
            <a:off x="381000" y="685800"/>
            <a:ext cx="6096000" cy="3429000"/>
          </a:xfrm>
        </p:spPr>
      </p:sp>
      <p:sp>
        <p:nvSpPr>
          <p:cNvPr id="49155"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a:xfrm>
            <a:off x="381000" y="685800"/>
            <a:ext cx="6096000" cy="3429000"/>
          </a:xfrm>
        </p:spPr>
      </p:sp>
      <p:sp>
        <p:nvSpPr>
          <p:cNvPr id="49155"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a:xfrm>
            <a:off x="381000" y="685800"/>
            <a:ext cx="6096000" cy="3429000"/>
          </a:xfrm>
        </p:spPr>
      </p:sp>
      <p:sp>
        <p:nvSpPr>
          <p:cNvPr id="49155"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a:xfrm>
            <a:off x="381000" y="685800"/>
            <a:ext cx="6096000" cy="3429000"/>
          </a:xfrm>
        </p:spPr>
      </p:sp>
      <p:sp>
        <p:nvSpPr>
          <p:cNvPr id="49155"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4D398E3-16CD-4F8A-A268-FE366D8E7381}" type="slidenum">
              <a:rPr lang="zh-CN" altLang="en-US" smtClean="0"/>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a:xfrm>
            <a:off x="381000" y="685800"/>
            <a:ext cx="6096000" cy="3429000"/>
          </a:xfrm>
        </p:spPr>
      </p:sp>
      <p:sp>
        <p:nvSpPr>
          <p:cNvPr id="49155"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a:xfrm>
            <a:off x="381000" y="685800"/>
            <a:ext cx="6096000" cy="3429000"/>
          </a:xfrm>
        </p:spPr>
      </p:sp>
      <p:sp>
        <p:nvSpPr>
          <p:cNvPr id="49155"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a:xfrm>
            <a:off x="381000" y="685800"/>
            <a:ext cx="6096000" cy="3429000"/>
          </a:xfrm>
        </p:spPr>
      </p:sp>
      <p:sp>
        <p:nvSpPr>
          <p:cNvPr id="49155"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4D398E3-16CD-4F8A-A268-FE366D8E7381}" type="slidenum">
              <a:rPr lang="zh-CN" altLang="en-US" smtClean="0"/>
            </a:fld>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a:xfrm>
            <a:off x="381000" y="685800"/>
            <a:ext cx="6096000" cy="3429000"/>
          </a:xfrm>
        </p:spPr>
      </p:sp>
      <p:sp>
        <p:nvSpPr>
          <p:cNvPr id="49155"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a:xfrm>
            <a:off x="381000" y="685800"/>
            <a:ext cx="6096000" cy="3429000"/>
          </a:xfrm>
        </p:spPr>
      </p:sp>
      <p:sp>
        <p:nvSpPr>
          <p:cNvPr id="49155"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2599E07-860F-4A41-883E-A147D4118FC9}" type="slidenum">
              <a:rPr lang="zh-CN" altLang="en-US" smtClean="0"/>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339513" y="1211580"/>
            <a:ext cx="8600440" cy="1469813"/>
          </a:xfrm>
          <a:prstGeom prst="rect">
            <a:avLst/>
          </a:prstGeom>
        </p:spPr>
        <p:txBody>
          <a:bodyPr/>
          <a:lstStyle>
            <a:lvl1pPr algn="ctr">
              <a:defRPr>
                <a:cs typeface="微软雅黑" panose="020B0503020204020204" charset="-122"/>
              </a:defRPr>
            </a:lvl1pPr>
          </a:lstStyle>
          <a:p>
            <a:r>
              <a:rPr lang="zh-CN" altLang="en-US" noProof="1"/>
              <a:t>单击此处编辑母版标题样式</a:t>
            </a:r>
            <a:endParaRPr lang="zh-CN" altLang="en-US" noProof="1"/>
          </a:p>
        </p:txBody>
      </p:sp>
      <p:sp>
        <p:nvSpPr>
          <p:cNvPr id="3" name="副标题 2"/>
          <p:cNvSpPr>
            <a:spLocks noGrp="1"/>
          </p:cNvSpPr>
          <p:nvPr>
            <p:ph type="subTitle" idx="1"/>
          </p:nvPr>
        </p:nvSpPr>
        <p:spPr>
          <a:xfrm>
            <a:off x="706120" y="2681395"/>
            <a:ext cx="7677573" cy="932180"/>
          </a:xfrm>
          <a:prstGeom prst="rect">
            <a:avLst/>
          </a:prstGeom>
        </p:spPr>
        <p:txBody>
          <a:bodyPr/>
          <a:lstStyle>
            <a:lvl1pPr marL="0" indent="0" algn="ctr">
              <a:buNone/>
              <a:defRPr>
                <a:solidFill>
                  <a:schemeClr val="bg1"/>
                </a:solidFill>
                <a:cs typeface="微软雅黑" panose="020B0503020204020204"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noProof="1"/>
              <a:t>单击此处编辑母版副标题样式</a:t>
            </a:r>
            <a:endParaRPr lang="zh-CN" altLang="en-US" noProof="1"/>
          </a:p>
        </p:txBody>
      </p:sp>
    </p:spTree>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1026" name="标题占位符 1"/>
          <p:cNvSpPr>
            <a:spLocks noGrp="1"/>
          </p:cNvSpPr>
          <p:nvPr>
            <p:ph type="title"/>
          </p:nvPr>
        </p:nvSpPr>
        <p:spPr>
          <a:xfrm>
            <a:off x="300572" y="0"/>
            <a:ext cx="10646833" cy="941917"/>
          </a:xfrm>
          <a:prstGeom prst="rect">
            <a:avLst/>
          </a:prstGeom>
          <a:noFill/>
          <a:ln w="9525">
            <a:noFill/>
          </a:ln>
        </p:spPr>
        <p:txBody>
          <a:bodyPr/>
          <a:lstStyle>
            <a:lvl1pPr>
              <a:defRPr sz="2400">
                <a:noFill/>
                <a:cs typeface="微软雅黑" panose="020B0503020204020204" charset="-122"/>
              </a:defRPr>
            </a:lvl1pPr>
          </a:lstStyle>
          <a:p>
            <a:pPr lvl="0"/>
            <a:r>
              <a:rPr lang="zh-CN" altLang="en-US" noProof="1"/>
              <a:t>单击此处编辑母版标题样式</a:t>
            </a:r>
            <a:endParaRPr lang="zh-CN" altLang="en-US" noProof="1"/>
          </a:p>
        </p:txBody>
      </p:sp>
      <p:sp>
        <p:nvSpPr>
          <p:cNvPr id="1027" name="文本占位符 2"/>
          <p:cNvSpPr>
            <a:spLocks noGrp="1"/>
          </p:cNvSpPr>
          <p:nvPr>
            <p:ph type="body" idx="13"/>
          </p:nvPr>
        </p:nvSpPr>
        <p:spPr>
          <a:xfrm>
            <a:off x="300567" y="941920"/>
            <a:ext cx="8153400" cy="5414433"/>
          </a:xfrm>
          <a:prstGeom prst="rect">
            <a:avLst/>
          </a:prstGeom>
          <a:noFill/>
          <a:ln w="9525">
            <a:noFill/>
          </a:ln>
        </p:spPr>
        <p:txBody>
          <a:bodyPr/>
          <a:lstStyle>
            <a:lvl1pPr>
              <a:defRPr sz="2400">
                <a:cs typeface="微软雅黑" panose="020B0503020204020204" charset="-122"/>
              </a:defRPr>
            </a:lvl1pPr>
            <a:lvl2pPr>
              <a:defRPr>
                <a:cs typeface="微软雅黑" panose="020B0503020204020204" charset="-122"/>
              </a:defRPr>
            </a:lvl2pPr>
            <a:lvl3pPr>
              <a:defRPr sz="2400">
                <a:cs typeface="微软雅黑" panose="020B0503020204020204" charset="-122"/>
              </a:defRPr>
            </a:lvl3pPr>
            <a:lvl4pPr>
              <a:defRPr sz="2400">
                <a:cs typeface="微软雅黑" panose="020B0503020204020204" charset="-122"/>
              </a:defRPr>
            </a:lvl4pPr>
            <a:lvl5pPr>
              <a:defRPr sz="2400">
                <a:cs typeface="微软雅黑" panose="020B0503020204020204" charset="-122"/>
              </a:defRPr>
            </a:lvl5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300567" y="0"/>
            <a:ext cx="10646833" cy="941917"/>
          </a:xfrm>
          <a:prstGeom prst="rect">
            <a:avLst/>
          </a:prstGeom>
        </p:spPr>
        <p:txBody>
          <a:bodyPr/>
          <a:lstStyle>
            <a:lvl1pPr>
              <a:defRPr sz="2400">
                <a:noFill/>
                <a:cs typeface="微软雅黑" panose="020B0503020204020204" charset="-122"/>
              </a:defRPr>
            </a:lvl1pPr>
          </a:lstStyle>
          <a:p>
            <a:r>
              <a:rPr lang="zh-CN" altLang="en-US" noProof="1"/>
              <a:t>单击此处编辑母版标题样式</a:t>
            </a:r>
            <a:endParaRPr lang="zh-CN" altLang="en-US" noProof="1"/>
          </a:p>
        </p:txBody>
      </p:sp>
    </p:spTree>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280252" y="0"/>
            <a:ext cx="10667153" cy="980440"/>
          </a:xfrm>
          <a:prstGeom prst="rect">
            <a:avLst/>
          </a:prstGeom>
        </p:spPr>
        <p:txBody>
          <a:bodyPr/>
          <a:lstStyle>
            <a:lvl1pPr>
              <a:defRPr sz="2400" b="1">
                <a:noFill/>
                <a:cs typeface="微软雅黑" panose="020B0503020204020204" charset="-122"/>
              </a:defRPr>
            </a:lvl1pPr>
          </a:lstStyle>
          <a:p>
            <a:r>
              <a:rPr lang="zh-CN" altLang="en-US" noProof="1"/>
              <a:t>单击此处编辑母版标题样式</a:t>
            </a:r>
            <a:endParaRPr lang="zh-CN" altLang="en-US" noProof="1"/>
          </a:p>
        </p:txBody>
      </p:sp>
      <p:sp>
        <p:nvSpPr>
          <p:cNvPr id="1027" name="文本占位符 2"/>
          <p:cNvSpPr>
            <a:spLocks noGrp="1"/>
          </p:cNvSpPr>
          <p:nvPr>
            <p:ph type="body" idx="13"/>
          </p:nvPr>
        </p:nvSpPr>
        <p:spPr>
          <a:xfrm>
            <a:off x="300567" y="941496"/>
            <a:ext cx="8153400" cy="5414433"/>
          </a:xfrm>
          <a:prstGeom prst="rect">
            <a:avLst/>
          </a:prstGeom>
          <a:noFill/>
          <a:ln w="9525">
            <a:noFill/>
          </a:ln>
        </p:spPr>
        <p:txBody>
          <a:bodyPr/>
          <a:lstStyle>
            <a:lvl1pPr>
              <a:defRPr sz="2400">
                <a:cs typeface="微软雅黑" panose="020B0503020204020204" charset="-122"/>
              </a:defRPr>
            </a:lvl1pPr>
            <a:lvl2pPr>
              <a:defRPr>
                <a:cs typeface="微软雅黑" panose="020B0503020204020204" charset="-122"/>
              </a:defRPr>
            </a:lvl2pPr>
            <a:lvl3pPr>
              <a:defRPr sz="2400">
                <a:cs typeface="微软雅黑" panose="020B0503020204020204" charset="-122"/>
              </a:defRPr>
            </a:lvl3pPr>
            <a:lvl4pPr marL="1371600" indent="0">
              <a:buNone/>
              <a:defRPr>
                <a:cs typeface="微软雅黑" panose="020B0503020204020204" charset="-122"/>
              </a:defRPr>
            </a:lvl4pPr>
            <a:lvl5pPr>
              <a:defRPr>
                <a:cs typeface="微软雅黑" panose="020B0503020204020204" charset="-122"/>
              </a:defRPr>
            </a:lvl5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endParaRPr lang="zh-CN" altLang="en-US" noProof="1"/>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1_空白">
    <p:spTree>
      <p:nvGrpSpPr>
        <p:cNvPr id="1" name=""/>
        <p:cNvGrpSpPr/>
        <p:nvPr/>
      </p:nvGrpSpPr>
      <p:grpSpPr>
        <a:xfrm>
          <a:off x="0" y="0"/>
          <a:ext cx="0" cy="0"/>
          <a:chOff x="0" y="0"/>
          <a:chExt cx="0" cy="0"/>
        </a:xfrm>
      </p:grpSpPr>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1117600" y="365125"/>
            <a:ext cx="14020800" cy="1325563"/>
          </a:xfrm>
        </p:spPr>
        <p:txBody>
          <a:bodyPr/>
          <a:lstStyle>
            <a:lvl1pPr>
              <a:defRPr sz="2400">
                <a:cs typeface="微软雅黑" panose="020B0503020204020204" charset="-122"/>
              </a:defRPr>
            </a:lvl1pPr>
          </a:lstStyle>
          <a:p>
            <a:r>
              <a:rPr lang="zh-CN" altLang="en-US"/>
              <a:t>单击此处编辑母版标题样式</a:t>
            </a:r>
            <a:endParaRPr lang="zh-CN" altLang="en-US"/>
          </a:p>
        </p:txBody>
      </p:sp>
      <p:sp>
        <p:nvSpPr>
          <p:cNvPr id="3" name="日期占位符 2"/>
          <p:cNvSpPr>
            <a:spLocks noGrp="1"/>
          </p:cNvSpPr>
          <p:nvPr>
            <p:ph type="dt" sz="half" idx="10"/>
          </p:nvPr>
        </p:nvSpPr>
        <p:spPr>
          <a:xfrm>
            <a:off x="1117600" y="6356350"/>
            <a:ext cx="3657600" cy="365125"/>
          </a:xfrm>
        </p:spPr>
        <p:txBody>
          <a:bodyPr/>
          <a:lstStyle>
            <a:lvl1pPr>
              <a:defRPr>
                <a:cs typeface="微软雅黑" panose="020B0503020204020204" charset="-122"/>
              </a:defRPr>
            </a:lvl1pPr>
          </a:lstStyle>
          <a:p>
            <a:endParaRPr lang="zh-CN" altLang="en-US"/>
          </a:p>
        </p:txBody>
      </p:sp>
      <p:sp>
        <p:nvSpPr>
          <p:cNvPr id="4" name="页脚占位符 3"/>
          <p:cNvSpPr>
            <a:spLocks noGrp="1"/>
          </p:cNvSpPr>
          <p:nvPr>
            <p:ph type="ftr" sz="quarter" idx="11"/>
          </p:nvPr>
        </p:nvSpPr>
        <p:spPr>
          <a:xfrm>
            <a:off x="5384800" y="6356350"/>
            <a:ext cx="5486400" cy="365125"/>
          </a:xfrm>
        </p:spPr>
        <p:txBody>
          <a:bodyPr/>
          <a:lstStyle>
            <a:lvl1pPr>
              <a:defRPr>
                <a:cs typeface="微软雅黑" panose="020B0503020204020204" charset="-122"/>
              </a:defRPr>
            </a:lvl1pPr>
          </a:lstStyle>
          <a:p>
            <a:endParaRPr lang="zh-CN" altLang="en-US"/>
          </a:p>
        </p:txBody>
      </p:sp>
      <p:sp>
        <p:nvSpPr>
          <p:cNvPr id="5" name="灯片编号占位符 4"/>
          <p:cNvSpPr>
            <a:spLocks noGrp="1"/>
          </p:cNvSpPr>
          <p:nvPr>
            <p:ph type="sldNum" sz="quarter" idx="12"/>
          </p:nvPr>
        </p:nvSpPr>
        <p:spPr>
          <a:xfrm>
            <a:off x="11480800" y="6356350"/>
            <a:ext cx="3657600" cy="365125"/>
          </a:xfrm>
        </p:spPr>
        <p:txBody>
          <a:bodyPr/>
          <a:lstStyle>
            <a:lvl1pPr>
              <a:defRPr>
                <a:cs typeface="微软雅黑" panose="020B0503020204020204" charset="-122"/>
              </a:defRPr>
            </a:lvl1pPr>
          </a:lstStyle>
          <a:p>
            <a:fld id="{E077DA78-E013-4A8C-AD75-63A150561B10}"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1117600" y="365125"/>
            <a:ext cx="14020800" cy="1325563"/>
          </a:xfrm>
        </p:spPr>
        <p:txBody>
          <a:bodyPr/>
          <a:lstStyle>
            <a:lvl1pPr>
              <a:defRPr sz="2400">
                <a:noFill/>
                <a:cs typeface="微软雅黑" panose="020B0503020204020204" charset="-122"/>
              </a:defRPr>
            </a:lvl1pPr>
          </a:lstStyle>
          <a:p>
            <a:r>
              <a:rPr lang="zh-CN" altLang="en-US"/>
              <a:t>单击此处编辑母版标题样式</a:t>
            </a:r>
            <a:endParaRPr lang="zh-CN" altLang="en-US"/>
          </a:p>
        </p:txBody>
      </p:sp>
      <p:sp>
        <p:nvSpPr>
          <p:cNvPr id="4" name="页脚占位符 3"/>
          <p:cNvSpPr>
            <a:spLocks noGrp="1"/>
          </p:cNvSpPr>
          <p:nvPr>
            <p:ph type="ftr" sz="quarter" idx="11"/>
          </p:nvPr>
        </p:nvSpPr>
        <p:spPr>
          <a:xfrm>
            <a:off x="5384800" y="6356350"/>
            <a:ext cx="5486400" cy="365125"/>
          </a:xfrm>
        </p:spPr>
        <p:txBody>
          <a:bodyPr/>
          <a:lstStyle>
            <a:lvl1pPr>
              <a:defRPr>
                <a:cs typeface="微软雅黑" panose="020B0503020204020204" charset="-122"/>
              </a:defRPr>
            </a:lvl1pPr>
          </a:lstStyle>
          <a:p>
            <a:endParaRPr lang="zh-CN" altLang="en-US"/>
          </a:p>
        </p:txBody>
      </p:sp>
      <p:sp>
        <p:nvSpPr>
          <p:cNvPr id="5" name="灯片编号占位符 4"/>
          <p:cNvSpPr>
            <a:spLocks noGrp="1"/>
          </p:cNvSpPr>
          <p:nvPr>
            <p:ph type="sldNum" sz="quarter" idx="12"/>
          </p:nvPr>
        </p:nvSpPr>
        <p:spPr>
          <a:xfrm>
            <a:off x="11480800" y="6356350"/>
            <a:ext cx="3657600" cy="365125"/>
          </a:xfrm>
        </p:spPr>
        <p:txBody>
          <a:bodyPr/>
          <a:lstStyle>
            <a:lvl1pPr>
              <a:defRPr>
                <a:cs typeface="微软雅黑" panose="020B0503020204020204" charset="-122"/>
              </a:defRPr>
            </a:lvl1pPr>
          </a:lstStyle>
          <a:p>
            <a:fld id="{E077DA78-E013-4A8C-AD75-63A150561B10}"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4" y="275083"/>
            <a:ext cx="10972800" cy="1142647"/>
          </a:xfrm>
          <a:prstGeom prst="rect">
            <a:avLst/>
          </a:prstGeom>
        </p:spPr>
        <p:txBody>
          <a:bodyPr lIns="112800" tIns="56400" rIns="112800" bIns="56400"/>
          <a:lstStyle/>
          <a:p>
            <a:r>
              <a:rPr lang="zh-CN" altLang="en-US"/>
              <a:t>单击此处编辑母版标题样式</a:t>
            </a:r>
            <a:endParaRPr lang="zh-CN" altLang="en-US"/>
          </a:p>
        </p:txBody>
      </p:sp>
      <p:sp>
        <p:nvSpPr>
          <p:cNvPr id="3" name="内容占位符 2"/>
          <p:cNvSpPr>
            <a:spLocks noGrp="1"/>
          </p:cNvSpPr>
          <p:nvPr>
            <p:ph idx="1"/>
          </p:nvPr>
        </p:nvSpPr>
        <p:spPr>
          <a:xfrm>
            <a:off x="609604" y="1599716"/>
            <a:ext cx="10972800" cy="4526153"/>
          </a:xfrm>
          <a:prstGeom prst="rect">
            <a:avLst/>
          </a:prstGeom>
        </p:spPr>
        <p:txBody>
          <a:bodyPr lIns="112800" tIns="56400" rIns="112800" bIns="5640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spd="slow">
    <p:pull/>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3_自定义版式">
    <p:spTree>
      <p:nvGrpSpPr>
        <p:cNvPr id="1" name=""/>
        <p:cNvGrpSpPr/>
        <p:nvPr/>
      </p:nvGrpSpPr>
      <p:grpSpPr>
        <a:xfrm>
          <a:off x="0" y="0"/>
          <a:ext cx="0" cy="0"/>
          <a:chOff x="0" y="0"/>
          <a:chExt cx="0" cy="0"/>
        </a:xfrm>
      </p:grpSpPr>
      <p:sp>
        <p:nvSpPr>
          <p:cNvPr id="9" name="图片占位符 8"/>
          <p:cNvSpPr>
            <a:spLocks noGrp="1"/>
          </p:cNvSpPr>
          <p:nvPr>
            <p:ph type="pic" sz="quarter" idx="10"/>
          </p:nvPr>
        </p:nvSpPr>
        <p:spPr>
          <a:xfrm>
            <a:off x="0" y="0"/>
            <a:ext cx="5279257" cy="5530032"/>
          </a:xfrm>
          <a:custGeom>
            <a:avLst/>
            <a:gdLst>
              <a:gd name="connsiteX0" fmla="*/ 0 w 5279257"/>
              <a:gd name="connsiteY0" fmla="*/ 0 h 5530032"/>
              <a:gd name="connsiteX1" fmla="*/ 3641372 w 5279257"/>
              <a:gd name="connsiteY1" fmla="*/ 0 h 5530032"/>
              <a:gd name="connsiteX2" fmla="*/ 5010556 w 5279257"/>
              <a:gd name="connsiteY2" fmla="*/ 1369184 h 5530032"/>
              <a:gd name="connsiteX3" fmla="*/ 5010556 w 5279257"/>
              <a:gd name="connsiteY3" fmla="*/ 2666592 h 5530032"/>
              <a:gd name="connsiteX4" fmla="*/ 2415817 w 5279257"/>
              <a:gd name="connsiteY4" fmla="*/ 5261331 h 5530032"/>
              <a:gd name="connsiteX5" fmla="*/ 1118409 w 5279257"/>
              <a:gd name="connsiteY5" fmla="*/ 5261331 h 5530032"/>
              <a:gd name="connsiteX6" fmla="*/ 1 w 5279257"/>
              <a:gd name="connsiteY6" fmla="*/ 4142923 h 5530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79257" h="5530032">
                <a:moveTo>
                  <a:pt x="0" y="0"/>
                </a:moveTo>
                <a:lnTo>
                  <a:pt x="3641372" y="0"/>
                </a:lnTo>
                <a:lnTo>
                  <a:pt x="5010556" y="1369184"/>
                </a:lnTo>
                <a:cubicBezTo>
                  <a:pt x="5368825" y="1727453"/>
                  <a:pt x="5368825" y="2308323"/>
                  <a:pt x="5010556" y="2666592"/>
                </a:cubicBezTo>
                <a:lnTo>
                  <a:pt x="2415817" y="5261331"/>
                </a:lnTo>
                <a:cubicBezTo>
                  <a:pt x="2057548" y="5619600"/>
                  <a:pt x="1476678" y="5619600"/>
                  <a:pt x="1118409" y="5261331"/>
                </a:cubicBezTo>
                <a:lnTo>
                  <a:pt x="1" y="4142923"/>
                </a:lnTo>
                <a:close/>
              </a:path>
            </a:pathLst>
          </a:custGeom>
        </p:spPr>
        <p:txBody>
          <a:bodyPr wrap="square">
            <a:noAutofit/>
          </a:bodyPr>
          <a:lstStyle/>
          <a:p>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4_自定义版式">
    <p:spTree>
      <p:nvGrpSpPr>
        <p:cNvPr id="1" name=""/>
        <p:cNvGrpSpPr/>
        <p:nvPr/>
      </p:nvGrpSpPr>
      <p:grpSpPr>
        <a:xfrm>
          <a:off x="0" y="0"/>
          <a:ext cx="0" cy="0"/>
          <a:chOff x="0" y="0"/>
          <a:chExt cx="0" cy="0"/>
        </a:xfrm>
      </p:grpSpPr>
      <p:sp>
        <p:nvSpPr>
          <p:cNvPr id="10" name="图片占位符 9"/>
          <p:cNvSpPr>
            <a:spLocks noGrp="1"/>
          </p:cNvSpPr>
          <p:nvPr>
            <p:ph type="pic" sz="quarter" idx="10"/>
          </p:nvPr>
        </p:nvSpPr>
        <p:spPr>
          <a:xfrm>
            <a:off x="0" y="1"/>
            <a:ext cx="5778474" cy="5747783"/>
          </a:xfrm>
          <a:custGeom>
            <a:avLst/>
            <a:gdLst>
              <a:gd name="connsiteX0" fmla="*/ 2119001 w 5778474"/>
              <a:gd name="connsiteY0" fmla="*/ 3618970 h 5747783"/>
              <a:gd name="connsiteX1" fmla="*/ 2315600 w 5778474"/>
              <a:gd name="connsiteY1" fmla="*/ 3700404 h 5747783"/>
              <a:gd name="connsiteX2" fmla="*/ 3101974 w 5778474"/>
              <a:gd name="connsiteY2" fmla="*/ 4486778 h 5747783"/>
              <a:gd name="connsiteX3" fmla="*/ 3101974 w 5778474"/>
              <a:gd name="connsiteY3" fmla="*/ 4879976 h 5747783"/>
              <a:gd name="connsiteX4" fmla="*/ 2315600 w 5778474"/>
              <a:gd name="connsiteY4" fmla="*/ 5666350 h 5747783"/>
              <a:gd name="connsiteX5" fmla="*/ 1922402 w 5778474"/>
              <a:gd name="connsiteY5" fmla="*/ 5666350 h 5747783"/>
              <a:gd name="connsiteX6" fmla="*/ 1136028 w 5778474"/>
              <a:gd name="connsiteY6" fmla="*/ 4879976 h 5747783"/>
              <a:gd name="connsiteX7" fmla="*/ 1136028 w 5778474"/>
              <a:gd name="connsiteY7" fmla="*/ 4486778 h 5747783"/>
              <a:gd name="connsiteX8" fmla="*/ 1922402 w 5778474"/>
              <a:gd name="connsiteY8" fmla="*/ 3700404 h 5747783"/>
              <a:gd name="connsiteX9" fmla="*/ 2119001 w 5778474"/>
              <a:gd name="connsiteY9" fmla="*/ 3618970 h 5747783"/>
              <a:gd name="connsiteX10" fmla="*/ 821473 w 5778474"/>
              <a:gd name="connsiteY10" fmla="*/ 2321442 h 5747783"/>
              <a:gd name="connsiteX11" fmla="*/ 1018072 w 5778474"/>
              <a:gd name="connsiteY11" fmla="*/ 2402876 h 5747783"/>
              <a:gd name="connsiteX12" fmla="*/ 1804446 w 5778474"/>
              <a:gd name="connsiteY12" fmla="*/ 3189250 h 5747783"/>
              <a:gd name="connsiteX13" fmla="*/ 1804446 w 5778474"/>
              <a:gd name="connsiteY13" fmla="*/ 3582448 h 5747783"/>
              <a:gd name="connsiteX14" fmla="*/ 1018072 w 5778474"/>
              <a:gd name="connsiteY14" fmla="*/ 4368823 h 5747783"/>
              <a:gd name="connsiteX15" fmla="*/ 624874 w 5778474"/>
              <a:gd name="connsiteY15" fmla="*/ 4368823 h 5747783"/>
              <a:gd name="connsiteX16" fmla="*/ 0 w 5778474"/>
              <a:gd name="connsiteY16" fmla="*/ 3743949 h 5747783"/>
              <a:gd name="connsiteX17" fmla="*/ 0 w 5778474"/>
              <a:gd name="connsiteY17" fmla="*/ 3027750 h 5747783"/>
              <a:gd name="connsiteX18" fmla="*/ 624874 w 5778474"/>
              <a:gd name="connsiteY18" fmla="*/ 2402876 h 5747783"/>
              <a:gd name="connsiteX19" fmla="*/ 821473 w 5778474"/>
              <a:gd name="connsiteY19" fmla="*/ 2321442 h 5747783"/>
              <a:gd name="connsiteX20" fmla="*/ 3416534 w 5778474"/>
              <a:gd name="connsiteY20" fmla="*/ 2321437 h 5747783"/>
              <a:gd name="connsiteX21" fmla="*/ 3613133 w 5778474"/>
              <a:gd name="connsiteY21" fmla="*/ 2402870 h 5747783"/>
              <a:gd name="connsiteX22" fmla="*/ 4399507 w 5778474"/>
              <a:gd name="connsiteY22" fmla="*/ 3189245 h 5747783"/>
              <a:gd name="connsiteX23" fmla="*/ 4399507 w 5778474"/>
              <a:gd name="connsiteY23" fmla="*/ 3582443 h 5747783"/>
              <a:gd name="connsiteX24" fmla="*/ 3613133 w 5778474"/>
              <a:gd name="connsiteY24" fmla="*/ 4368817 h 5747783"/>
              <a:gd name="connsiteX25" fmla="*/ 3219935 w 5778474"/>
              <a:gd name="connsiteY25" fmla="*/ 4368817 h 5747783"/>
              <a:gd name="connsiteX26" fmla="*/ 2433561 w 5778474"/>
              <a:gd name="connsiteY26" fmla="*/ 3582443 h 5747783"/>
              <a:gd name="connsiteX27" fmla="*/ 2433561 w 5778474"/>
              <a:gd name="connsiteY27" fmla="*/ 3189245 h 5747783"/>
              <a:gd name="connsiteX28" fmla="*/ 3219935 w 5778474"/>
              <a:gd name="connsiteY28" fmla="*/ 2402870 h 5747783"/>
              <a:gd name="connsiteX29" fmla="*/ 3416534 w 5778474"/>
              <a:gd name="connsiteY29" fmla="*/ 2321437 h 5747783"/>
              <a:gd name="connsiteX30" fmla="*/ 0 w 5778474"/>
              <a:gd name="connsiteY30" fmla="*/ 1384804 h 5747783"/>
              <a:gd name="connsiteX31" fmla="*/ 506920 w 5778474"/>
              <a:gd name="connsiteY31" fmla="*/ 1891724 h 5747783"/>
              <a:gd name="connsiteX32" fmla="*/ 506919 w 5778474"/>
              <a:gd name="connsiteY32" fmla="*/ 2284921 h 5747783"/>
              <a:gd name="connsiteX33" fmla="*/ 0 w 5778474"/>
              <a:gd name="connsiteY33" fmla="*/ 2791839 h 5747783"/>
              <a:gd name="connsiteX34" fmla="*/ 2119006 w 5778474"/>
              <a:gd name="connsiteY34" fmla="*/ 1023909 h 5747783"/>
              <a:gd name="connsiteX35" fmla="*/ 2315606 w 5778474"/>
              <a:gd name="connsiteY35" fmla="*/ 1105343 h 5747783"/>
              <a:gd name="connsiteX36" fmla="*/ 3101980 w 5778474"/>
              <a:gd name="connsiteY36" fmla="*/ 1891717 h 5747783"/>
              <a:gd name="connsiteX37" fmla="*/ 3101980 w 5778474"/>
              <a:gd name="connsiteY37" fmla="*/ 2284914 h 5747783"/>
              <a:gd name="connsiteX38" fmla="*/ 2315606 w 5778474"/>
              <a:gd name="connsiteY38" fmla="*/ 3071289 h 5747783"/>
              <a:gd name="connsiteX39" fmla="*/ 1922408 w 5778474"/>
              <a:gd name="connsiteY39" fmla="*/ 3071289 h 5747783"/>
              <a:gd name="connsiteX40" fmla="*/ 1136034 w 5778474"/>
              <a:gd name="connsiteY40" fmla="*/ 2284914 h 5747783"/>
              <a:gd name="connsiteX41" fmla="*/ 1136034 w 5778474"/>
              <a:gd name="connsiteY41" fmla="*/ 1891716 h 5747783"/>
              <a:gd name="connsiteX42" fmla="*/ 1922408 w 5778474"/>
              <a:gd name="connsiteY42" fmla="*/ 1105342 h 5747783"/>
              <a:gd name="connsiteX43" fmla="*/ 2119006 w 5778474"/>
              <a:gd name="connsiteY43" fmla="*/ 1023909 h 5747783"/>
              <a:gd name="connsiteX44" fmla="*/ 4714068 w 5778474"/>
              <a:gd name="connsiteY44" fmla="*/ 1023903 h 5747783"/>
              <a:gd name="connsiteX45" fmla="*/ 4910667 w 5778474"/>
              <a:gd name="connsiteY45" fmla="*/ 1105337 h 5747783"/>
              <a:gd name="connsiteX46" fmla="*/ 5697041 w 5778474"/>
              <a:gd name="connsiteY46" fmla="*/ 1891711 h 5747783"/>
              <a:gd name="connsiteX47" fmla="*/ 5697041 w 5778474"/>
              <a:gd name="connsiteY47" fmla="*/ 2284909 h 5747783"/>
              <a:gd name="connsiteX48" fmla="*/ 4910667 w 5778474"/>
              <a:gd name="connsiteY48" fmla="*/ 3071283 h 5747783"/>
              <a:gd name="connsiteX49" fmla="*/ 4517469 w 5778474"/>
              <a:gd name="connsiteY49" fmla="*/ 3071283 h 5747783"/>
              <a:gd name="connsiteX50" fmla="*/ 3731095 w 5778474"/>
              <a:gd name="connsiteY50" fmla="*/ 2284909 h 5747783"/>
              <a:gd name="connsiteX51" fmla="*/ 3731095 w 5778474"/>
              <a:gd name="connsiteY51" fmla="*/ 1891711 h 5747783"/>
              <a:gd name="connsiteX52" fmla="*/ 4517469 w 5778474"/>
              <a:gd name="connsiteY52" fmla="*/ 1105337 h 5747783"/>
              <a:gd name="connsiteX53" fmla="*/ 4714068 w 5778474"/>
              <a:gd name="connsiteY53" fmla="*/ 1023903 h 5747783"/>
              <a:gd name="connsiteX54" fmla="*/ 3027750 w 5778474"/>
              <a:gd name="connsiteY54" fmla="*/ 0 h 5747783"/>
              <a:gd name="connsiteX55" fmla="*/ 3805329 w 5778474"/>
              <a:gd name="connsiteY55" fmla="*/ 0 h 5747783"/>
              <a:gd name="connsiteX56" fmla="*/ 4399513 w 5778474"/>
              <a:gd name="connsiteY56" fmla="*/ 594184 h 5747783"/>
              <a:gd name="connsiteX57" fmla="*/ 4399513 w 5778474"/>
              <a:gd name="connsiteY57" fmla="*/ 987382 h 5747783"/>
              <a:gd name="connsiteX58" fmla="*/ 3613139 w 5778474"/>
              <a:gd name="connsiteY58" fmla="*/ 1773756 h 5747783"/>
              <a:gd name="connsiteX59" fmla="*/ 3219941 w 5778474"/>
              <a:gd name="connsiteY59" fmla="*/ 1773756 h 5747783"/>
              <a:gd name="connsiteX60" fmla="*/ 2433567 w 5778474"/>
              <a:gd name="connsiteY60" fmla="*/ 987382 h 5747783"/>
              <a:gd name="connsiteX61" fmla="*/ 2433567 w 5778474"/>
              <a:gd name="connsiteY61" fmla="*/ 594184 h 5747783"/>
              <a:gd name="connsiteX62" fmla="*/ 2791841 w 5778474"/>
              <a:gd name="connsiteY62" fmla="*/ 0 h 5747783"/>
              <a:gd name="connsiteX63" fmla="*/ 2315612 w 5778474"/>
              <a:gd name="connsiteY63" fmla="*/ 476229 h 5747783"/>
              <a:gd name="connsiteX64" fmla="*/ 1922415 w 5778474"/>
              <a:gd name="connsiteY64" fmla="*/ 476230 h 5747783"/>
              <a:gd name="connsiteX65" fmla="*/ 1446185 w 5778474"/>
              <a:gd name="connsiteY65" fmla="*/ 1 h 5747783"/>
              <a:gd name="connsiteX66" fmla="*/ 432697 w 5778474"/>
              <a:gd name="connsiteY66" fmla="*/ 0 h 5747783"/>
              <a:gd name="connsiteX67" fmla="*/ 1210263 w 5778474"/>
              <a:gd name="connsiteY67" fmla="*/ 0 h 5747783"/>
              <a:gd name="connsiteX68" fmla="*/ 1804453 w 5778474"/>
              <a:gd name="connsiteY68" fmla="*/ 594190 h 5747783"/>
              <a:gd name="connsiteX69" fmla="*/ 1804453 w 5778474"/>
              <a:gd name="connsiteY69" fmla="*/ 987388 h 5747783"/>
              <a:gd name="connsiteX70" fmla="*/ 1018079 w 5778474"/>
              <a:gd name="connsiteY70" fmla="*/ 1773762 h 5747783"/>
              <a:gd name="connsiteX71" fmla="*/ 624881 w 5778474"/>
              <a:gd name="connsiteY71" fmla="*/ 1773762 h 5747783"/>
              <a:gd name="connsiteX72" fmla="*/ 0 w 5778474"/>
              <a:gd name="connsiteY72" fmla="*/ 1148882 h 5747783"/>
              <a:gd name="connsiteX73" fmla="*/ 0 w 5778474"/>
              <a:gd name="connsiteY73" fmla="*/ 432696 h 57477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5778474" h="5747783">
                <a:moveTo>
                  <a:pt x="2119001" y="3618970"/>
                </a:moveTo>
                <a:cubicBezTo>
                  <a:pt x="2190156" y="3618970"/>
                  <a:pt x="2261310" y="3646114"/>
                  <a:pt x="2315600" y="3700404"/>
                </a:cubicBezTo>
                <a:lnTo>
                  <a:pt x="3101974" y="4486778"/>
                </a:lnTo>
                <a:cubicBezTo>
                  <a:pt x="3210552" y="4595356"/>
                  <a:pt x="3210552" y="4771398"/>
                  <a:pt x="3101974" y="4879976"/>
                </a:cubicBezTo>
                <a:lnTo>
                  <a:pt x="2315600" y="5666350"/>
                </a:lnTo>
                <a:cubicBezTo>
                  <a:pt x="2207022" y="5774928"/>
                  <a:pt x="2030980" y="5774928"/>
                  <a:pt x="1922402" y="5666350"/>
                </a:cubicBezTo>
                <a:lnTo>
                  <a:pt x="1136028" y="4879976"/>
                </a:lnTo>
                <a:cubicBezTo>
                  <a:pt x="1027449" y="4771398"/>
                  <a:pt x="1027449" y="4595356"/>
                  <a:pt x="1136028" y="4486778"/>
                </a:cubicBezTo>
                <a:lnTo>
                  <a:pt x="1922402" y="3700404"/>
                </a:lnTo>
                <a:cubicBezTo>
                  <a:pt x="1976691" y="3646114"/>
                  <a:pt x="2047846" y="3618970"/>
                  <a:pt x="2119001" y="3618970"/>
                </a:cubicBezTo>
                <a:close/>
                <a:moveTo>
                  <a:pt x="821473" y="2321442"/>
                </a:moveTo>
                <a:cubicBezTo>
                  <a:pt x="892629" y="2321443"/>
                  <a:pt x="963784" y="2348587"/>
                  <a:pt x="1018072" y="2402876"/>
                </a:cubicBezTo>
                <a:lnTo>
                  <a:pt x="1804446" y="3189250"/>
                </a:lnTo>
                <a:cubicBezTo>
                  <a:pt x="1913025" y="3297829"/>
                  <a:pt x="1913025" y="3473870"/>
                  <a:pt x="1804446" y="3582448"/>
                </a:cubicBezTo>
                <a:lnTo>
                  <a:pt x="1018072" y="4368823"/>
                </a:lnTo>
                <a:cubicBezTo>
                  <a:pt x="909494" y="4477401"/>
                  <a:pt x="733453" y="4477401"/>
                  <a:pt x="624874" y="4368823"/>
                </a:cubicBezTo>
                <a:lnTo>
                  <a:pt x="0" y="3743949"/>
                </a:lnTo>
                <a:lnTo>
                  <a:pt x="0" y="3027750"/>
                </a:lnTo>
                <a:lnTo>
                  <a:pt x="624874" y="2402876"/>
                </a:lnTo>
                <a:cubicBezTo>
                  <a:pt x="679163" y="2348587"/>
                  <a:pt x="750318" y="2321443"/>
                  <a:pt x="821473" y="2321442"/>
                </a:cubicBezTo>
                <a:close/>
                <a:moveTo>
                  <a:pt x="3416534" y="2321437"/>
                </a:moveTo>
                <a:cubicBezTo>
                  <a:pt x="3487689" y="2321437"/>
                  <a:pt x="3558844" y="2348582"/>
                  <a:pt x="3613133" y="2402870"/>
                </a:cubicBezTo>
                <a:lnTo>
                  <a:pt x="4399507" y="3189245"/>
                </a:lnTo>
                <a:cubicBezTo>
                  <a:pt x="4508086" y="3297822"/>
                  <a:pt x="4508086" y="3473865"/>
                  <a:pt x="4399507" y="3582443"/>
                </a:cubicBezTo>
                <a:lnTo>
                  <a:pt x="3613133" y="4368817"/>
                </a:lnTo>
                <a:cubicBezTo>
                  <a:pt x="3504555" y="4477395"/>
                  <a:pt x="3328513" y="4477395"/>
                  <a:pt x="3219935" y="4368817"/>
                </a:cubicBezTo>
                <a:lnTo>
                  <a:pt x="2433561" y="3582443"/>
                </a:lnTo>
                <a:cubicBezTo>
                  <a:pt x="2324983" y="3473864"/>
                  <a:pt x="2324983" y="3297823"/>
                  <a:pt x="2433561" y="3189245"/>
                </a:cubicBezTo>
                <a:lnTo>
                  <a:pt x="3219935" y="2402870"/>
                </a:lnTo>
                <a:cubicBezTo>
                  <a:pt x="3274224" y="2348582"/>
                  <a:pt x="3345379" y="2321437"/>
                  <a:pt x="3416534" y="2321437"/>
                </a:cubicBezTo>
                <a:close/>
                <a:moveTo>
                  <a:pt x="0" y="1384804"/>
                </a:moveTo>
                <a:lnTo>
                  <a:pt x="506920" y="1891724"/>
                </a:lnTo>
                <a:cubicBezTo>
                  <a:pt x="615498" y="2000302"/>
                  <a:pt x="615497" y="2176342"/>
                  <a:pt x="506919" y="2284921"/>
                </a:cubicBezTo>
                <a:lnTo>
                  <a:pt x="0" y="2791839"/>
                </a:lnTo>
                <a:close/>
                <a:moveTo>
                  <a:pt x="2119006" y="1023909"/>
                </a:moveTo>
                <a:cubicBezTo>
                  <a:pt x="2190162" y="1023908"/>
                  <a:pt x="2261317" y="1051054"/>
                  <a:pt x="2315606" y="1105343"/>
                </a:cubicBezTo>
                <a:lnTo>
                  <a:pt x="3101980" y="1891717"/>
                </a:lnTo>
                <a:cubicBezTo>
                  <a:pt x="3210558" y="2000296"/>
                  <a:pt x="3210558" y="2176337"/>
                  <a:pt x="3101980" y="2284914"/>
                </a:cubicBezTo>
                <a:lnTo>
                  <a:pt x="2315606" y="3071289"/>
                </a:lnTo>
                <a:cubicBezTo>
                  <a:pt x="2207028" y="3179867"/>
                  <a:pt x="2030987" y="3179867"/>
                  <a:pt x="1922408" y="3071289"/>
                </a:cubicBezTo>
                <a:lnTo>
                  <a:pt x="1136034" y="2284914"/>
                </a:lnTo>
                <a:cubicBezTo>
                  <a:pt x="1027455" y="2176337"/>
                  <a:pt x="1027455" y="2000296"/>
                  <a:pt x="1136034" y="1891716"/>
                </a:cubicBezTo>
                <a:lnTo>
                  <a:pt x="1922408" y="1105342"/>
                </a:lnTo>
                <a:cubicBezTo>
                  <a:pt x="1976697" y="1051053"/>
                  <a:pt x="2047852" y="1023909"/>
                  <a:pt x="2119006" y="1023909"/>
                </a:cubicBezTo>
                <a:close/>
                <a:moveTo>
                  <a:pt x="4714068" y="1023903"/>
                </a:moveTo>
                <a:cubicBezTo>
                  <a:pt x="4785223" y="1023903"/>
                  <a:pt x="4856377" y="1051048"/>
                  <a:pt x="4910667" y="1105337"/>
                </a:cubicBezTo>
                <a:lnTo>
                  <a:pt x="5697041" y="1891711"/>
                </a:lnTo>
                <a:cubicBezTo>
                  <a:pt x="5805619" y="2000289"/>
                  <a:pt x="5805619" y="2176331"/>
                  <a:pt x="5697041" y="2284909"/>
                </a:cubicBezTo>
                <a:lnTo>
                  <a:pt x="4910667" y="3071283"/>
                </a:lnTo>
                <a:cubicBezTo>
                  <a:pt x="4802089" y="3179862"/>
                  <a:pt x="4626047" y="3179861"/>
                  <a:pt x="4517469" y="3071283"/>
                </a:cubicBezTo>
                <a:lnTo>
                  <a:pt x="3731095" y="2284909"/>
                </a:lnTo>
                <a:cubicBezTo>
                  <a:pt x="3622516" y="2176331"/>
                  <a:pt x="3622516" y="2000289"/>
                  <a:pt x="3731095" y="1891711"/>
                </a:cubicBezTo>
                <a:lnTo>
                  <a:pt x="4517469" y="1105337"/>
                </a:lnTo>
                <a:cubicBezTo>
                  <a:pt x="4571758" y="1051048"/>
                  <a:pt x="4642912" y="1023903"/>
                  <a:pt x="4714068" y="1023903"/>
                </a:cubicBezTo>
                <a:close/>
                <a:moveTo>
                  <a:pt x="3027750" y="0"/>
                </a:moveTo>
                <a:lnTo>
                  <a:pt x="3805329" y="0"/>
                </a:lnTo>
                <a:lnTo>
                  <a:pt x="4399513" y="594184"/>
                </a:lnTo>
                <a:cubicBezTo>
                  <a:pt x="4508091" y="702762"/>
                  <a:pt x="4508091" y="878804"/>
                  <a:pt x="4399513" y="987382"/>
                </a:cubicBezTo>
                <a:lnTo>
                  <a:pt x="3613139" y="1773756"/>
                </a:lnTo>
                <a:cubicBezTo>
                  <a:pt x="3504560" y="1882335"/>
                  <a:pt x="3328519" y="1882335"/>
                  <a:pt x="3219941" y="1773756"/>
                </a:cubicBezTo>
                <a:lnTo>
                  <a:pt x="2433567" y="987382"/>
                </a:lnTo>
                <a:cubicBezTo>
                  <a:pt x="2324988" y="878804"/>
                  <a:pt x="2324989" y="702763"/>
                  <a:pt x="2433567" y="594184"/>
                </a:cubicBezTo>
                <a:close/>
                <a:moveTo>
                  <a:pt x="2791841" y="0"/>
                </a:moveTo>
                <a:lnTo>
                  <a:pt x="2315612" y="476229"/>
                </a:lnTo>
                <a:cubicBezTo>
                  <a:pt x="2207034" y="584808"/>
                  <a:pt x="2030993" y="584808"/>
                  <a:pt x="1922415" y="476230"/>
                </a:cubicBezTo>
                <a:lnTo>
                  <a:pt x="1446185" y="1"/>
                </a:lnTo>
                <a:close/>
                <a:moveTo>
                  <a:pt x="432697" y="0"/>
                </a:moveTo>
                <a:lnTo>
                  <a:pt x="1210263" y="0"/>
                </a:lnTo>
                <a:lnTo>
                  <a:pt x="1804453" y="594190"/>
                </a:lnTo>
                <a:cubicBezTo>
                  <a:pt x="1913031" y="702769"/>
                  <a:pt x="1913031" y="878810"/>
                  <a:pt x="1804453" y="987388"/>
                </a:cubicBezTo>
                <a:lnTo>
                  <a:pt x="1018079" y="1773762"/>
                </a:lnTo>
                <a:cubicBezTo>
                  <a:pt x="909500" y="1882341"/>
                  <a:pt x="733459" y="1882341"/>
                  <a:pt x="624881" y="1773762"/>
                </a:cubicBezTo>
                <a:lnTo>
                  <a:pt x="0" y="1148882"/>
                </a:lnTo>
                <a:lnTo>
                  <a:pt x="0" y="432696"/>
                </a:lnTo>
                <a:close/>
              </a:path>
            </a:pathLst>
          </a:custGeom>
        </p:spPr>
        <p:txBody>
          <a:bodyPr wrap="square">
            <a:noAutofit/>
          </a:bodyPr>
          <a:lstStyle/>
          <a:p>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1.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rgbClr val="0B6553"/>
        </a:solidFill>
        <a:effectLst/>
      </p:bgPr>
    </p:bg>
    <p:spTree>
      <p:nvGrpSpPr>
        <p:cNvPr id="1" name=""/>
        <p:cNvGrpSpPr/>
        <p:nvPr/>
      </p:nvGrpSpPr>
      <p:grpSpPr>
        <a:xfrm>
          <a:off x="0" y="0"/>
          <a:ext cx="0" cy="0"/>
          <a:chOff x="0" y="0"/>
          <a:chExt cx="0" cy="0"/>
        </a:xfrm>
      </p:grpSpPr>
      <p:sp>
        <p:nvSpPr>
          <p:cNvPr id="1028" name="文本框 2"/>
          <p:cNvSpPr txBox="1">
            <a:spLocks noChangeArrowheads="1"/>
          </p:cNvSpPr>
          <p:nvPr/>
        </p:nvSpPr>
        <p:spPr bwMode="auto">
          <a:xfrm>
            <a:off x="11552767" y="6451600"/>
            <a:ext cx="39466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chemeClr val="tx1"/>
                </a:solidFill>
                <a:latin typeface="Arial" panose="020B0604020202020204" pitchFamily="34" charset="0"/>
                <a:ea typeface="宋体" panose="02010600030101010101" pitchFamily="2" charset="-122"/>
              </a:defRPr>
            </a:lvl1pPr>
            <a:lvl2pPr marL="742950" indent="-285750" eaLnBrk="0" hangingPunct="0">
              <a:defRPr sz="2000" b="1">
                <a:solidFill>
                  <a:schemeClr val="tx1"/>
                </a:solidFill>
                <a:latin typeface="Arial" panose="020B0604020202020204" pitchFamily="34" charset="0"/>
                <a:ea typeface="宋体" panose="02010600030101010101" pitchFamily="2" charset="-122"/>
              </a:defRPr>
            </a:lvl2pPr>
            <a:lvl3pPr marL="1143000" indent="-228600" eaLnBrk="0" hangingPunct="0">
              <a:defRPr sz="2000" b="1">
                <a:solidFill>
                  <a:schemeClr val="tx1"/>
                </a:solidFill>
                <a:latin typeface="Arial" panose="020B0604020202020204" pitchFamily="34" charset="0"/>
                <a:ea typeface="宋体" panose="02010600030101010101" pitchFamily="2" charset="-122"/>
              </a:defRPr>
            </a:lvl3pPr>
            <a:lvl4pPr marL="1600200" indent="-228600" eaLnBrk="0" hangingPunct="0">
              <a:defRPr sz="2000" b="1">
                <a:solidFill>
                  <a:schemeClr val="tx1"/>
                </a:solidFill>
                <a:latin typeface="Arial" panose="020B0604020202020204" pitchFamily="34" charset="0"/>
                <a:ea typeface="宋体" panose="02010600030101010101" pitchFamily="2" charset="-122"/>
              </a:defRPr>
            </a:lvl4pPr>
            <a:lvl5pPr marL="2057400" indent="-228600" eaLnBrk="0" hangingPunct="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b="1">
                <a:solidFill>
                  <a:schemeClr val="tx1"/>
                </a:solidFill>
                <a:latin typeface="Arial" panose="020B0604020202020204" pitchFamily="34" charset="0"/>
                <a:ea typeface="宋体" panose="02010600030101010101" pitchFamily="2" charset="-122"/>
              </a:defRPr>
            </a:lvl9pPr>
          </a:lstStyle>
          <a:p>
            <a:pPr eaLnBrk="1" hangingPunct="1"/>
            <a:fld id="{AA99D6F1-FF33-4285-A118-E0F8C359CE53}" type="slidenum">
              <a:rPr lang="zh-CN" altLang="en-US" sz="1200">
                <a:solidFill>
                  <a:schemeClr val="bg1"/>
                </a:solidFill>
                <a:latin typeface="微软雅黑" panose="020B0503020204020204" charset="-122"/>
                <a:ea typeface="黑体" panose="02010609060101010101" pitchFamily="49" charset="-122"/>
                <a:cs typeface="微软雅黑" panose="020B0503020204020204" charset="-122"/>
              </a:rPr>
            </a:fld>
            <a:endParaRPr lang="zh-CN" altLang="en-US" sz="1200" dirty="0">
              <a:solidFill>
                <a:schemeClr val="bg1"/>
              </a:solidFill>
              <a:latin typeface="微软雅黑" panose="020B0503020204020204" charset="-122"/>
              <a:ea typeface="黑体" panose="02010609060101010101" pitchFamily="49" charset="-122"/>
              <a:cs typeface="微软雅黑" panose="020B0503020204020204"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hdr="0" dt="0"/>
  <p:txStyles>
    <p:titleStyle>
      <a:lvl1pPr algn="l" rtl="0" eaLnBrk="0" fontAlgn="base" hangingPunct="0">
        <a:spcBef>
          <a:spcPct val="0"/>
        </a:spcBef>
        <a:spcAft>
          <a:spcPct val="0"/>
        </a:spcAft>
        <a:defRPr sz="3200" b="1" kern="1200">
          <a:solidFill>
            <a:schemeClr val="bg1"/>
          </a:solidFill>
          <a:latin typeface="微软雅黑" panose="020B0503020204020204" charset="-122"/>
          <a:ea typeface="微软雅黑" panose="020B0503020204020204" charset="-122"/>
          <a:cs typeface="+mj-cs"/>
        </a:defRPr>
      </a:lvl1pPr>
      <a:lvl2pPr algn="l" rtl="0" eaLnBrk="0" fontAlgn="base" hangingPunct="0">
        <a:spcBef>
          <a:spcPct val="0"/>
        </a:spcBef>
        <a:spcAft>
          <a:spcPct val="0"/>
        </a:spcAft>
        <a:defRPr sz="3200" b="1">
          <a:solidFill>
            <a:schemeClr val="bg1"/>
          </a:solidFill>
          <a:latin typeface="微软雅黑" panose="020B0503020204020204" charset="-122"/>
          <a:ea typeface="微软雅黑" panose="020B0503020204020204" charset="-122"/>
        </a:defRPr>
      </a:lvl2pPr>
      <a:lvl3pPr algn="l" rtl="0" eaLnBrk="0" fontAlgn="base" hangingPunct="0">
        <a:spcBef>
          <a:spcPct val="0"/>
        </a:spcBef>
        <a:spcAft>
          <a:spcPct val="0"/>
        </a:spcAft>
        <a:defRPr sz="3200" b="1">
          <a:solidFill>
            <a:schemeClr val="bg1"/>
          </a:solidFill>
          <a:latin typeface="微软雅黑" panose="020B0503020204020204" charset="-122"/>
          <a:ea typeface="微软雅黑" panose="020B0503020204020204" charset="-122"/>
        </a:defRPr>
      </a:lvl3pPr>
      <a:lvl4pPr algn="l" rtl="0" eaLnBrk="0" fontAlgn="base" hangingPunct="0">
        <a:spcBef>
          <a:spcPct val="0"/>
        </a:spcBef>
        <a:spcAft>
          <a:spcPct val="0"/>
        </a:spcAft>
        <a:defRPr sz="3200" b="1">
          <a:solidFill>
            <a:schemeClr val="bg1"/>
          </a:solidFill>
          <a:latin typeface="微软雅黑" panose="020B0503020204020204" charset="-122"/>
          <a:ea typeface="微软雅黑" panose="020B0503020204020204" charset="-122"/>
        </a:defRPr>
      </a:lvl4pPr>
      <a:lvl5pPr algn="l" rtl="0" eaLnBrk="0" fontAlgn="base" hangingPunct="0">
        <a:spcBef>
          <a:spcPct val="0"/>
        </a:spcBef>
        <a:spcAft>
          <a:spcPct val="0"/>
        </a:spcAft>
        <a:defRPr sz="3200" b="1">
          <a:solidFill>
            <a:schemeClr val="bg1"/>
          </a:solidFill>
          <a:latin typeface="微软雅黑" panose="020B0503020204020204" charset="-122"/>
          <a:ea typeface="微软雅黑" panose="020B0503020204020204" charset="-122"/>
        </a:defRPr>
      </a:lvl5pPr>
      <a:lvl6pPr marL="4572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9pPr>
    </p:titleStyle>
    <p:bodyStyle>
      <a:lvl1pPr marL="342900" indent="-342900" algn="l" rtl="0" eaLnBrk="0" fontAlgn="base" hangingPunct="0">
        <a:lnSpc>
          <a:spcPct val="150000"/>
        </a:lnSpc>
        <a:spcBef>
          <a:spcPct val="0"/>
        </a:spcBef>
        <a:spcAft>
          <a:spcPct val="0"/>
        </a:spcAft>
        <a:buFont typeface="Wingdings" panose="05000000000000000000" pitchFamily="2" charset="2"/>
        <a:buChar char="Ø"/>
        <a:defRPr sz="2800" b="1" kern="1200">
          <a:solidFill>
            <a:schemeClr val="bg1"/>
          </a:solidFill>
          <a:latin typeface="微软雅黑" panose="020B0503020204020204" charset="-122"/>
          <a:ea typeface="微软雅黑" panose="020B0503020204020204" charset="-122"/>
          <a:cs typeface="+mn-cs"/>
        </a:defRPr>
      </a:lvl1pPr>
      <a:lvl2pPr marL="742950" indent="-285750" algn="l" rtl="0" eaLnBrk="0" fontAlgn="base" hangingPunct="0">
        <a:lnSpc>
          <a:spcPct val="150000"/>
        </a:lnSpc>
        <a:spcBef>
          <a:spcPct val="0"/>
        </a:spcBef>
        <a:spcAft>
          <a:spcPct val="0"/>
        </a:spcAft>
        <a:buFont typeface="Wingdings" panose="05000000000000000000" pitchFamily="2" charset="2"/>
        <a:buChar char="Ø"/>
        <a:defRPr sz="2400" b="1" kern="1200">
          <a:solidFill>
            <a:schemeClr val="bg1"/>
          </a:solidFill>
          <a:latin typeface="微软雅黑" panose="020B0503020204020204" charset="-122"/>
          <a:ea typeface="微软雅黑" panose="020B0503020204020204" charset="-122"/>
          <a:cs typeface="+mn-cs"/>
        </a:defRPr>
      </a:lvl2pPr>
      <a:lvl3pPr marL="1143000" indent="-228600" algn="l" rtl="0" eaLnBrk="0" fontAlgn="base" hangingPunct="0">
        <a:lnSpc>
          <a:spcPct val="150000"/>
        </a:lnSpc>
        <a:spcBef>
          <a:spcPct val="0"/>
        </a:spcBef>
        <a:spcAft>
          <a:spcPct val="0"/>
        </a:spcAft>
        <a:buFont typeface="Wingdings" panose="05000000000000000000" pitchFamily="2" charset="2"/>
        <a:buChar char="Ø"/>
        <a:defRPr sz="2000" b="1" kern="1200">
          <a:solidFill>
            <a:schemeClr val="bg1"/>
          </a:solidFill>
          <a:latin typeface="微软雅黑" panose="020B0503020204020204" charset="-122"/>
          <a:ea typeface="微软雅黑" panose="020B0503020204020204" charset="-122"/>
          <a:cs typeface="+mn-cs"/>
        </a:defRPr>
      </a:lvl3pPr>
      <a:lvl4pPr marL="1600200" indent="-228600" algn="l" rtl="0" eaLnBrk="0" fontAlgn="base" hangingPunct="0">
        <a:lnSpc>
          <a:spcPct val="150000"/>
        </a:lnSpc>
        <a:spcBef>
          <a:spcPct val="0"/>
        </a:spcBef>
        <a:spcAft>
          <a:spcPct val="0"/>
        </a:spcAft>
        <a:buFont typeface="Wingdings" panose="05000000000000000000" pitchFamily="2" charset="2"/>
        <a:buChar char="Ø"/>
        <a:defRPr b="1" kern="1200">
          <a:solidFill>
            <a:schemeClr val="bg1"/>
          </a:solidFill>
          <a:latin typeface="微软雅黑" panose="020B0503020204020204" charset="-122"/>
          <a:ea typeface="微软雅黑" panose="020B0503020204020204" charset="-122"/>
          <a:cs typeface="+mn-cs"/>
        </a:defRPr>
      </a:lvl4pPr>
      <a:lvl5pPr marL="2057400" indent="-228600" algn="l" rtl="0" eaLnBrk="0" fontAlgn="base" hangingPunct="0">
        <a:lnSpc>
          <a:spcPct val="150000"/>
        </a:lnSpc>
        <a:spcBef>
          <a:spcPct val="0"/>
        </a:spcBef>
        <a:spcAft>
          <a:spcPct val="0"/>
        </a:spcAft>
        <a:buFont typeface="Wingdings" panose="05000000000000000000" pitchFamily="2" charset="2"/>
        <a:buChar char="Ø"/>
        <a:defRPr sz="1600" b="1" kern="1200">
          <a:solidFill>
            <a:schemeClr val="bg1"/>
          </a:solidFill>
          <a:latin typeface="微软雅黑" panose="020B0503020204020204" charset="-122"/>
          <a:ea typeface="微软雅黑" panose="020B0503020204020204"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0"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2"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0.xml"/><Relationship Id="rId2" Type="http://schemas.openxmlformats.org/officeDocument/2006/relationships/audio" Target="../media/audio1.wav"/><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2.xml"/><Relationship Id="rId1" Type="http://schemas.openxmlformats.org/officeDocument/2006/relationships/chart" Target="../charts/chart1.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2.xml"/><Relationship Id="rId1" Type="http://schemas.openxmlformats.org/officeDocument/2006/relationships/chart" Target="../charts/chart2.xml"/></Relationships>
</file>

<file path=ppt/slides/_rels/slide5.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4" Type="http://schemas.openxmlformats.org/officeDocument/2006/relationships/notesSlide" Target="../notesSlides/notesSlide5.xml"/><Relationship Id="rId13" Type="http://schemas.openxmlformats.org/officeDocument/2006/relationships/slideLayout" Target="../slideLayouts/slideLayout12.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2.xml"/><Relationship Id="rId1" Type="http://schemas.openxmlformats.org/officeDocument/2006/relationships/tags" Target="../tags/tag13.xml"/></Relationships>
</file>

<file path=ppt/slides/_rels/slide8.xml.rels><?xml version="1.0" encoding="UTF-8" standalone="yes"?>
<Relationships xmlns="http://schemas.openxmlformats.org/package/2006/relationships"><Relationship Id="rId9" Type="http://schemas.openxmlformats.org/officeDocument/2006/relationships/image" Target="../media/image4.png"/><Relationship Id="rId8" Type="http://schemas.openxmlformats.org/officeDocument/2006/relationships/tags" Target="../tags/tag19.xml"/><Relationship Id="rId7" Type="http://schemas.openxmlformats.org/officeDocument/2006/relationships/tags" Target="../tags/tag18.xml"/><Relationship Id="rId6" Type="http://schemas.openxmlformats.org/officeDocument/2006/relationships/image" Target="../media/image3.png"/><Relationship Id="rId5" Type="http://schemas.openxmlformats.org/officeDocument/2006/relationships/tags" Target="../tags/tag17.xml"/><Relationship Id="rId4" Type="http://schemas.openxmlformats.org/officeDocument/2006/relationships/tags" Target="../tags/tag16.xml"/><Relationship Id="rId3" Type="http://schemas.openxmlformats.org/officeDocument/2006/relationships/image" Target="../media/image2.png"/><Relationship Id="rId2" Type="http://schemas.openxmlformats.org/officeDocument/2006/relationships/tags" Target="../tags/tag15.xml"/><Relationship Id="rId14" Type="http://schemas.openxmlformats.org/officeDocument/2006/relationships/slideLayout" Target="../slideLayouts/slideLayout9.xml"/><Relationship Id="rId13" Type="http://schemas.openxmlformats.org/officeDocument/2006/relationships/image" Target="../media/image6.png"/><Relationship Id="rId12" Type="http://schemas.openxmlformats.org/officeDocument/2006/relationships/tags" Target="../tags/tag21.xml"/><Relationship Id="rId11" Type="http://schemas.openxmlformats.org/officeDocument/2006/relationships/tags" Target="../tags/tag20.xml"/><Relationship Id="rId10" Type="http://schemas.openxmlformats.org/officeDocument/2006/relationships/image" Target="../media/image5.png"/><Relationship Id="rId1" Type="http://schemas.openxmlformats.org/officeDocument/2006/relationships/tags" Target="../tags/tag14.xml"/></Relationships>
</file>

<file path=ppt/slides/_rels/slide9.xml.rels><?xml version="1.0" encoding="UTF-8" standalone="yes"?>
<Relationships xmlns="http://schemas.openxmlformats.org/package/2006/relationships"><Relationship Id="rId5" Type="http://schemas.openxmlformats.org/officeDocument/2006/relationships/slideLayout" Target="../slideLayouts/slideLayout9.xml"/><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9.xml"/><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tags" Target="../tags/tag23.xml"/><Relationship Id="rId1" Type="http://schemas.openxmlformats.org/officeDocument/2006/relationships/tags" Target="../tags/tag22.xml"/></Relationships>
</file>

<file path=ppt/slides/_rels/slide11.xml.rels><?xml version="1.0" encoding="UTF-8" standalone="yes"?>
<Relationships xmlns="http://schemas.openxmlformats.org/package/2006/relationships"><Relationship Id="rId9" Type="http://schemas.openxmlformats.org/officeDocument/2006/relationships/image" Target="../media/image19.png"/><Relationship Id="rId8" Type="http://schemas.openxmlformats.org/officeDocument/2006/relationships/image" Target="../media/image18.png"/><Relationship Id="rId7" Type="http://schemas.openxmlformats.org/officeDocument/2006/relationships/image" Target="../media/image17.png"/><Relationship Id="rId6" Type="http://schemas.openxmlformats.org/officeDocument/2006/relationships/image" Target="../media/image16.png"/><Relationship Id="rId5" Type="http://schemas.openxmlformats.org/officeDocument/2006/relationships/image" Target="../media/image15.emf"/><Relationship Id="rId4" Type="http://schemas.openxmlformats.org/officeDocument/2006/relationships/package" Target="../embeddings/Document2.docx"/><Relationship Id="rId3" Type="http://schemas.openxmlformats.org/officeDocument/2006/relationships/image" Target="../media/image14.emf"/><Relationship Id="rId2" Type="http://schemas.openxmlformats.org/officeDocument/2006/relationships/package" Target="../embeddings/Document1.docx"/><Relationship Id="rId13" Type="http://schemas.openxmlformats.org/officeDocument/2006/relationships/notesSlide" Target="../notesSlides/notesSlide8.xml"/><Relationship Id="rId12" Type="http://schemas.openxmlformats.org/officeDocument/2006/relationships/vmlDrawing" Target="../drawings/vmlDrawing1.vml"/><Relationship Id="rId11" Type="http://schemas.openxmlformats.org/officeDocument/2006/relationships/slideLayout" Target="../slideLayouts/slideLayout5.xml"/><Relationship Id="rId10" Type="http://schemas.openxmlformats.org/officeDocument/2006/relationships/image" Target="../media/image20.png"/><Relationship Id="rId1"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9.xml"/><Relationship Id="rId1" Type="http://schemas.openxmlformats.org/officeDocument/2006/relationships/image" Target="../media/image21.jpeg"/></Relationships>
</file>

<file path=ppt/slides/_rels/slide13.xml.rels><?xml version="1.0" encoding="UTF-8" standalone="yes"?>
<Relationships xmlns="http://schemas.openxmlformats.org/package/2006/relationships"><Relationship Id="rId9" Type="http://schemas.openxmlformats.org/officeDocument/2006/relationships/vmlDrawing" Target="../drawings/vmlDrawing2.vml"/><Relationship Id="rId8" Type="http://schemas.openxmlformats.org/officeDocument/2006/relationships/slideLayout" Target="../slideLayouts/slideLayout5.xml"/><Relationship Id="rId7" Type="http://schemas.openxmlformats.org/officeDocument/2006/relationships/image" Target="../media/image24.emf"/><Relationship Id="rId6" Type="http://schemas.openxmlformats.org/officeDocument/2006/relationships/package" Target="../embeddings/Document5.docx"/><Relationship Id="rId5" Type="http://schemas.openxmlformats.org/officeDocument/2006/relationships/image" Target="../media/image23.emf"/><Relationship Id="rId4" Type="http://schemas.openxmlformats.org/officeDocument/2006/relationships/package" Target="../embeddings/Document4.docx"/><Relationship Id="rId3" Type="http://schemas.openxmlformats.org/officeDocument/2006/relationships/image" Target="../media/image22.emf"/><Relationship Id="rId2" Type="http://schemas.openxmlformats.org/officeDocument/2006/relationships/package" Target="../embeddings/Document3.docx"/><Relationship Id="rId10" Type="http://schemas.openxmlformats.org/officeDocument/2006/relationships/notesSlide" Target="../notesSlides/notesSlide10.xml"/><Relationship Id="rId1" Type="http://schemas.openxmlformats.org/officeDocument/2006/relationships/image" Target="../media/image13.png"/></Relationships>
</file>

<file path=ppt/slides/_rels/slide14.xml.rels><?xml version="1.0" encoding="UTF-8" standalone="yes"?>
<Relationships xmlns="http://schemas.openxmlformats.org/package/2006/relationships"><Relationship Id="rId9" Type="http://schemas.openxmlformats.org/officeDocument/2006/relationships/vmlDrawing" Target="../drawings/vmlDrawing3.vml"/><Relationship Id="rId8" Type="http://schemas.openxmlformats.org/officeDocument/2006/relationships/slideLayout" Target="../slideLayouts/slideLayout5.xml"/><Relationship Id="rId7" Type="http://schemas.openxmlformats.org/officeDocument/2006/relationships/image" Target="../media/image27.emf"/><Relationship Id="rId6" Type="http://schemas.openxmlformats.org/officeDocument/2006/relationships/package" Target="../embeddings/Document8.docx"/><Relationship Id="rId5" Type="http://schemas.openxmlformats.org/officeDocument/2006/relationships/image" Target="../media/image26.emf"/><Relationship Id="rId4" Type="http://schemas.openxmlformats.org/officeDocument/2006/relationships/package" Target="../embeddings/Document7.docx"/><Relationship Id="rId3" Type="http://schemas.openxmlformats.org/officeDocument/2006/relationships/image" Target="../media/image25.emf"/><Relationship Id="rId2" Type="http://schemas.openxmlformats.org/officeDocument/2006/relationships/package" Target="../embeddings/Document6.docx"/><Relationship Id="rId10" Type="http://schemas.openxmlformats.org/officeDocument/2006/relationships/notesSlide" Target="../notesSlides/notesSlide11.xml"/><Relationship Id="rId1" Type="http://schemas.openxmlformats.org/officeDocument/2006/relationships/image" Target="../media/image13.png"/></Relationships>
</file>

<file path=ppt/slides/_rels/slide15.xml.rels><?xml version="1.0" encoding="UTF-8" standalone="yes"?>
<Relationships xmlns="http://schemas.openxmlformats.org/package/2006/relationships"><Relationship Id="rId9" Type="http://schemas.openxmlformats.org/officeDocument/2006/relationships/vmlDrawing" Target="../drawings/vmlDrawing4.vml"/><Relationship Id="rId8" Type="http://schemas.openxmlformats.org/officeDocument/2006/relationships/slideLayout" Target="../slideLayouts/slideLayout5.xml"/><Relationship Id="rId7" Type="http://schemas.openxmlformats.org/officeDocument/2006/relationships/image" Target="../media/image30.emf"/><Relationship Id="rId6" Type="http://schemas.openxmlformats.org/officeDocument/2006/relationships/package" Target="../embeddings/Document11.docx"/><Relationship Id="rId5" Type="http://schemas.openxmlformats.org/officeDocument/2006/relationships/image" Target="../media/image29.emf"/><Relationship Id="rId4" Type="http://schemas.openxmlformats.org/officeDocument/2006/relationships/package" Target="../embeddings/Document10.docx"/><Relationship Id="rId3" Type="http://schemas.openxmlformats.org/officeDocument/2006/relationships/image" Target="../media/image28.emf"/><Relationship Id="rId2" Type="http://schemas.openxmlformats.org/officeDocument/2006/relationships/package" Target="../embeddings/Document9.docx"/><Relationship Id="rId10" Type="http://schemas.openxmlformats.org/officeDocument/2006/relationships/notesSlide" Target="../notesSlides/notesSlide12.xml"/><Relationship Id="rId1" Type="http://schemas.openxmlformats.org/officeDocument/2006/relationships/image" Target="../media/image13.png"/></Relationships>
</file>

<file path=ppt/slides/_rels/slide16.xml.rels><?xml version="1.0" encoding="UTF-8" standalone="yes"?>
<Relationships xmlns="http://schemas.openxmlformats.org/package/2006/relationships"><Relationship Id="rId9" Type="http://schemas.openxmlformats.org/officeDocument/2006/relationships/image" Target="../media/image35.png"/><Relationship Id="rId8" Type="http://schemas.openxmlformats.org/officeDocument/2006/relationships/image" Target="../media/image34.png"/><Relationship Id="rId7" Type="http://schemas.openxmlformats.org/officeDocument/2006/relationships/image" Target="../media/image33.emf"/><Relationship Id="rId6" Type="http://schemas.openxmlformats.org/officeDocument/2006/relationships/oleObject" Target="../embeddings/oleObject1.bin"/><Relationship Id="rId5" Type="http://schemas.openxmlformats.org/officeDocument/2006/relationships/image" Target="../media/image32.emf"/><Relationship Id="rId4" Type="http://schemas.openxmlformats.org/officeDocument/2006/relationships/package" Target="../embeddings/Document13.docx"/><Relationship Id="rId3" Type="http://schemas.openxmlformats.org/officeDocument/2006/relationships/image" Target="../media/image31.emf"/><Relationship Id="rId2" Type="http://schemas.openxmlformats.org/officeDocument/2006/relationships/package" Target="../embeddings/Document12.docx"/><Relationship Id="rId15" Type="http://schemas.openxmlformats.org/officeDocument/2006/relationships/notesSlide" Target="../notesSlides/notesSlide13.xml"/><Relationship Id="rId14" Type="http://schemas.openxmlformats.org/officeDocument/2006/relationships/vmlDrawing" Target="../drawings/vmlDrawing5.vml"/><Relationship Id="rId13" Type="http://schemas.openxmlformats.org/officeDocument/2006/relationships/slideLayout" Target="../slideLayouts/slideLayout5.xml"/><Relationship Id="rId12" Type="http://schemas.openxmlformats.org/officeDocument/2006/relationships/image" Target="../media/image38.png"/><Relationship Id="rId11" Type="http://schemas.openxmlformats.org/officeDocument/2006/relationships/image" Target="../media/image37.png"/><Relationship Id="rId10" Type="http://schemas.openxmlformats.org/officeDocument/2006/relationships/image" Target="../media/image36.png"/><Relationship Id="rId1" Type="http://schemas.openxmlformats.org/officeDocument/2006/relationships/image" Target="../media/image13.png"/></Relationships>
</file>

<file path=ppt/slides/_rels/slide17.xml.rels><?xml version="1.0" encoding="UTF-8" standalone="yes"?>
<Relationships xmlns="http://schemas.openxmlformats.org/package/2006/relationships"><Relationship Id="rId9" Type="http://schemas.openxmlformats.org/officeDocument/2006/relationships/image" Target="../media/image42.emf"/><Relationship Id="rId8" Type="http://schemas.openxmlformats.org/officeDocument/2006/relationships/package" Target="../embeddings/Document17.docx"/><Relationship Id="rId7" Type="http://schemas.openxmlformats.org/officeDocument/2006/relationships/image" Target="../media/image41.emf"/><Relationship Id="rId6" Type="http://schemas.openxmlformats.org/officeDocument/2006/relationships/package" Target="../embeddings/Document16.docx"/><Relationship Id="rId5" Type="http://schemas.openxmlformats.org/officeDocument/2006/relationships/image" Target="../media/image40.emf"/><Relationship Id="rId4" Type="http://schemas.openxmlformats.org/officeDocument/2006/relationships/package" Target="../embeddings/Document15.docx"/><Relationship Id="rId3" Type="http://schemas.openxmlformats.org/officeDocument/2006/relationships/image" Target="../media/image39.emf"/><Relationship Id="rId2" Type="http://schemas.openxmlformats.org/officeDocument/2006/relationships/package" Target="../embeddings/Document14.docx"/><Relationship Id="rId12" Type="http://schemas.openxmlformats.org/officeDocument/2006/relationships/notesSlide" Target="../notesSlides/notesSlide14.xml"/><Relationship Id="rId11" Type="http://schemas.openxmlformats.org/officeDocument/2006/relationships/vmlDrawing" Target="../drawings/vmlDrawing6.vml"/><Relationship Id="rId10" Type="http://schemas.openxmlformats.org/officeDocument/2006/relationships/slideLayout" Target="../slideLayouts/slideLayout5.xml"/><Relationship Id="rId1" Type="http://schemas.openxmlformats.org/officeDocument/2006/relationships/image" Target="../media/image13.png"/></Relationships>
</file>

<file path=ppt/slides/_rels/slide18.xml.rels><?xml version="1.0" encoding="UTF-8" standalone="yes"?>
<Relationships xmlns="http://schemas.openxmlformats.org/package/2006/relationships"><Relationship Id="rId9" Type="http://schemas.openxmlformats.org/officeDocument/2006/relationships/vmlDrawing" Target="../drawings/vmlDrawing7.vml"/><Relationship Id="rId8" Type="http://schemas.openxmlformats.org/officeDocument/2006/relationships/slideLayout" Target="../slideLayouts/slideLayout5.xml"/><Relationship Id="rId7" Type="http://schemas.openxmlformats.org/officeDocument/2006/relationships/image" Target="../media/image45.emf"/><Relationship Id="rId6" Type="http://schemas.openxmlformats.org/officeDocument/2006/relationships/package" Target="../embeddings/Document20.docx"/><Relationship Id="rId5" Type="http://schemas.openxmlformats.org/officeDocument/2006/relationships/image" Target="../media/image44.emf"/><Relationship Id="rId4" Type="http://schemas.openxmlformats.org/officeDocument/2006/relationships/package" Target="../embeddings/Document19.docx"/><Relationship Id="rId3" Type="http://schemas.openxmlformats.org/officeDocument/2006/relationships/image" Target="../media/image43.emf"/><Relationship Id="rId2" Type="http://schemas.openxmlformats.org/officeDocument/2006/relationships/package" Target="../embeddings/Document18.docx"/><Relationship Id="rId10" Type="http://schemas.openxmlformats.org/officeDocument/2006/relationships/notesSlide" Target="../notesSlides/notesSlide15.xml"/><Relationship Id="rId1" Type="http://schemas.openxmlformats.org/officeDocument/2006/relationships/image" Target="../media/image13.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9.xml"/><Relationship Id="rId1" Type="http://schemas.openxmlformats.org/officeDocument/2006/relationships/image" Target="../media/image21.jpeg"/></Relationships>
</file>

<file path=ppt/slides/_rels/slide20.xml.rels><?xml version="1.0" encoding="UTF-8" standalone="yes"?>
<Relationships xmlns="http://schemas.openxmlformats.org/package/2006/relationships"><Relationship Id="rId6" Type="http://schemas.openxmlformats.org/officeDocument/2006/relationships/notesSlide" Target="../notesSlides/notesSlide17.xml"/><Relationship Id="rId5" Type="http://schemas.openxmlformats.org/officeDocument/2006/relationships/vmlDrawing" Target="../drawings/vmlDrawing8.vml"/><Relationship Id="rId4" Type="http://schemas.openxmlformats.org/officeDocument/2006/relationships/slideLayout" Target="../slideLayouts/slideLayout5.xml"/><Relationship Id="rId3" Type="http://schemas.openxmlformats.org/officeDocument/2006/relationships/image" Target="../media/image46.emf"/><Relationship Id="rId2" Type="http://schemas.openxmlformats.org/officeDocument/2006/relationships/package" Target="../embeddings/Document21.docx"/><Relationship Id="rId1" Type="http://schemas.openxmlformats.org/officeDocument/2006/relationships/image" Target="../media/image13.png"/></Relationships>
</file>

<file path=ppt/slides/_rels/slide21.xml.rels><?xml version="1.0" encoding="UTF-8" standalone="yes"?>
<Relationships xmlns="http://schemas.openxmlformats.org/package/2006/relationships"><Relationship Id="rId6" Type="http://schemas.openxmlformats.org/officeDocument/2006/relationships/notesSlide" Target="../notesSlides/notesSlide18.xml"/><Relationship Id="rId5" Type="http://schemas.openxmlformats.org/officeDocument/2006/relationships/vmlDrawing" Target="../drawings/vmlDrawing9.vml"/><Relationship Id="rId4" Type="http://schemas.openxmlformats.org/officeDocument/2006/relationships/slideLayout" Target="../slideLayouts/slideLayout5.xml"/><Relationship Id="rId3" Type="http://schemas.openxmlformats.org/officeDocument/2006/relationships/image" Target="../media/image47.emf"/><Relationship Id="rId2" Type="http://schemas.openxmlformats.org/officeDocument/2006/relationships/oleObject" Target="../embeddings/oleObject2.bin"/><Relationship Id="rId1" Type="http://schemas.openxmlformats.org/officeDocument/2006/relationships/image" Target="../media/image13.png"/></Relationships>
</file>

<file path=ppt/slides/_rels/slide22.xml.rels><?xml version="1.0" encoding="UTF-8" standalone="yes"?>
<Relationships xmlns="http://schemas.openxmlformats.org/package/2006/relationships"><Relationship Id="rId8" Type="http://schemas.openxmlformats.org/officeDocument/2006/relationships/notesSlide" Target="../notesSlides/notesSlide19.xml"/><Relationship Id="rId7" Type="http://schemas.openxmlformats.org/officeDocument/2006/relationships/vmlDrawing" Target="../drawings/vmlDrawing10.vml"/><Relationship Id="rId6" Type="http://schemas.openxmlformats.org/officeDocument/2006/relationships/slideLayout" Target="../slideLayouts/slideLayout5.xml"/><Relationship Id="rId5" Type="http://schemas.openxmlformats.org/officeDocument/2006/relationships/image" Target="../media/image49.emf"/><Relationship Id="rId4" Type="http://schemas.openxmlformats.org/officeDocument/2006/relationships/package" Target="../embeddings/Document23.docx"/><Relationship Id="rId3" Type="http://schemas.openxmlformats.org/officeDocument/2006/relationships/image" Target="../media/image48.emf"/><Relationship Id="rId2" Type="http://schemas.openxmlformats.org/officeDocument/2006/relationships/package" Target="../embeddings/Document22.docx"/><Relationship Id="rId1" Type="http://schemas.openxmlformats.org/officeDocument/2006/relationships/image" Target="../media/image13.png"/></Relationships>
</file>

<file path=ppt/slides/_rels/slide23.xml.rels><?xml version="1.0" encoding="UTF-8" standalone="yes"?>
<Relationships xmlns="http://schemas.openxmlformats.org/package/2006/relationships"><Relationship Id="rId9" Type="http://schemas.openxmlformats.org/officeDocument/2006/relationships/slideLayout" Target="../slideLayouts/slideLayout5.xml"/><Relationship Id="rId8" Type="http://schemas.openxmlformats.org/officeDocument/2006/relationships/customXml" Target="../ink/ink2.xml"/><Relationship Id="rId7" Type="http://schemas.openxmlformats.org/officeDocument/2006/relationships/image" Target="../media/image52.png"/><Relationship Id="rId6" Type="http://schemas.openxmlformats.org/officeDocument/2006/relationships/customXml" Target="../ink/ink1.xml"/><Relationship Id="rId5" Type="http://schemas.openxmlformats.org/officeDocument/2006/relationships/image" Target="../media/image51.emf"/><Relationship Id="rId4" Type="http://schemas.openxmlformats.org/officeDocument/2006/relationships/package" Target="../embeddings/Document25.docx"/><Relationship Id="rId3" Type="http://schemas.openxmlformats.org/officeDocument/2006/relationships/image" Target="../media/image50.emf"/><Relationship Id="rId2" Type="http://schemas.openxmlformats.org/officeDocument/2006/relationships/package" Target="../embeddings/Document24.docx"/><Relationship Id="rId11" Type="http://schemas.openxmlformats.org/officeDocument/2006/relationships/notesSlide" Target="../notesSlides/notesSlide20.xml"/><Relationship Id="rId10" Type="http://schemas.openxmlformats.org/officeDocument/2006/relationships/vmlDrawing" Target="../drawings/vmlDrawing11.vml"/><Relationship Id="rId1" Type="http://schemas.openxmlformats.org/officeDocument/2006/relationships/image" Target="../media/image13.png"/></Relationships>
</file>

<file path=ppt/slides/_rels/slide24.xml.rels><?xml version="1.0" encoding="UTF-8" standalone="yes"?>
<Relationships xmlns="http://schemas.openxmlformats.org/package/2006/relationships"><Relationship Id="rId9" Type="http://schemas.openxmlformats.org/officeDocument/2006/relationships/image" Target="../media/image56.emf"/><Relationship Id="rId8" Type="http://schemas.openxmlformats.org/officeDocument/2006/relationships/package" Target="../embeddings/Document29.docx"/><Relationship Id="rId7" Type="http://schemas.openxmlformats.org/officeDocument/2006/relationships/image" Target="../media/image55.emf"/><Relationship Id="rId6" Type="http://schemas.openxmlformats.org/officeDocument/2006/relationships/package" Target="../embeddings/Document28.docx"/><Relationship Id="rId5" Type="http://schemas.openxmlformats.org/officeDocument/2006/relationships/image" Target="../media/image54.emf"/><Relationship Id="rId4" Type="http://schemas.openxmlformats.org/officeDocument/2006/relationships/package" Target="../embeddings/Document27.docx"/><Relationship Id="rId3" Type="http://schemas.openxmlformats.org/officeDocument/2006/relationships/image" Target="../media/image53.emf"/><Relationship Id="rId2" Type="http://schemas.openxmlformats.org/officeDocument/2006/relationships/package" Target="../embeddings/Document26.docx"/><Relationship Id="rId14" Type="http://schemas.openxmlformats.org/officeDocument/2006/relationships/notesSlide" Target="../notesSlides/notesSlide21.xml"/><Relationship Id="rId13" Type="http://schemas.openxmlformats.org/officeDocument/2006/relationships/vmlDrawing" Target="../drawings/vmlDrawing12.vml"/><Relationship Id="rId12" Type="http://schemas.openxmlformats.org/officeDocument/2006/relationships/slideLayout" Target="../slideLayouts/slideLayout5.xml"/><Relationship Id="rId11" Type="http://schemas.openxmlformats.org/officeDocument/2006/relationships/image" Target="../media/image57.emf"/><Relationship Id="rId10" Type="http://schemas.openxmlformats.org/officeDocument/2006/relationships/oleObject" Target="../embeddings/oleObject3.bin"/><Relationship Id="rId1" Type="http://schemas.openxmlformats.org/officeDocument/2006/relationships/image" Target="../media/image13.png"/></Relationships>
</file>

<file path=ppt/slides/_rels/slide25.xml.rels><?xml version="1.0" encoding="UTF-8" standalone="yes"?>
<Relationships xmlns="http://schemas.openxmlformats.org/package/2006/relationships"><Relationship Id="rId9" Type="http://schemas.openxmlformats.org/officeDocument/2006/relationships/image" Target="../media/image61.emf"/><Relationship Id="rId8" Type="http://schemas.openxmlformats.org/officeDocument/2006/relationships/oleObject" Target="../embeddings/oleObject5.bin"/><Relationship Id="rId7" Type="http://schemas.openxmlformats.org/officeDocument/2006/relationships/image" Target="../media/image60.emf"/><Relationship Id="rId6" Type="http://schemas.openxmlformats.org/officeDocument/2006/relationships/package" Target="../embeddings/Document31.docx"/><Relationship Id="rId5" Type="http://schemas.openxmlformats.org/officeDocument/2006/relationships/image" Target="../media/image59.emf"/><Relationship Id="rId4" Type="http://schemas.openxmlformats.org/officeDocument/2006/relationships/oleObject" Target="../embeddings/oleObject4.bin"/><Relationship Id="rId3" Type="http://schemas.openxmlformats.org/officeDocument/2006/relationships/image" Target="../media/image58.emf"/><Relationship Id="rId2" Type="http://schemas.openxmlformats.org/officeDocument/2006/relationships/package" Target="../embeddings/Document30.docx"/><Relationship Id="rId14" Type="http://schemas.openxmlformats.org/officeDocument/2006/relationships/notesSlide" Target="../notesSlides/notesSlide22.xml"/><Relationship Id="rId13" Type="http://schemas.openxmlformats.org/officeDocument/2006/relationships/vmlDrawing" Target="../drawings/vmlDrawing13.vml"/><Relationship Id="rId12" Type="http://schemas.openxmlformats.org/officeDocument/2006/relationships/slideLayout" Target="../slideLayouts/slideLayout5.xml"/><Relationship Id="rId11" Type="http://schemas.openxmlformats.org/officeDocument/2006/relationships/image" Target="../media/image62.emf"/><Relationship Id="rId10" Type="http://schemas.openxmlformats.org/officeDocument/2006/relationships/package" Target="../embeddings/Document32.docx"/><Relationship Id="rId1" Type="http://schemas.openxmlformats.org/officeDocument/2006/relationships/image" Target="../media/image13.png"/></Relationships>
</file>

<file path=ppt/slides/_rels/slide26.xml.rels><?xml version="1.0" encoding="UTF-8" standalone="yes"?>
<Relationships xmlns="http://schemas.openxmlformats.org/package/2006/relationships"><Relationship Id="rId6" Type="http://schemas.openxmlformats.org/officeDocument/2006/relationships/notesSlide" Target="../notesSlides/notesSlide23.xml"/><Relationship Id="rId5" Type="http://schemas.openxmlformats.org/officeDocument/2006/relationships/vmlDrawing" Target="../drawings/vmlDrawing14.vml"/><Relationship Id="rId4" Type="http://schemas.openxmlformats.org/officeDocument/2006/relationships/slideLayout" Target="../slideLayouts/slideLayout5.xml"/><Relationship Id="rId3" Type="http://schemas.openxmlformats.org/officeDocument/2006/relationships/image" Target="../media/image63.emf"/><Relationship Id="rId2" Type="http://schemas.openxmlformats.org/officeDocument/2006/relationships/oleObject" Target="../embeddings/oleObject6.bin"/><Relationship Id="rId1" Type="http://schemas.openxmlformats.org/officeDocument/2006/relationships/image" Target="../media/image13.png"/></Relationships>
</file>

<file path=ppt/slides/_rels/slide27.xml.rels><?xml version="1.0" encoding="UTF-8" standalone="yes"?>
<Relationships xmlns="http://schemas.openxmlformats.org/package/2006/relationships"><Relationship Id="rId9" Type="http://schemas.openxmlformats.org/officeDocument/2006/relationships/image" Target="../media/image67.emf"/><Relationship Id="rId8" Type="http://schemas.openxmlformats.org/officeDocument/2006/relationships/oleObject" Target="../embeddings/oleObject8.bin"/><Relationship Id="rId7" Type="http://schemas.openxmlformats.org/officeDocument/2006/relationships/image" Target="../media/image66.emf"/><Relationship Id="rId6" Type="http://schemas.openxmlformats.org/officeDocument/2006/relationships/package" Target="../embeddings/Document34.docx"/><Relationship Id="rId5" Type="http://schemas.openxmlformats.org/officeDocument/2006/relationships/image" Target="../media/image65.emf"/><Relationship Id="rId4" Type="http://schemas.openxmlformats.org/officeDocument/2006/relationships/oleObject" Target="../embeddings/oleObject7.bin"/><Relationship Id="rId3" Type="http://schemas.openxmlformats.org/officeDocument/2006/relationships/image" Target="../media/image64.emf"/><Relationship Id="rId2" Type="http://schemas.openxmlformats.org/officeDocument/2006/relationships/package" Target="../embeddings/Document33.docx"/><Relationship Id="rId12" Type="http://schemas.openxmlformats.org/officeDocument/2006/relationships/notesSlide" Target="../notesSlides/notesSlide24.xml"/><Relationship Id="rId11" Type="http://schemas.openxmlformats.org/officeDocument/2006/relationships/vmlDrawing" Target="../drawings/vmlDrawing15.vml"/><Relationship Id="rId10" Type="http://schemas.openxmlformats.org/officeDocument/2006/relationships/slideLayout" Target="../slideLayouts/slideLayout5.xml"/><Relationship Id="rId1" Type="http://schemas.openxmlformats.org/officeDocument/2006/relationships/image" Target="../media/image13.png"/></Relationships>
</file>

<file path=ppt/slides/_rels/slide28.xml.rels><?xml version="1.0" encoding="UTF-8" standalone="yes"?>
<Relationships xmlns="http://schemas.openxmlformats.org/package/2006/relationships"><Relationship Id="rId9" Type="http://schemas.openxmlformats.org/officeDocument/2006/relationships/image" Target="../media/image71.emf"/><Relationship Id="rId8" Type="http://schemas.openxmlformats.org/officeDocument/2006/relationships/oleObject" Target="../embeddings/oleObject10.bin"/><Relationship Id="rId7" Type="http://schemas.openxmlformats.org/officeDocument/2006/relationships/image" Target="../media/image70.emf"/><Relationship Id="rId6" Type="http://schemas.openxmlformats.org/officeDocument/2006/relationships/package" Target="../embeddings/Document36.docx"/><Relationship Id="rId5" Type="http://schemas.openxmlformats.org/officeDocument/2006/relationships/image" Target="../media/image69.emf"/><Relationship Id="rId4" Type="http://schemas.openxmlformats.org/officeDocument/2006/relationships/oleObject" Target="../embeddings/oleObject9.bin"/><Relationship Id="rId3" Type="http://schemas.openxmlformats.org/officeDocument/2006/relationships/image" Target="../media/image68.emf"/><Relationship Id="rId2" Type="http://schemas.openxmlformats.org/officeDocument/2006/relationships/package" Target="../embeddings/Document35.docx"/><Relationship Id="rId12" Type="http://schemas.openxmlformats.org/officeDocument/2006/relationships/notesSlide" Target="../notesSlides/notesSlide25.xml"/><Relationship Id="rId11" Type="http://schemas.openxmlformats.org/officeDocument/2006/relationships/vmlDrawing" Target="../drawings/vmlDrawing16.vml"/><Relationship Id="rId10" Type="http://schemas.openxmlformats.org/officeDocument/2006/relationships/slideLayout" Target="../slideLayouts/slideLayout5.xml"/><Relationship Id="rId1" Type="http://schemas.openxmlformats.org/officeDocument/2006/relationships/image" Target="../media/image13.png"/></Relationships>
</file>

<file path=ppt/slides/_rels/slide29.xml.rels><?xml version="1.0" encoding="UTF-8" standalone="yes"?>
<Relationships xmlns="http://schemas.openxmlformats.org/package/2006/relationships"><Relationship Id="rId9" Type="http://schemas.openxmlformats.org/officeDocument/2006/relationships/vmlDrawing" Target="../drawings/vmlDrawing17.vml"/><Relationship Id="rId8" Type="http://schemas.openxmlformats.org/officeDocument/2006/relationships/slideLayout" Target="../slideLayouts/slideLayout5.xml"/><Relationship Id="rId7" Type="http://schemas.openxmlformats.org/officeDocument/2006/relationships/image" Target="../media/image74.emf"/><Relationship Id="rId6" Type="http://schemas.openxmlformats.org/officeDocument/2006/relationships/package" Target="../embeddings/Document39.docx"/><Relationship Id="rId5" Type="http://schemas.openxmlformats.org/officeDocument/2006/relationships/image" Target="../media/image73.emf"/><Relationship Id="rId4" Type="http://schemas.openxmlformats.org/officeDocument/2006/relationships/package" Target="../embeddings/Document38.docx"/><Relationship Id="rId3" Type="http://schemas.openxmlformats.org/officeDocument/2006/relationships/image" Target="../media/image72.emf"/><Relationship Id="rId2" Type="http://schemas.openxmlformats.org/officeDocument/2006/relationships/package" Target="../embeddings/Document37.docx"/><Relationship Id="rId10" Type="http://schemas.openxmlformats.org/officeDocument/2006/relationships/notesSlide" Target="../notesSlides/notesSlide26.xml"/><Relationship Id="rId1" Type="http://schemas.openxmlformats.org/officeDocument/2006/relationships/image" Target="../media/image13.png"/></Relationships>
</file>

<file path=ppt/slides/_rels/slide30.xml.rels><?xml version="1.0" encoding="UTF-8" standalone="yes"?>
<Relationships xmlns="http://schemas.openxmlformats.org/package/2006/relationships"><Relationship Id="rId7" Type="http://schemas.openxmlformats.org/officeDocument/2006/relationships/notesSlide" Target="../notesSlides/notesSlide27.xml"/><Relationship Id="rId6" Type="http://schemas.openxmlformats.org/officeDocument/2006/relationships/vmlDrawing" Target="../drawings/vmlDrawing18.vml"/><Relationship Id="rId5" Type="http://schemas.openxmlformats.org/officeDocument/2006/relationships/slideLayout" Target="../slideLayouts/slideLayout5.xml"/><Relationship Id="rId4" Type="http://schemas.openxmlformats.org/officeDocument/2006/relationships/image" Target="../media/image76.png"/><Relationship Id="rId3" Type="http://schemas.openxmlformats.org/officeDocument/2006/relationships/image" Target="../media/image13.png"/><Relationship Id="rId2" Type="http://schemas.openxmlformats.org/officeDocument/2006/relationships/image" Target="../media/image75.emf"/><Relationship Id="rId1" Type="http://schemas.openxmlformats.org/officeDocument/2006/relationships/package" Target="../embeddings/Document40.docx"/></Relationships>
</file>

<file path=ppt/slides/_rels/slide31.xml.rels><?xml version="1.0" encoding="UTF-8" standalone="yes"?>
<Relationships xmlns="http://schemas.openxmlformats.org/package/2006/relationships"><Relationship Id="rId9" Type="http://schemas.openxmlformats.org/officeDocument/2006/relationships/customXml" Target="../ink/ink3.xml"/><Relationship Id="rId8" Type="http://schemas.openxmlformats.org/officeDocument/2006/relationships/image" Target="../media/image80.png"/><Relationship Id="rId7" Type="http://schemas.openxmlformats.org/officeDocument/2006/relationships/image" Target="../media/image79.emf"/><Relationship Id="rId6" Type="http://schemas.openxmlformats.org/officeDocument/2006/relationships/package" Target="../embeddings/Document43.docx"/><Relationship Id="rId5" Type="http://schemas.openxmlformats.org/officeDocument/2006/relationships/image" Target="../media/image78.emf"/><Relationship Id="rId4" Type="http://schemas.openxmlformats.org/officeDocument/2006/relationships/package" Target="../embeddings/Document42.docx"/><Relationship Id="rId3" Type="http://schemas.openxmlformats.org/officeDocument/2006/relationships/image" Target="../media/image77.emf"/><Relationship Id="rId2" Type="http://schemas.openxmlformats.org/officeDocument/2006/relationships/package" Target="../embeddings/Document41.docx"/><Relationship Id="rId14" Type="http://schemas.openxmlformats.org/officeDocument/2006/relationships/notesSlide" Target="../notesSlides/notesSlide28.xml"/><Relationship Id="rId13" Type="http://schemas.openxmlformats.org/officeDocument/2006/relationships/vmlDrawing" Target="../drawings/vmlDrawing19.vml"/><Relationship Id="rId12" Type="http://schemas.openxmlformats.org/officeDocument/2006/relationships/slideLayout" Target="../slideLayouts/slideLayout5.xml"/><Relationship Id="rId11" Type="http://schemas.openxmlformats.org/officeDocument/2006/relationships/customXml" Target="../ink/ink4.xml"/><Relationship Id="rId10" Type="http://schemas.openxmlformats.org/officeDocument/2006/relationships/image" Target="../media/image52.png"/><Relationship Id="rId1" Type="http://schemas.openxmlformats.org/officeDocument/2006/relationships/image" Target="../media/image13.png"/></Relationships>
</file>

<file path=ppt/slides/_rels/slide32.xml.rels><?xml version="1.0" encoding="UTF-8" standalone="yes"?>
<Relationships xmlns="http://schemas.openxmlformats.org/package/2006/relationships"><Relationship Id="rId9" Type="http://schemas.openxmlformats.org/officeDocument/2006/relationships/customXml" Target="../ink/ink7.xml"/><Relationship Id="rId8" Type="http://schemas.openxmlformats.org/officeDocument/2006/relationships/customXml" Target="../ink/ink6.xml"/><Relationship Id="rId7" Type="http://schemas.openxmlformats.org/officeDocument/2006/relationships/image" Target="../media/image52.png"/><Relationship Id="rId6" Type="http://schemas.openxmlformats.org/officeDocument/2006/relationships/customXml" Target="../ink/ink5.xml"/><Relationship Id="rId5" Type="http://schemas.openxmlformats.org/officeDocument/2006/relationships/image" Target="../media/image82.emf"/><Relationship Id="rId4" Type="http://schemas.openxmlformats.org/officeDocument/2006/relationships/package" Target="../embeddings/Document45.docx"/><Relationship Id="rId3" Type="http://schemas.openxmlformats.org/officeDocument/2006/relationships/image" Target="../media/image13.png"/><Relationship Id="rId2" Type="http://schemas.openxmlformats.org/officeDocument/2006/relationships/image" Target="../media/image81.emf"/><Relationship Id="rId14" Type="http://schemas.openxmlformats.org/officeDocument/2006/relationships/notesSlide" Target="../notesSlides/notesSlide29.xml"/><Relationship Id="rId13" Type="http://schemas.openxmlformats.org/officeDocument/2006/relationships/vmlDrawing" Target="../drawings/vmlDrawing20.vml"/><Relationship Id="rId12" Type="http://schemas.openxmlformats.org/officeDocument/2006/relationships/slideLayout" Target="../slideLayouts/slideLayout5.xml"/><Relationship Id="rId11" Type="http://schemas.openxmlformats.org/officeDocument/2006/relationships/image" Target="../media/image83.emf"/><Relationship Id="rId10" Type="http://schemas.openxmlformats.org/officeDocument/2006/relationships/package" Target="../embeddings/Document46.docx"/><Relationship Id="rId1" Type="http://schemas.openxmlformats.org/officeDocument/2006/relationships/package" Target="../embeddings/Document44.docx"/></Relationships>
</file>

<file path=ppt/slides/_rels/slide33.xml.rels><?xml version="1.0" encoding="UTF-8" standalone="yes"?>
<Relationships xmlns="http://schemas.openxmlformats.org/package/2006/relationships"><Relationship Id="rId9" Type="http://schemas.openxmlformats.org/officeDocument/2006/relationships/vmlDrawing" Target="../drawings/vmlDrawing21.vml"/><Relationship Id="rId8" Type="http://schemas.openxmlformats.org/officeDocument/2006/relationships/slideLayout" Target="../slideLayouts/slideLayout5.xml"/><Relationship Id="rId7" Type="http://schemas.openxmlformats.org/officeDocument/2006/relationships/image" Target="../media/image86.emf"/><Relationship Id="rId6" Type="http://schemas.openxmlformats.org/officeDocument/2006/relationships/package" Target="../embeddings/Document49.docx"/><Relationship Id="rId5" Type="http://schemas.openxmlformats.org/officeDocument/2006/relationships/image" Target="../media/image85.emf"/><Relationship Id="rId4" Type="http://schemas.openxmlformats.org/officeDocument/2006/relationships/package" Target="../embeddings/Document48.docx"/><Relationship Id="rId3" Type="http://schemas.openxmlformats.org/officeDocument/2006/relationships/image" Target="../media/image84.emf"/><Relationship Id="rId2" Type="http://schemas.openxmlformats.org/officeDocument/2006/relationships/package" Target="../embeddings/Document47.docx"/><Relationship Id="rId10" Type="http://schemas.openxmlformats.org/officeDocument/2006/relationships/notesSlide" Target="../notesSlides/notesSlide30.xml"/><Relationship Id="rId1" Type="http://schemas.openxmlformats.org/officeDocument/2006/relationships/image" Target="../media/image13.png"/></Relationships>
</file>

<file path=ppt/slides/_rels/slide34.xml.rels><?xml version="1.0" encoding="UTF-8" standalone="yes"?>
<Relationships xmlns="http://schemas.openxmlformats.org/package/2006/relationships"><Relationship Id="rId8" Type="http://schemas.openxmlformats.org/officeDocument/2006/relationships/notesSlide" Target="../notesSlides/notesSlide31.xml"/><Relationship Id="rId7" Type="http://schemas.openxmlformats.org/officeDocument/2006/relationships/vmlDrawing" Target="../drawings/vmlDrawing22.vml"/><Relationship Id="rId6" Type="http://schemas.openxmlformats.org/officeDocument/2006/relationships/slideLayout" Target="../slideLayouts/slideLayout5.xml"/><Relationship Id="rId5" Type="http://schemas.openxmlformats.org/officeDocument/2006/relationships/image" Target="../media/image89.png"/><Relationship Id="rId4" Type="http://schemas.openxmlformats.org/officeDocument/2006/relationships/image" Target="../media/image88.png"/><Relationship Id="rId3" Type="http://schemas.openxmlformats.org/officeDocument/2006/relationships/image" Target="../media/image87.emf"/><Relationship Id="rId2" Type="http://schemas.openxmlformats.org/officeDocument/2006/relationships/package" Target="../embeddings/Document50.docx"/><Relationship Id="rId1" Type="http://schemas.openxmlformats.org/officeDocument/2006/relationships/image" Target="../media/image13.png"/></Relationships>
</file>

<file path=ppt/slides/_rels/slide35.xml.rels><?xml version="1.0" encoding="UTF-8" standalone="yes"?>
<Relationships xmlns="http://schemas.openxmlformats.org/package/2006/relationships"><Relationship Id="rId7" Type="http://schemas.openxmlformats.org/officeDocument/2006/relationships/notesSlide" Target="../notesSlides/notesSlide32.xml"/><Relationship Id="rId6" Type="http://schemas.openxmlformats.org/officeDocument/2006/relationships/vmlDrawing" Target="../drawings/vmlDrawing23.vml"/><Relationship Id="rId5" Type="http://schemas.openxmlformats.org/officeDocument/2006/relationships/slideLayout" Target="../slideLayouts/slideLayout5.xml"/><Relationship Id="rId4" Type="http://schemas.openxmlformats.org/officeDocument/2006/relationships/image" Target="../media/image91.png"/><Relationship Id="rId3" Type="http://schemas.openxmlformats.org/officeDocument/2006/relationships/image" Target="../media/image13.png"/><Relationship Id="rId2" Type="http://schemas.openxmlformats.org/officeDocument/2006/relationships/image" Target="../media/image90.emf"/><Relationship Id="rId1" Type="http://schemas.openxmlformats.org/officeDocument/2006/relationships/package" Target="../embeddings/Document51.docx"/></Relationships>
</file>

<file path=ppt/slides/_rels/slide36.xml.rels><?xml version="1.0" encoding="UTF-8" standalone="yes"?>
<Relationships xmlns="http://schemas.openxmlformats.org/package/2006/relationships"><Relationship Id="rId7" Type="http://schemas.openxmlformats.org/officeDocument/2006/relationships/notesSlide" Target="../notesSlides/notesSlide33.xml"/><Relationship Id="rId6" Type="http://schemas.openxmlformats.org/officeDocument/2006/relationships/vmlDrawing" Target="../drawings/vmlDrawing24.vml"/><Relationship Id="rId5" Type="http://schemas.openxmlformats.org/officeDocument/2006/relationships/slideLayout" Target="../slideLayouts/slideLayout5.xml"/><Relationship Id="rId4" Type="http://schemas.openxmlformats.org/officeDocument/2006/relationships/image" Target="../media/image93.png"/><Relationship Id="rId3" Type="http://schemas.openxmlformats.org/officeDocument/2006/relationships/image" Target="../media/image13.png"/><Relationship Id="rId2" Type="http://schemas.openxmlformats.org/officeDocument/2006/relationships/image" Target="../media/image92.emf"/><Relationship Id="rId1" Type="http://schemas.openxmlformats.org/officeDocument/2006/relationships/package" Target="../embeddings/Document52.docx"/></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9.xml"/><Relationship Id="rId1" Type="http://schemas.openxmlformats.org/officeDocument/2006/relationships/image" Target="../media/image21.jpeg"/></Relationships>
</file>

<file path=ppt/slides/_rels/slide38.xml.rels><?xml version="1.0" encoding="UTF-8" standalone="yes"?>
<Relationships xmlns="http://schemas.openxmlformats.org/package/2006/relationships"><Relationship Id="rId6" Type="http://schemas.openxmlformats.org/officeDocument/2006/relationships/notesSlide" Target="../notesSlides/notesSlide35.xml"/><Relationship Id="rId5" Type="http://schemas.openxmlformats.org/officeDocument/2006/relationships/vmlDrawing" Target="../drawings/vmlDrawing25.vml"/><Relationship Id="rId4" Type="http://schemas.openxmlformats.org/officeDocument/2006/relationships/slideLayout" Target="../slideLayouts/slideLayout5.xml"/><Relationship Id="rId3" Type="http://schemas.openxmlformats.org/officeDocument/2006/relationships/image" Target="../media/image94.emf"/><Relationship Id="rId2" Type="http://schemas.openxmlformats.org/officeDocument/2006/relationships/package" Target="../embeddings/Document53.docx"/><Relationship Id="rId1" Type="http://schemas.openxmlformats.org/officeDocument/2006/relationships/image" Target="../media/image13.png"/></Relationships>
</file>

<file path=ppt/slides/_rels/slide39.xml.rels><?xml version="1.0" encoding="UTF-8" standalone="yes"?>
<Relationships xmlns="http://schemas.openxmlformats.org/package/2006/relationships"><Relationship Id="rId6" Type="http://schemas.openxmlformats.org/officeDocument/2006/relationships/notesSlide" Target="../notesSlides/notesSlide36.xml"/><Relationship Id="rId5" Type="http://schemas.openxmlformats.org/officeDocument/2006/relationships/vmlDrawing" Target="../drawings/vmlDrawing26.vml"/><Relationship Id="rId4" Type="http://schemas.openxmlformats.org/officeDocument/2006/relationships/slideLayout" Target="../slideLayouts/slideLayout5.xml"/><Relationship Id="rId3" Type="http://schemas.openxmlformats.org/officeDocument/2006/relationships/image" Target="../media/image95.emf"/><Relationship Id="rId2" Type="http://schemas.openxmlformats.org/officeDocument/2006/relationships/oleObject" Target="../embeddings/oleObject11.bin"/><Relationship Id="rId1" Type="http://schemas.openxmlformats.org/officeDocument/2006/relationships/image" Target="../media/image13.png"/></Relationships>
</file>

<file path=ppt/slides/_rels/slide40.xml.rels><?xml version="1.0" encoding="UTF-8" standalone="yes"?>
<Relationships xmlns="http://schemas.openxmlformats.org/package/2006/relationships"><Relationship Id="rId6" Type="http://schemas.openxmlformats.org/officeDocument/2006/relationships/notesSlide" Target="../notesSlides/notesSlide37.xml"/><Relationship Id="rId5" Type="http://schemas.openxmlformats.org/officeDocument/2006/relationships/vmlDrawing" Target="../drawings/vmlDrawing27.vml"/><Relationship Id="rId4" Type="http://schemas.openxmlformats.org/officeDocument/2006/relationships/slideLayout" Target="../slideLayouts/slideLayout5.xml"/><Relationship Id="rId3" Type="http://schemas.openxmlformats.org/officeDocument/2006/relationships/image" Target="../media/image96.emf"/><Relationship Id="rId2" Type="http://schemas.openxmlformats.org/officeDocument/2006/relationships/oleObject" Target="../embeddings/oleObject12.bin"/><Relationship Id="rId1" Type="http://schemas.openxmlformats.org/officeDocument/2006/relationships/image" Target="../media/image13.png"/></Relationships>
</file>

<file path=ppt/slides/_rels/slide41.xml.rels><?xml version="1.0" encoding="UTF-8" standalone="yes"?>
<Relationships xmlns="http://schemas.openxmlformats.org/package/2006/relationships"><Relationship Id="rId6" Type="http://schemas.openxmlformats.org/officeDocument/2006/relationships/notesSlide" Target="../notesSlides/notesSlide38.xml"/><Relationship Id="rId5" Type="http://schemas.openxmlformats.org/officeDocument/2006/relationships/vmlDrawing" Target="../drawings/vmlDrawing28.vml"/><Relationship Id="rId4" Type="http://schemas.openxmlformats.org/officeDocument/2006/relationships/slideLayout" Target="../slideLayouts/slideLayout5.xml"/><Relationship Id="rId3" Type="http://schemas.openxmlformats.org/officeDocument/2006/relationships/image" Target="../media/image97.emf"/><Relationship Id="rId2" Type="http://schemas.openxmlformats.org/officeDocument/2006/relationships/oleObject" Target="../embeddings/oleObject13.bin"/><Relationship Id="rId1" Type="http://schemas.openxmlformats.org/officeDocument/2006/relationships/image" Target="../media/image13.png"/></Relationships>
</file>

<file path=ppt/slides/_rels/slide42.xml.rels><?xml version="1.0" encoding="UTF-8" standalone="yes"?>
<Relationships xmlns="http://schemas.openxmlformats.org/package/2006/relationships"><Relationship Id="rId9" Type="http://schemas.openxmlformats.org/officeDocument/2006/relationships/image" Target="../media/image101.emf"/><Relationship Id="rId8" Type="http://schemas.openxmlformats.org/officeDocument/2006/relationships/oleObject" Target="../embeddings/oleObject14.bin"/><Relationship Id="rId7" Type="http://schemas.openxmlformats.org/officeDocument/2006/relationships/image" Target="../media/image100.emf"/><Relationship Id="rId6" Type="http://schemas.openxmlformats.org/officeDocument/2006/relationships/package" Target="../embeddings/Document56.docx"/><Relationship Id="rId5" Type="http://schemas.openxmlformats.org/officeDocument/2006/relationships/image" Target="../media/image99.emf"/><Relationship Id="rId4" Type="http://schemas.openxmlformats.org/officeDocument/2006/relationships/package" Target="../embeddings/Document55.docx"/><Relationship Id="rId3" Type="http://schemas.openxmlformats.org/officeDocument/2006/relationships/image" Target="../media/image98.emf"/><Relationship Id="rId2" Type="http://schemas.openxmlformats.org/officeDocument/2006/relationships/package" Target="../embeddings/Document54.docx"/><Relationship Id="rId12" Type="http://schemas.openxmlformats.org/officeDocument/2006/relationships/notesSlide" Target="../notesSlides/notesSlide39.xml"/><Relationship Id="rId11" Type="http://schemas.openxmlformats.org/officeDocument/2006/relationships/vmlDrawing" Target="../drawings/vmlDrawing29.vml"/><Relationship Id="rId10" Type="http://schemas.openxmlformats.org/officeDocument/2006/relationships/slideLayout" Target="../slideLayouts/slideLayout5.xml"/><Relationship Id="rId1" Type="http://schemas.openxmlformats.org/officeDocument/2006/relationships/image" Target="../media/image13.png"/></Relationships>
</file>

<file path=ppt/slides/_rels/slide43.xml.rels><?xml version="1.0" encoding="UTF-8" standalone="yes"?>
<Relationships xmlns="http://schemas.openxmlformats.org/package/2006/relationships"><Relationship Id="rId8" Type="http://schemas.openxmlformats.org/officeDocument/2006/relationships/notesSlide" Target="../notesSlides/notesSlide40.xml"/><Relationship Id="rId7" Type="http://schemas.openxmlformats.org/officeDocument/2006/relationships/vmlDrawing" Target="../drawings/vmlDrawing30.vml"/><Relationship Id="rId6" Type="http://schemas.openxmlformats.org/officeDocument/2006/relationships/slideLayout" Target="../slideLayouts/slideLayout5.xml"/><Relationship Id="rId5" Type="http://schemas.openxmlformats.org/officeDocument/2006/relationships/image" Target="../media/image103.emf"/><Relationship Id="rId4" Type="http://schemas.openxmlformats.org/officeDocument/2006/relationships/oleObject" Target="../embeddings/oleObject15.bin"/><Relationship Id="rId3" Type="http://schemas.openxmlformats.org/officeDocument/2006/relationships/image" Target="../media/image102.emf"/><Relationship Id="rId2" Type="http://schemas.openxmlformats.org/officeDocument/2006/relationships/package" Target="../embeddings/Document57.docx"/><Relationship Id="rId1" Type="http://schemas.openxmlformats.org/officeDocument/2006/relationships/image" Target="../media/image13.png"/></Relationships>
</file>

<file path=ppt/slides/_rels/slide44.xml.rels><?xml version="1.0" encoding="UTF-8" standalone="yes"?>
<Relationships xmlns="http://schemas.openxmlformats.org/package/2006/relationships"><Relationship Id="rId8" Type="http://schemas.openxmlformats.org/officeDocument/2006/relationships/notesSlide" Target="../notesSlides/notesSlide41.xml"/><Relationship Id="rId7" Type="http://schemas.openxmlformats.org/officeDocument/2006/relationships/vmlDrawing" Target="../drawings/vmlDrawing31.vml"/><Relationship Id="rId6" Type="http://schemas.openxmlformats.org/officeDocument/2006/relationships/slideLayout" Target="../slideLayouts/slideLayout5.xml"/><Relationship Id="rId5" Type="http://schemas.openxmlformats.org/officeDocument/2006/relationships/image" Target="../media/image105.emf"/><Relationship Id="rId4" Type="http://schemas.openxmlformats.org/officeDocument/2006/relationships/oleObject" Target="../embeddings/oleObject16.bin"/><Relationship Id="rId3" Type="http://schemas.openxmlformats.org/officeDocument/2006/relationships/image" Target="../media/image104.emf"/><Relationship Id="rId2" Type="http://schemas.openxmlformats.org/officeDocument/2006/relationships/package" Target="../embeddings/Document58.docx"/><Relationship Id="rId1" Type="http://schemas.openxmlformats.org/officeDocument/2006/relationships/image" Target="../media/image13.png"/></Relationships>
</file>

<file path=ppt/slides/_rels/slide45.xml.rels><?xml version="1.0" encoding="UTF-8" standalone="yes"?>
<Relationships xmlns="http://schemas.openxmlformats.org/package/2006/relationships"><Relationship Id="rId9" Type="http://schemas.openxmlformats.org/officeDocument/2006/relationships/vmlDrawing" Target="../drawings/vmlDrawing32.vml"/><Relationship Id="rId8" Type="http://schemas.openxmlformats.org/officeDocument/2006/relationships/slideLayout" Target="../slideLayouts/slideLayout5.xml"/><Relationship Id="rId7" Type="http://schemas.openxmlformats.org/officeDocument/2006/relationships/image" Target="../media/image108.emf"/><Relationship Id="rId6" Type="http://schemas.openxmlformats.org/officeDocument/2006/relationships/oleObject" Target="../embeddings/oleObject18.bin"/><Relationship Id="rId5" Type="http://schemas.openxmlformats.org/officeDocument/2006/relationships/image" Target="../media/image107.emf"/><Relationship Id="rId4" Type="http://schemas.openxmlformats.org/officeDocument/2006/relationships/package" Target="../embeddings/Document59.docx"/><Relationship Id="rId3" Type="http://schemas.openxmlformats.org/officeDocument/2006/relationships/image" Target="../media/image106.emf"/><Relationship Id="rId2" Type="http://schemas.openxmlformats.org/officeDocument/2006/relationships/oleObject" Target="../embeddings/oleObject17.bin"/><Relationship Id="rId10" Type="http://schemas.openxmlformats.org/officeDocument/2006/relationships/notesSlide" Target="../notesSlides/notesSlide42.xml"/><Relationship Id="rId1" Type="http://schemas.openxmlformats.org/officeDocument/2006/relationships/image" Target="../media/image13.png"/></Relationships>
</file>

<file path=ppt/slides/_rels/slide46.xml.rels><?xml version="1.0" encoding="UTF-8" standalone="yes"?>
<Relationships xmlns="http://schemas.openxmlformats.org/package/2006/relationships"><Relationship Id="rId6" Type="http://schemas.openxmlformats.org/officeDocument/2006/relationships/notesSlide" Target="../notesSlides/notesSlide43.xml"/><Relationship Id="rId5" Type="http://schemas.openxmlformats.org/officeDocument/2006/relationships/vmlDrawing" Target="../drawings/vmlDrawing33.vml"/><Relationship Id="rId4" Type="http://schemas.openxmlformats.org/officeDocument/2006/relationships/slideLayout" Target="../slideLayouts/slideLayout5.xml"/><Relationship Id="rId3" Type="http://schemas.openxmlformats.org/officeDocument/2006/relationships/image" Target="../media/image109.emf"/><Relationship Id="rId2" Type="http://schemas.openxmlformats.org/officeDocument/2006/relationships/package" Target="../embeddings/Document60.docx"/><Relationship Id="rId1" Type="http://schemas.openxmlformats.org/officeDocument/2006/relationships/image" Target="../media/image13.png"/></Relationships>
</file>

<file path=ppt/slides/_rels/slide47.xml.rels><?xml version="1.0" encoding="UTF-8" standalone="yes"?>
<Relationships xmlns="http://schemas.openxmlformats.org/package/2006/relationships"><Relationship Id="rId8" Type="http://schemas.openxmlformats.org/officeDocument/2006/relationships/notesSlide" Target="../notesSlides/notesSlide44.xml"/><Relationship Id="rId7" Type="http://schemas.openxmlformats.org/officeDocument/2006/relationships/vmlDrawing" Target="../drawings/vmlDrawing34.vml"/><Relationship Id="rId6" Type="http://schemas.openxmlformats.org/officeDocument/2006/relationships/slideLayout" Target="../slideLayouts/slideLayout5.xml"/><Relationship Id="rId5" Type="http://schemas.openxmlformats.org/officeDocument/2006/relationships/image" Target="../media/image111.emf"/><Relationship Id="rId4" Type="http://schemas.openxmlformats.org/officeDocument/2006/relationships/oleObject" Target="../embeddings/oleObject19.bin"/><Relationship Id="rId3" Type="http://schemas.openxmlformats.org/officeDocument/2006/relationships/image" Target="../media/image110.emf"/><Relationship Id="rId2" Type="http://schemas.openxmlformats.org/officeDocument/2006/relationships/package" Target="../embeddings/Document61.docx"/><Relationship Id="rId1" Type="http://schemas.openxmlformats.org/officeDocument/2006/relationships/image" Target="../media/image13.png"/></Relationships>
</file>

<file path=ppt/slides/_rels/slide48.xml.rels><?xml version="1.0" encoding="UTF-8" standalone="yes"?>
<Relationships xmlns="http://schemas.openxmlformats.org/package/2006/relationships"><Relationship Id="rId9" Type="http://schemas.openxmlformats.org/officeDocument/2006/relationships/vmlDrawing" Target="../drawings/vmlDrawing35.vml"/><Relationship Id="rId8" Type="http://schemas.openxmlformats.org/officeDocument/2006/relationships/slideLayout" Target="../slideLayouts/slideLayout5.xml"/><Relationship Id="rId7" Type="http://schemas.openxmlformats.org/officeDocument/2006/relationships/image" Target="../media/image114.emf"/><Relationship Id="rId6" Type="http://schemas.openxmlformats.org/officeDocument/2006/relationships/package" Target="../embeddings/Document64.docx"/><Relationship Id="rId5" Type="http://schemas.openxmlformats.org/officeDocument/2006/relationships/image" Target="../media/image113.emf"/><Relationship Id="rId4" Type="http://schemas.openxmlformats.org/officeDocument/2006/relationships/package" Target="../embeddings/Document63.docx"/><Relationship Id="rId3" Type="http://schemas.openxmlformats.org/officeDocument/2006/relationships/image" Target="../media/image112.emf"/><Relationship Id="rId2" Type="http://schemas.openxmlformats.org/officeDocument/2006/relationships/package" Target="../embeddings/Document62.docx"/><Relationship Id="rId10" Type="http://schemas.openxmlformats.org/officeDocument/2006/relationships/notesSlide" Target="../notesSlides/notesSlide45.xml"/><Relationship Id="rId1" Type="http://schemas.openxmlformats.org/officeDocument/2006/relationships/image" Target="../media/image13.png"/></Relationships>
</file>

<file path=ppt/slides/_rels/slide49.xml.rels><?xml version="1.0" encoding="UTF-8" standalone="yes"?>
<Relationships xmlns="http://schemas.openxmlformats.org/package/2006/relationships"><Relationship Id="rId6" Type="http://schemas.openxmlformats.org/officeDocument/2006/relationships/notesSlide" Target="../notesSlides/notesSlide46.xml"/><Relationship Id="rId5" Type="http://schemas.openxmlformats.org/officeDocument/2006/relationships/vmlDrawing" Target="../drawings/vmlDrawing36.vml"/><Relationship Id="rId4" Type="http://schemas.openxmlformats.org/officeDocument/2006/relationships/slideLayout" Target="../slideLayouts/slideLayout5.xml"/><Relationship Id="rId3" Type="http://schemas.openxmlformats.org/officeDocument/2006/relationships/image" Target="../media/image115.emf"/><Relationship Id="rId2" Type="http://schemas.openxmlformats.org/officeDocument/2006/relationships/oleObject" Target="../embeddings/oleObject20.bin"/><Relationship Id="rId1" Type="http://schemas.openxmlformats.org/officeDocument/2006/relationships/image" Target="../media/image13.png"/></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9.xml"/><Relationship Id="rId1" Type="http://schemas.openxmlformats.org/officeDocument/2006/relationships/image" Target="../media/image21.jpeg"/></Relationships>
</file>

<file path=ppt/slides/_rels/slide51.xml.rels><?xml version="1.0" encoding="UTF-8" standalone="yes"?>
<Relationships xmlns="http://schemas.openxmlformats.org/package/2006/relationships"><Relationship Id="rId6" Type="http://schemas.openxmlformats.org/officeDocument/2006/relationships/notesSlide" Target="../notesSlides/notesSlide48.xml"/><Relationship Id="rId5" Type="http://schemas.openxmlformats.org/officeDocument/2006/relationships/vmlDrawing" Target="../drawings/vmlDrawing37.vml"/><Relationship Id="rId4" Type="http://schemas.openxmlformats.org/officeDocument/2006/relationships/slideLayout" Target="../slideLayouts/slideLayout5.xml"/><Relationship Id="rId3" Type="http://schemas.openxmlformats.org/officeDocument/2006/relationships/image" Target="../media/image116.emf"/><Relationship Id="rId2" Type="http://schemas.openxmlformats.org/officeDocument/2006/relationships/oleObject" Target="../embeddings/oleObject21.bin"/><Relationship Id="rId1" Type="http://schemas.openxmlformats.org/officeDocument/2006/relationships/image" Target="../media/image13.png"/></Relationships>
</file>

<file path=ppt/slides/_rels/slide52.xml.rels><?xml version="1.0" encoding="UTF-8" standalone="yes"?>
<Relationships xmlns="http://schemas.openxmlformats.org/package/2006/relationships"><Relationship Id="rId9" Type="http://schemas.openxmlformats.org/officeDocument/2006/relationships/tags" Target="../tags/tag27.xml"/><Relationship Id="rId8" Type="http://schemas.openxmlformats.org/officeDocument/2006/relationships/tags" Target="../tags/tag26.xml"/><Relationship Id="rId7" Type="http://schemas.openxmlformats.org/officeDocument/2006/relationships/image" Target="../media/image119.png"/><Relationship Id="rId6" Type="http://schemas.openxmlformats.org/officeDocument/2006/relationships/tags" Target="../tags/tag25.xml"/><Relationship Id="rId5" Type="http://schemas.openxmlformats.org/officeDocument/2006/relationships/image" Target="../media/image118.png"/><Relationship Id="rId4" Type="http://schemas.openxmlformats.org/officeDocument/2006/relationships/tags" Target="../tags/tag24.xml"/><Relationship Id="rId3" Type="http://schemas.openxmlformats.org/officeDocument/2006/relationships/image" Target="../media/image117.emf"/><Relationship Id="rId2" Type="http://schemas.openxmlformats.org/officeDocument/2006/relationships/oleObject" Target="../embeddings/oleObject22.bin"/><Relationship Id="rId12" Type="http://schemas.openxmlformats.org/officeDocument/2006/relationships/notesSlide" Target="../notesSlides/notesSlide49.xml"/><Relationship Id="rId11" Type="http://schemas.openxmlformats.org/officeDocument/2006/relationships/vmlDrawing" Target="../drawings/vmlDrawing38.vml"/><Relationship Id="rId10" Type="http://schemas.openxmlformats.org/officeDocument/2006/relationships/slideLayout" Target="../slideLayouts/slideLayout5.xml"/><Relationship Id="rId1" Type="http://schemas.openxmlformats.org/officeDocument/2006/relationships/image" Target="../media/image13.png"/></Relationships>
</file>

<file path=ppt/slides/_rels/slide53.xml.rels><?xml version="1.0" encoding="UTF-8" standalone="yes"?>
<Relationships xmlns="http://schemas.openxmlformats.org/package/2006/relationships"><Relationship Id="rId6" Type="http://schemas.openxmlformats.org/officeDocument/2006/relationships/notesSlide" Target="../notesSlides/notesSlide50.xml"/><Relationship Id="rId5" Type="http://schemas.openxmlformats.org/officeDocument/2006/relationships/vmlDrawing" Target="../drawings/vmlDrawing39.vml"/><Relationship Id="rId4" Type="http://schemas.openxmlformats.org/officeDocument/2006/relationships/slideLayout" Target="../slideLayouts/slideLayout5.xml"/><Relationship Id="rId3" Type="http://schemas.openxmlformats.org/officeDocument/2006/relationships/image" Target="../media/image120.emf"/><Relationship Id="rId2" Type="http://schemas.openxmlformats.org/officeDocument/2006/relationships/oleObject" Target="../embeddings/oleObject23.bin"/><Relationship Id="rId1" Type="http://schemas.openxmlformats.org/officeDocument/2006/relationships/image" Target="../media/image13.png"/></Relationships>
</file>

<file path=ppt/slides/_rels/slide54.xml.rels><?xml version="1.0" encoding="UTF-8" standalone="yes"?>
<Relationships xmlns="http://schemas.openxmlformats.org/package/2006/relationships"><Relationship Id="rId8" Type="http://schemas.openxmlformats.org/officeDocument/2006/relationships/notesSlide" Target="../notesSlides/notesSlide51.xml"/><Relationship Id="rId7" Type="http://schemas.openxmlformats.org/officeDocument/2006/relationships/vmlDrawing" Target="../drawings/vmlDrawing40.vml"/><Relationship Id="rId6" Type="http://schemas.openxmlformats.org/officeDocument/2006/relationships/slideLayout" Target="../slideLayouts/slideLayout5.xml"/><Relationship Id="rId5" Type="http://schemas.openxmlformats.org/officeDocument/2006/relationships/image" Target="../media/image122.emf"/><Relationship Id="rId4" Type="http://schemas.openxmlformats.org/officeDocument/2006/relationships/oleObject" Target="../embeddings/oleObject24.bin"/><Relationship Id="rId3" Type="http://schemas.openxmlformats.org/officeDocument/2006/relationships/image" Target="../media/image121.emf"/><Relationship Id="rId2" Type="http://schemas.openxmlformats.org/officeDocument/2006/relationships/package" Target="../embeddings/Document65.docx"/><Relationship Id="rId1" Type="http://schemas.openxmlformats.org/officeDocument/2006/relationships/image" Target="../media/image13.png"/></Relationships>
</file>

<file path=ppt/slides/_rels/slide55.xml.rels><?xml version="1.0" encoding="UTF-8" standalone="yes"?>
<Relationships xmlns="http://schemas.openxmlformats.org/package/2006/relationships"><Relationship Id="rId9" Type="http://schemas.openxmlformats.org/officeDocument/2006/relationships/image" Target="../media/image126.emf"/><Relationship Id="rId8" Type="http://schemas.openxmlformats.org/officeDocument/2006/relationships/oleObject" Target="../embeddings/oleObject26.bin"/><Relationship Id="rId7" Type="http://schemas.openxmlformats.org/officeDocument/2006/relationships/image" Target="../media/image125.emf"/><Relationship Id="rId6" Type="http://schemas.openxmlformats.org/officeDocument/2006/relationships/package" Target="../embeddings/Document67.docx"/><Relationship Id="rId5" Type="http://schemas.openxmlformats.org/officeDocument/2006/relationships/image" Target="../media/image124.emf"/><Relationship Id="rId4" Type="http://schemas.openxmlformats.org/officeDocument/2006/relationships/oleObject" Target="../embeddings/oleObject25.bin"/><Relationship Id="rId3" Type="http://schemas.openxmlformats.org/officeDocument/2006/relationships/image" Target="../media/image123.emf"/><Relationship Id="rId2" Type="http://schemas.openxmlformats.org/officeDocument/2006/relationships/package" Target="../embeddings/Document66.docx"/><Relationship Id="rId12" Type="http://schemas.openxmlformats.org/officeDocument/2006/relationships/notesSlide" Target="../notesSlides/notesSlide52.xml"/><Relationship Id="rId11" Type="http://schemas.openxmlformats.org/officeDocument/2006/relationships/vmlDrawing" Target="../drawings/vmlDrawing41.vml"/><Relationship Id="rId10" Type="http://schemas.openxmlformats.org/officeDocument/2006/relationships/slideLayout" Target="../slideLayouts/slideLayout5.xml"/><Relationship Id="rId1" Type="http://schemas.openxmlformats.org/officeDocument/2006/relationships/image" Target="../media/image13.png"/></Relationships>
</file>

<file path=ppt/slides/_rels/slide56.xml.rels><?xml version="1.0" encoding="UTF-8" standalone="yes"?>
<Relationships xmlns="http://schemas.openxmlformats.org/package/2006/relationships"><Relationship Id="rId9" Type="http://schemas.openxmlformats.org/officeDocument/2006/relationships/vmlDrawing" Target="../drawings/vmlDrawing42.vml"/><Relationship Id="rId8" Type="http://schemas.openxmlformats.org/officeDocument/2006/relationships/slideLayout" Target="../slideLayouts/slideLayout5.xml"/><Relationship Id="rId7" Type="http://schemas.openxmlformats.org/officeDocument/2006/relationships/image" Target="../media/image129.emf"/><Relationship Id="rId6" Type="http://schemas.openxmlformats.org/officeDocument/2006/relationships/package" Target="../embeddings/Document70.docx"/><Relationship Id="rId5" Type="http://schemas.openxmlformats.org/officeDocument/2006/relationships/image" Target="../media/image128.emf"/><Relationship Id="rId4" Type="http://schemas.openxmlformats.org/officeDocument/2006/relationships/package" Target="../embeddings/Document69.docx"/><Relationship Id="rId3" Type="http://schemas.openxmlformats.org/officeDocument/2006/relationships/image" Target="../media/image127.emf"/><Relationship Id="rId2" Type="http://schemas.openxmlformats.org/officeDocument/2006/relationships/package" Target="../embeddings/Document68.docx"/><Relationship Id="rId10" Type="http://schemas.openxmlformats.org/officeDocument/2006/relationships/notesSlide" Target="../notesSlides/notesSlide53.xml"/><Relationship Id="rId1" Type="http://schemas.openxmlformats.org/officeDocument/2006/relationships/image" Target="../media/image13.png"/></Relationships>
</file>

<file path=ppt/slides/_rels/slide57.xml.rels><?xml version="1.0" encoding="UTF-8" standalone="yes"?>
<Relationships xmlns="http://schemas.openxmlformats.org/package/2006/relationships"><Relationship Id="rId9" Type="http://schemas.openxmlformats.org/officeDocument/2006/relationships/vmlDrawing" Target="../drawings/vmlDrawing43.vml"/><Relationship Id="rId8" Type="http://schemas.openxmlformats.org/officeDocument/2006/relationships/slideLayout" Target="../slideLayouts/slideLayout5.xml"/><Relationship Id="rId7" Type="http://schemas.openxmlformats.org/officeDocument/2006/relationships/image" Target="../media/image132.emf"/><Relationship Id="rId6" Type="http://schemas.openxmlformats.org/officeDocument/2006/relationships/package" Target="../embeddings/Document73.docx"/><Relationship Id="rId5" Type="http://schemas.openxmlformats.org/officeDocument/2006/relationships/image" Target="../media/image131.emf"/><Relationship Id="rId4" Type="http://schemas.openxmlformats.org/officeDocument/2006/relationships/package" Target="../embeddings/Document72.docx"/><Relationship Id="rId3" Type="http://schemas.openxmlformats.org/officeDocument/2006/relationships/image" Target="../media/image130.emf"/><Relationship Id="rId2" Type="http://schemas.openxmlformats.org/officeDocument/2006/relationships/package" Target="../embeddings/Document71.docx"/><Relationship Id="rId10" Type="http://schemas.openxmlformats.org/officeDocument/2006/relationships/notesSlide" Target="../notesSlides/notesSlide54.xml"/><Relationship Id="rId1" Type="http://schemas.openxmlformats.org/officeDocument/2006/relationships/image" Target="../media/image13.png"/></Relationships>
</file>

<file path=ppt/slides/_rels/slide58.xml.rels><?xml version="1.0" encoding="UTF-8" standalone="yes"?>
<Relationships xmlns="http://schemas.openxmlformats.org/package/2006/relationships"><Relationship Id="rId9" Type="http://schemas.openxmlformats.org/officeDocument/2006/relationships/tags" Target="../tags/tag31.xml"/><Relationship Id="rId8" Type="http://schemas.openxmlformats.org/officeDocument/2006/relationships/tags" Target="../tags/tag30.xml"/><Relationship Id="rId7" Type="http://schemas.openxmlformats.org/officeDocument/2006/relationships/image" Target="../media/image135.png"/><Relationship Id="rId6" Type="http://schemas.openxmlformats.org/officeDocument/2006/relationships/tags" Target="../tags/tag29.xml"/><Relationship Id="rId5" Type="http://schemas.openxmlformats.org/officeDocument/2006/relationships/image" Target="../media/image134.png"/><Relationship Id="rId4" Type="http://schemas.openxmlformats.org/officeDocument/2006/relationships/tags" Target="../tags/tag28.xml"/><Relationship Id="rId3" Type="http://schemas.openxmlformats.org/officeDocument/2006/relationships/image" Target="../media/image133.emf"/><Relationship Id="rId2" Type="http://schemas.openxmlformats.org/officeDocument/2006/relationships/oleObject" Target="../embeddings/oleObject27.bin"/><Relationship Id="rId12" Type="http://schemas.openxmlformats.org/officeDocument/2006/relationships/notesSlide" Target="../notesSlides/notesSlide55.xml"/><Relationship Id="rId11" Type="http://schemas.openxmlformats.org/officeDocument/2006/relationships/vmlDrawing" Target="../drawings/vmlDrawing44.vml"/><Relationship Id="rId10" Type="http://schemas.openxmlformats.org/officeDocument/2006/relationships/slideLayout" Target="../slideLayouts/slideLayout5.xml"/><Relationship Id="rId1" Type="http://schemas.openxmlformats.org/officeDocument/2006/relationships/image" Target="../media/image13.png"/></Relationships>
</file>

<file path=ppt/slides/_rels/slide59.xml.rels><?xml version="1.0" encoding="UTF-8" standalone="yes"?>
<Relationships xmlns="http://schemas.openxmlformats.org/package/2006/relationships"><Relationship Id="rId6" Type="http://schemas.openxmlformats.org/officeDocument/2006/relationships/notesSlide" Target="../notesSlides/notesSlide56.xml"/><Relationship Id="rId5" Type="http://schemas.openxmlformats.org/officeDocument/2006/relationships/vmlDrawing" Target="../drawings/vmlDrawing45.vml"/><Relationship Id="rId4" Type="http://schemas.openxmlformats.org/officeDocument/2006/relationships/slideLayout" Target="../slideLayouts/slideLayout5.xml"/><Relationship Id="rId3" Type="http://schemas.openxmlformats.org/officeDocument/2006/relationships/image" Target="../media/image136.emf"/><Relationship Id="rId2" Type="http://schemas.openxmlformats.org/officeDocument/2006/relationships/package" Target="../embeddings/Document74.docx"/><Relationship Id="rId1" Type="http://schemas.openxmlformats.org/officeDocument/2006/relationships/image" Target="../media/image13.png"/></Relationships>
</file>

<file path=ppt/slides/_rels/slide60.xml.rels><?xml version="1.0" encoding="UTF-8" standalone="yes"?>
<Relationships xmlns="http://schemas.openxmlformats.org/package/2006/relationships"><Relationship Id="rId7" Type="http://schemas.openxmlformats.org/officeDocument/2006/relationships/notesSlide" Target="../notesSlides/notesSlide57.xml"/><Relationship Id="rId6" Type="http://schemas.openxmlformats.org/officeDocument/2006/relationships/vmlDrawing" Target="../drawings/vmlDrawing46.vml"/><Relationship Id="rId5" Type="http://schemas.openxmlformats.org/officeDocument/2006/relationships/slideLayout" Target="../slideLayouts/slideLayout5.xml"/><Relationship Id="rId4" Type="http://schemas.openxmlformats.org/officeDocument/2006/relationships/image" Target="../media/image138.png"/><Relationship Id="rId3" Type="http://schemas.openxmlformats.org/officeDocument/2006/relationships/image" Target="../media/image137.emf"/><Relationship Id="rId2" Type="http://schemas.openxmlformats.org/officeDocument/2006/relationships/oleObject" Target="../embeddings/oleObject28.bin"/><Relationship Id="rId1" Type="http://schemas.openxmlformats.org/officeDocument/2006/relationships/image" Target="../media/image13.png"/></Relationships>
</file>

<file path=ppt/slides/_rels/slide61.xml.rels><?xml version="1.0" encoding="UTF-8" standalone="yes"?>
<Relationships xmlns="http://schemas.openxmlformats.org/package/2006/relationships"><Relationship Id="rId9" Type="http://schemas.openxmlformats.org/officeDocument/2006/relationships/image" Target="../media/image52.png"/><Relationship Id="rId8" Type="http://schemas.openxmlformats.org/officeDocument/2006/relationships/customXml" Target="../ink/ink8.xml"/><Relationship Id="rId7" Type="http://schemas.openxmlformats.org/officeDocument/2006/relationships/image" Target="../media/image141.emf"/><Relationship Id="rId6" Type="http://schemas.openxmlformats.org/officeDocument/2006/relationships/package" Target="../embeddings/Document77.docx"/><Relationship Id="rId5" Type="http://schemas.openxmlformats.org/officeDocument/2006/relationships/image" Target="../media/image140.emf"/><Relationship Id="rId4" Type="http://schemas.openxmlformats.org/officeDocument/2006/relationships/package" Target="../embeddings/Document76.docx"/><Relationship Id="rId3" Type="http://schemas.openxmlformats.org/officeDocument/2006/relationships/image" Target="../media/image139.emf"/><Relationship Id="rId2" Type="http://schemas.openxmlformats.org/officeDocument/2006/relationships/package" Target="../embeddings/Document75.docx"/><Relationship Id="rId13" Type="http://schemas.openxmlformats.org/officeDocument/2006/relationships/notesSlide" Target="../notesSlides/notesSlide58.xml"/><Relationship Id="rId12" Type="http://schemas.openxmlformats.org/officeDocument/2006/relationships/vmlDrawing" Target="../drawings/vmlDrawing47.vml"/><Relationship Id="rId11" Type="http://schemas.openxmlformats.org/officeDocument/2006/relationships/slideLayout" Target="../slideLayouts/slideLayout5.xml"/><Relationship Id="rId10" Type="http://schemas.openxmlformats.org/officeDocument/2006/relationships/customXml" Target="../ink/ink9.xml"/><Relationship Id="rId1" Type="http://schemas.openxmlformats.org/officeDocument/2006/relationships/image" Target="../media/image13.png"/></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9.xml"/><Relationship Id="rId1" Type="http://schemas.openxmlformats.org/officeDocument/2006/relationships/image" Target="../media/image21.jpeg"/></Relationships>
</file>

<file path=ppt/slides/_rels/slide63.xml.rels><?xml version="1.0" encoding="UTF-8" standalone="yes"?>
<Relationships xmlns="http://schemas.openxmlformats.org/package/2006/relationships"><Relationship Id="rId4" Type="http://schemas.openxmlformats.org/officeDocument/2006/relationships/slideLayout" Target="../slideLayouts/slideLayout8.xml"/><Relationship Id="rId3" Type="http://schemas.openxmlformats.org/officeDocument/2006/relationships/image" Target="../media/image144.png"/><Relationship Id="rId2" Type="http://schemas.openxmlformats.org/officeDocument/2006/relationships/image" Target="../media/image143.png"/><Relationship Id="rId1" Type="http://schemas.openxmlformats.org/officeDocument/2006/relationships/image" Target="../media/image142.png"/></Relationships>
</file>

<file path=ppt/slides/_rels/slide64.xml.rels><?xml version="1.0" encoding="UTF-8" standalone="yes"?>
<Relationships xmlns="http://schemas.openxmlformats.org/package/2006/relationships"><Relationship Id="rId4" Type="http://schemas.openxmlformats.org/officeDocument/2006/relationships/slideLayout" Target="../slideLayouts/slideLayout8.xml"/><Relationship Id="rId3" Type="http://schemas.openxmlformats.org/officeDocument/2006/relationships/image" Target="../media/image147.png"/><Relationship Id="rId2" Type="http://schemas.openxmlformats.org/officeDocument/2006/relationships/image" Target="../media/image146.png"/><Relationship Id="rId1" Type="http://schemas.openxmlformats.org/officeDocument/2006/relationships/image" Target="../media/image145.png"/></Relationships>
</file>

<file path=ppt/slides/_rels/slide65.xml.rels><?xml version="1.0" encoding="UTF-8" standalone="yes"?>
<Relationships xmlns="http://schemas.openxmlformats.org/package/2006/relationships"><Relationship Id="rId5" Type="http://schemas.openxmlformats.org/officeDocument/2006/relationships/slideLayout" Target="../slideLayouts/slideLayout8.xml"/><Relationship Id="rId4" Type="http://schemas.openxmlformats.org/officeDocument/2006/relationships/image" Target="../media/image151.png"/><Relationship Id="rId3" Type="http://schemas.openxmlformats.org/officeDocument/2006/relationships/image" Target="../media/image150.png"/><Relationship Id="rId2" Type="http://schemas.openxmlformats.org/officeDocument/2006/relationships/image" Target="../media/image149.png"/><Relationship Id="rId1" Type="http://schemas.openxmlformats.org/officeDocument/2006/relationships/image" Target="../media/image148.png"/></Relationships>
</file>

<file path=ppt/slides/_rels/slide66.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image" Target="../media/image153.png"/><Relationship Id="rId1" Type="http://schemas.openxmlformats.org/officeDocument/2006/relationships/image" Target="../media/image152.png"/></Relationships>
</file>

<file path=ppt/slides/_rels/slide67.xml.rels><?xml version="1.0" encoding="UTF-8" standalone="yes"?>
<Relationships xmlns="http://schemas.openxmlformats.org/package/2006/relationships"><Relationship Id="rId4" Type="http://schemas.openxmlformats.org/officeDocument/2006/relationships/slideLayout" Target="../slideLayouts/slideLayout8.xml"/><Relationship Id="rId3" Type="http://schemas.openxmlformats.org/officeDocument/2006/relationships/image" Target="../media/image156.png"/><Relationship Id="rId2" Type="http://schemas.openxmlformats.org/officeDocument/2006/relationships/image" Target="../media/image155.png"/><Relationship Id="rId1" Type="http://schemas.openxmlformats.org/officeDocument/2006/relationships/image" Target="../media/image154.png"/></Relationships>
</file>

<file path=ppt/slides/_rels/slide68.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image" Target="../media/image158.png"/><Relationship Id="rId1" Type="http://schemas.openxmlformats.org/officeDocument/2006/relationships/image" Target="../media/image157.png"/></Relationships>
</file>

<file path=ppt/slides/_rels/slide69.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image" Target="../media/image160.png"/><Relationship Id="rId1" Type="http://schemas.openxmlformats.org/officeDocument/2006/relationships/image" Target="../media/image159.png"/></Relationships>
</file>

<file path=ppt/slides/_rels/slide70.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image" Target="../media/image162.png"/><Relationship Id="rId1" Type="http://schemas.openxmlformats.org/officeDocument/2006/relationships/image" Target="../media/image161.png"/></Relationships>
</file>

<file path=ppt/slides/_rels/slide71.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image" Target="../media/image164.png"/><Relationship Id="rId1" Type="http://schemas.openxmlformats.org/officeDocument/2006/relationships/image" Target="../media/image163.png"/></Relationships>
</file>

<file path=ppt/slides/_rels/slide7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image" Target="../media/image166.png"/><Relationship Id="rId1" Type="http://schemas.openxmlformats.org/officeDocument/2006/relationships/image" Target="../media/image165.png"/></Relationships>
</file>

<file path=ppt/slides/_rels/slide73.xml.rels><?xml version="1.0" encoding="UTF-8" standalone="yes"?>
<Relationships xmlns="http://schemas.openxmlformats.org/package/2006/relationships"><Relationship Id="rId4" Type="http://schemas.openxmlformats.org/officeDocument/2006/relationships/slideLayout" Target="../slideLayouts/slideLayout8.xml"/><Relationship Id="rId3" Type="http://schemas.openxmlformats.org/officeDocument/2006/relationships/image" Target="../media/image169.png"/><Relationship Id="rId2" Type="http://schemas.openxmlformats.org/officeDocument/2006/relationships/image" Target="../media/image168.png"/><Relationship Id="rId1" Type="http://schemas.openxmlformats.org/officeDocument/2006/relationships/image" Target="../media/image167.png"/></Relationships>
</file>

<file path=ppt/slides/_rels/slide74.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image" Target="../media/image171.png"/><Relationship Id="rId1" Type="http://schemas.openxmlformats.org/officeDocument/2006/relationships/image" Target="../media/image170.png"/></Relationships>
</file>

<file path=ppt/slides/_rels/slide75.xml.rels><?xml version="1.0" encoding="UTF-8" standalone="yes"?>
<Relationships xmlns="http://schemas.openxmlformats.org/package/2006/relationships"><Relationship Id="rId9" Type="http://schemas.openxmlformats.org/officeDocument/2006/relationships/image" Target="../media/image177.png"/><Relationship Id="rId8" Type="http://schemas.openxmlformats.org/officeDocument/2006/relationships/image" Target="../media/image176.wmf"/><Relationship Id="rId7" Type="http://schemas.openxmlformats.org/officeDocument/2006/relationships/oleObject" Target="../embeddings/oleObject31.bin"/><Relationship Id="rId6" Type="http://schemas.openxmlformats.org/officeDocument/2006/relationships/image" Target="../media/image175.wmf"/><Relationship Id="rId5" Type="http://schemas.openxmlformats.org/officeDocument/2006/relationships/oleObject" Target="../embeddings/oleObject30.bin"/><Relationship Id="rId4" Type="http://schemas.openxmlformats.org/officeDocument/2006/relationships/image" Target="../media/image174.wmf"/><Relationship Id="rId3" Type="http://schemas.openxmlformats.org/officeDocument/2006/relationships/oleObject" Target="../embeddings/oleObject29.bin"/><Relationship Id="rId24" Type="http://schemas.openxmlformats.org/officeDocument/2006/relationships/vmlDrawing" Target="../drawings/vmlDrawing48.vml"/><Relationship Id="rId23" Type="http://schemas.openxmlformats.org/officeDocument/2006/relationships/slideLayout" Target="../slideLayouts/slideLayout8.xml"/><Relationship Id="rId22" Type="http://schemas.openxmlformats.org/officeDocument/2006/relationships/oleObject" Target="../embeddings/oleObject37.bin"/><Relationship Id="rId21" Type="http://schemas.openxmlformats.org/officeDocument/2006/relationships/oleObject" Target="../embeddings/oleObject36.bin"/><Relationship Id="rId20" Type="http://schemas.openxmlformats.org/officeDocument/2006/relationships/image" Target="../media/image184.png"/><Relationship Id="rId2" Type="http://schemas.openxmlformats.org/officeDocument/2006/relationships/image" Target="../media/image173.png"/><Relationship Id="rId19" Type="http://schemas.openxmlformats.org/officeDocument/2006/relationships/image" Target="../media/image183.wmf"/><Relationship Id="rId18" Type="http://schemas.openxmlformats.org/officeDocument/2006/relationships/oleObject" Target="../embeddings/oleObject35.bin"/><Relationship Id="rId17" Type="http://schemas.openxmlformats.org/officeDocument/2006/relationships/image" Target="../media/image182.png"/><Relationship Id="rId16" Type="http://schemas.openxmlformats.org/officeDocument/2006/relationships/image" Target="../media/image181.wmf"/><Relationship Id="rId15" Type="http://schemas.openxmlformats.org/officeDocument/2006/relationships/oleObject" Target="../embeddings/oleObject34.bin"/><Relationship Id="rId14" Type="http://schemas.openxmlformats.org/officeDocument/2006/relationships/image" Target="../media/image180.wmf"/><Relationship Id="rId13" Type="http://schemas.openxmlformats.org/officeDocument/2006/relationships/oleObject" Target="../embeddings/oleObject33.bin"/><Relationship Id="rId12" Type="http://schemas.openxmlformats.org/officeDocument/2006/relationships/image" Target="../media/image179.wmf"/><Relationship Id="rId11" Type="http://schemas.openxmlformats.org/officeDocument/2006/relationships/oleObject" Target="../embeddings/oleObject32.bin"/><Relationship Id="rId10" Type="http://schemas.openxmlformats.org/officeDocument/2006/relationships/image" Target="../media/image178.png"/><Relationship Id="rId1" Type="http://schemas.openxmlformats.org/officeDocument/2006/relationships/image" Target="../media/image172.png"/></Relationships>
</file>

<file path=ppt/slides/_rels/slide76.xml.rels><?xml version="1.0" encoding="UTF-8" standalone="yes"?>
<Relationships xmlns="http://schemas.openxmlformats.org/package/2006/relationships"><Relationship Id="rId9" Type="http://schemas.openxmlformats.org/officeDocument/2006/relationships/image" Target="../media/image190.wmf"/><Relationship Id="rId8" Type="http://schemas.openxmlformats.org/officeDocument/2006/relationships/oleObject" Target="../embeddings/oleObject39.bin"/><Relationship Id="rId7" Type="http://schemas.openxmlformats.org/officeDocument/2006/relationships/image" Target="../media/image189.png"/><Relationship Id="rId6" Type="http://schemas.openxmlformats.org/officeDocument/2006/relationships/image" Target="../media/image188.wmf"/><Relationship Id="rId5" Type="http://schemas.openxmlformats.org/officeDocument/2006/relationships/oleObject" Target="../embeddings/oleObject38.bin"/><Relationship Id="rId4" Type="http://schemas.openxmlformats.org/officeDocument/2006/relationships/image" Target="../media/image187.png"/><Relationship Id="rId3" Type="http://schemas.openxmlformats.org/officeDocument/2006/relationships/image" Target="../media/image186.png"/><Relationship Id="rId2" Type="http://schemas.openxmlformats.org/officeDocument/2006/relationships/image" Target="../media/image185.png"/><Relationship Id="rId15" Type="http://schemas.openxmlformats.org/officeDocument/2006/relationships/vmlDrawing" Target="../drawings/vmlDrawing49.vml"/><Relationship Id="rId14" Type="http://schemas.openxmlformats.org/officeDocument/2006/relationships/slideLayout" Target="../slideLayouts/slideLayout8.xml"/><Relationship Id="rId13" Type="http://schemas.openxmlformats.org/officeDocument/2006/relationships/oleObject" Target="../embeddings/oleObject41.bin"/><Relationship Id="rId12" Type="http://schemas.openxmlformats.org/officeDocument/2006/relationships/image" Target="../media/image192.wmf"/><Relationship Id="rId11" Type="http://schemas.openxmlformats.org/officeDocument/2006/relationships/oleObject" Target="../embeddings/oleObject40.bin"/><Relationship Id="rId10" Type="http://schemas.openxmlformats.org/officeDocument/2006/relationships/image" Target="../media/image191.png"/><Relationship Id="rId1" Type="http://schemas.openxmlformats.org/officeDocument/2006/relationships/image" Target="../media/image173.png"/></Relationships>
</file>

<file path=ppt/slides/_rels/slide77.xml.rels><?xml version="1.0" encoding="UTF-8" standalone="yes"?>
<Relationships xmlns="http://schemas.openxmlformats.org/package/2006/relationships"><Relationship Id="rId9" Type="http://schemas.openxmlformats.org/officeDocument/2006/relationships/image" Target="../media/image199.png"/><Relationship Id="rId8" Type="http://schemas.openxmlformats.org/officeDocument/2006/relationships/image" Target="../media/image198.png"/><Relationship Id="rId7" Type="http://schemas.openxmlformats.org/officeDocument/2006/relationships/image" Target="../media/image197.png"/><Relationship Id="rId6" Type="http://schemas.openxmlformats.org/officeDocument/2006/relationships/image" Target="../media/image196.png"/><Relationship Id="rId5" Type="http://schemas.openxmlformats.org/officeDocument/2006/relationships/image" Target="../media/image195.png"/><Relationship Id="rId4" Type="http://schemas.openxmlformats.org/officeDocument/2006/relationships/image" Target="../media/image194.png"/><Relationship Id="rId3" Type="http://schemas.openxmlformats.org/officeDocument/2006/relationships/image" Target="../media/image193.emf"/><Relationship Id="rId2" Type="http://schemas.openxmlformats.org/officeDocument/2006/relationships/package" Target="../embeddings/Document78.docx"/><Relationship Id="rId12" Type="http://schemas.openxmlformats.org/officeDocument/2006/relationships/notesSlide" Target="../notesSlides/notesSlide60.xml"/><Relationship Id="rId11" Type="http://schemas.openxmlformats.org/officeDocument/2006/relationships/vmlDrawing" Target="../drawings/vmlDrawing50.vml"/><Relationship Id="rId10" Type="http://schemas.openxmlformats.org/officeDocument/2006/relationships/slideLayout" Target="../slideLayouts/slideLayout5.xml"/><Relationship Id="rId1" Type="http://schemas.openxmlformats.org/officeDocument/2006/relationships/image" Target="../media/image13.png"/></Relationships>
</file>

<file path=ppt/slides/_rels/slide78.xml.rels><?xml version="1.0" encoding="UTF-8" standalone="yes"?>
<Relationships xmlns="http://schemas.openxmlformats.org/package/2006/relationships"><Relationship Id="rId4" Type="http://schemas.openxmlformats.org/officeDocument/2006/relationships/notesSlide" Target="../notesSlides/notesSlide61.xml"/><Relationship Id="rId3" Type="http://schemas.openxmlformats.org/officeDocument/2006/relationships/slideLayout" Target="../slideLayouts/slideLayout5.xml"/><Relationship Id="rId2" Type="http://schemas.openxmlformats.org/officeDocument/2006/relationships/image" Target="../media/image200.png"/><Relationship Id="rId1" Type="http://schemas.openxmlformats.org/officeDocument/2006/relationships/image" Target="../media/image13.png"/></Relationships>
</file>

<file path=ppt/slides/_rels/slide79.xml.rels><?xml version="1.0" encoding="UTF-8" standalone="yes"?>
<Relationships xmlns="http://schemas.openxmlformats.org/package/2006/relationships"><Relationship Id="rId7" Type="http://schemas.openxmlformats.org/officeDocument/2006/relationships/notesSlide" Target="../notesSlides/notesSlide62.xml"/><Relationship Id="rId6" Type="http://schemas.openxmlformats.org/officeDocument/2006/relationships/vmlDrawing" Target="../drawings/vmlDrawing51.vml"/><Relationship Id="rId5" Type="http://schemas.openxmlformats.org/officeDocument/2006/relationships/slideLayout" Target="../slideLayouts/slideLayout5.xml"/><Relationship Id="rId4" Type="http://schemas.openxmlformats.org/officeDocument/2006/relationships/image" Target="../media/image202.png"/><Relationship Id="rId3" Type="http://schemas.openxmlformats.org/officeDocument/2006/relationships/image" Target="../media/image201.emf"/><Relationship Id="rId2" Type="http://schemas.openxmlformats.org/officeDocument/2006/relationships/package" Target="../embeddings/Document79.docx"/><Relationship Id="rId1" Type="http://schemas.openxmlformats.org/officeDocument/2006/relationships/image" Target="../media/image13.png"/></Relationships>
</file>

<file path=ppt/slides/_rels/slide80.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9.xml"/><Relationship Id="rId1" Type="http://schemas.openxmlformats.org/officeDocument/2006/relationships/image" Target="../media/image21.jpeg"/></Relationships>
</file>

<file path=ppt/slides/_rels/slide81.xml.rels><?xml version="1.0" encoding="UTF-8" standalone="yes"?>
<Relationships xmlns="http://schemas.openxmlformats.org/package/2006/relationships"><Relationship Id="rId9" Type="http://schemas.openxmlformats.org/officeDocument/2006/relationships/image" Target="../media/image206.emf"/><Relationship Id="rId8" Type="http://schemas.openxmlformats.org/officeDocument/2006/relationships/package" Target="../embeddings/Document83.docx"/><Relationship Id="rId7" Type="http://schemas.openxmlformats.org/officeDocument/2006/relationships/image" Target="../media/image205.emf"/><Relationship Id="rId6" Type="http://schemas.openxmlformats.org/officeDocument/2006/relationships/package" Target="../embeddings/Document82.docx"/><Relationship Id="rId5" Type="http://schemas.openxmlformats.org/officeDocument/2006/relationships/image" Target="../media/image204.emf"/><Relationship Id="rId4" Type="http://schemas.openxmlformats.org/officeDocument/2006/relationships/package" Target="../embeddings/Document81.docx"/><Relationship Id="rId3" Type="http://schemas.openxmlformats.org/officeDocument/2006/relationships/image" Target="../media/image203.emf"/><Relationship Id="rId2" Type="http://schemas.openxmlformats.org/officeDocument/2006/relationships/package" Target="../embeddings/Document80.docx"/><Relationship Id="rId12" Type="http://schemas.openxmlformats.org/officeDocument/2006/relationships/notesSlide" Target="../notesSlides/notesSlide64.xml"/><Relationship Id="rId11" Type="http://schemas.openxmlformats.org/officeDocument/2006/relationships/vmlDrawing" Target="../drawings/vmlDrawing52.vml"/><Relationship Id="rId10" Type="http://schemas.openxmlformats.org/officeDocument/2006/relationships/slideLayout" Target="../slideLayouts/slideLayout5.xml"/><Relationship Id="rId1" Type="http://schemas.openxmlformats.org/officeDocument/2006/relationships/image" Target="../media/image13.png"/></Relationships>
</file>

<file path=ppt/slides/_rels/slide82.xml.rels><?xml version="1.0" encoding="UTF-8" standalone="yes"?>
<Relationships xmlns="http://schemas.openxmlformats.org/package/2006/relationships"><Relationship Id="rId8" Type="http://schemas.openxmlformats.org/officeDocument/2006/relationships/notesSlide" Target="../notesSlides/notesSlide65.xml"/><Relationship Id="rId7" Type="http://schemas.openxmlformats.org/officeDocument/2006/relationships/vmlDrawing" Target="../drawings/vmlDrawing53.vml"/><Relationship Id="rId6" Type="http://schemas.openxmlformats.org/officeDocument/2006/relationships/slideLayout" Target="../slideLayouts/slideLayout5.xml"/><Relationship Id="rId5" Type="http://schemas.openxmlformats.org/officeDocument/2006/relationships/image" Target="../media/image208.emf"/><Relationship Id="rId4" Type="http://schemas.openxmlformats.org/officeDocument/2006/relationships/package" Target="../embeddings/Document85.docx"/><Relationship Id="rId3" Type="http://schemas.openxmlformats.org/officeDocument/2006/relationships/image" Target="../media/image207.emf"/><Relationship Id="rId2" Type="http://schemas.openxmlformats.org/officeDocument/2006/relationships/package" Target="../embeddings/Document84.docx"/><Relationship Id="rId1" Type="http://schemas.openxmlformats.org/officeDocument/2006/relationships/image" Target="../media/image13.png"/></Relationships>
</file>

<file path=ppt/slides/_rels/slide83.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8.xml"/><Relationship Id="rId1" Type="http://schemas.openxmlformats.org/officeDocument/2006/relationships/image" Target="../media/image209.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D1B2A">
                <a:alpha val="100000"/>
              </a:srgbClr>
            </a:gs>
            <a:gs pos="60000">
              <a:srgbClr val="1B263B">
                <a:alpha val="100000"/>
              </a:srgbClr>
            </a:gs>
            <a:gs pos="100000">
              <a:srgbClr val="102A43">
                <a:alpha val="100000"/>
              </a:srgbClr>
            </a:gs>
          </a:gsLst>
          <a:lin ang="2700000"/>
        </a:gradFill>
        <a:effectLst/>
      </p:bgPr>
    </p:bg>
    <p:spTree>
      <p:nvGrpSpPr>
        <p:cNvPr id="1" name=""/>
        <p:cNvGrpSpPr/>
        <p:nvPr/>
      </p:nvGrpSpPr>
      <p:grpSpPr>
        <a:xfrm>
          <a:off x="0" y="0"/>
          <a:ext cx="0" cy="0"/>
          <a:chOff x="0" y="0"/>
          <a:chExt cx="0" cy="0"/>
        </a:xfrm>
      </p:grpSpPr>
      <p:sp>
        <p:nvSpPr>
          <p:cNvPr id="2" name="AutoShape 2"/>
          <p:cNvSpPr/>
          <p:nvPr/>
        </p:nvSpPr>
        <p:spPr>
          <a:xfrm>
            <a:off x="0" y="0"/>
            <a:ext cx="101600" cy="6858000"/>
          </a:xfrm>
          <a:prstGeom prst="roundRect">
            <a:avLst>
              <a:gd name="adj" fmla="val 0"/>
            </a:avLst>
          </a:prstGeom>
          <a:solidFill>
            <a:srgbClr val="E0A85C">
              <a:alpha val="100000"/>
            </a:srgbClr>
          </a:solidFill>
          <a:ln w="25400" cap="flat" cmpd="sng">
            <a:noFill/>
            <a:prstDash val="solid"/>
            <a:round/>
          </a:ln>
        </p:spPr>
        <p:txBody>
          <a:bodyPr vert="horz" wrap="square" lIns="63500" tIns="63500" rIns="63500" bIns="63500" rtlCol="0" anchor="ctr"/>
          <a:lstStyle/>
          <a:p>
            <a:pPr algn="ctr">
              <a:spcBef>
                <a:spcPts val="0"/>
              </a:spcBef>
              <a:spcAft>
                <a:spcPts val="0"/>
              </a:spcAft>
              <a:defRPr/>
            </a:pPr>
            <a:endParaRPr sz="1400" kern="0">
              <a:solidFill>
                <a:srgbClr val="000000"/>
              </a:solidFill>
              <a:latin typeface="Arial" panose="020B0604020202020204"/>
              <a:ea typeface="Arial" panose="020B0604020202020204"/>
              <a:cs typeface="Arial" panose="020B0604020202020204"/>
              <a:sym typeface="Arial" panose="020B0604020202020204"/>
            </a:endParaRPr>
          </a:p>
        </p:txBody>
      </p:sp>
      <p:sp>
        <p:nvSpPr>
          <p:cNvPr id="5" name="AutoShape 5"/>
          <p:cNvSpPr/>
          <p:nvPr/>
        </p:nvSpPr>
        <p:spPr>
          <a:xfrm>
            <a:off x="889000" y="2996565"/>
            <a:ext cx="10414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spcBef>
                <a:spcPts val="0"/>
              </a:spcBef>
              <a:spcAft>
                <a:spcPts val="0"/>
              </a:spcAft>
              <a:defRPr/>
            </a:pPr>
            <a:br>
              <a:rPr lang="en-US" sz="2200" b="1" i="0" u="none" strike="noStrike" kern="0">
                <a:solidFill>
                  <a:srgbClr val="4CC9F0"/>
                </a:solidFill>
                <a:latin typeface="Noto Sans SC" panose="020B0500000000000000" charset="-122"/>
                <a:ea typeface="Noto Sans SC" panose="020B0500000000000000" charset="-122"/>
                <a:cs typeface="Noto Sans SC" panose="020B0500000000000000" charset="-122"/>
                <a:sym typeface="Noto Sans SC" panose="020B0500000000000000" charset="-122"/>
              </a:rPr>
            </a:br>
            <a:br>
              <a:rPr lang="en-US" sz="2200" b="1" i="0" u="none" strike="noStrike" kern="0">
                <a:solidFill>
                  <a:srgbClr val="4CC9F0"/>
                </a:solidFill>
                <a:latin typeface="Noto Sans SC" panose="020B0500000000000000" charset="-122"/>
                <a:ea typeface="Noto Sans SC" panose="020B0500000000000000" charset="-122"/>
                <a:cs typeface="Noto Sans SC" panose="020B0500000000000000" charset="-122"/>
                <a:sym typeface="Noto Sans SC" panose="020B0500000000000000" charset="-122"/>
              </a:rPr>
            </a:br>
            <a:br>
              <a:rPr lang="en-US" sz="2200" b="1" i="0" u="none" strike="noStrike" kern="0">
                <a:solidFill>
                  <a:srgbClr val="4CC9F0"/>
                </a:solidFill>
                <a:latin typeface="Noto Sans SC" panose="020B0500000000000000" charset="-122"/>
                <a:ea typeface="Noto Sans SC" panose="020B0500000000000000" charset="-122"/>
                <a:cs typeface="Noto Sans SC" panose="020B0500000000000000" charset="-122"/>
                <a:sym typeface="Noto Sans SC" panose="020B0500000000000000" charset="-122"/>
              </a:rPr>
            </a:br>
            <a:r>
              <a:rPr lang="en-US" sz="4000" b="1">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专升本 - 政 治</a:t>
            </a:r>
            <a:br>
              <a:rPr lang="en-US" sz="4000" b="1">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br>
            <a:endParaRPr lang="en-US" sz="2200" b="1" i="0" u="none" strike="noStrike" kern="0">
              <a:solidFill>
                <a:srgbClr val="4CC9F0"/>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7" name="AutoShape 7"/>
          <p:cNvSpPr/>
          <p:nvPr/>
        </p:nvSpPr>
        <p:spPr>
          <a:xfrm>
            <a:off x="839470" y="4508500"/>
            <a:ext cx="1016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spcBef>
                <a:spcPts val="0"/>
              </a:spcBef>
              <a:spcAft>
                <a:spcPts val="0"/>
              </a:spcAft>
              <a:defRPr/>
            </a:pPr>
            <a:br>
              <a:rPr lang="en-US" sz="2000" b="0" i="0" u="none" strike="noStrike" kern="0">
                <a:solidFill>
                  <a:srgbClr val="8D99AE"/>
                </a:solidFill>
                <a:latin typeface="Noto Sans SC" panose="020B0500000000000000" charset="-122"/>
                <a:ea typeface="Noto Sans SC" panose="020B0500000000000000" charset="-122"/>
                <a:cs typeface="Noto Sans SC" panose="020B0500000000000000" charset="-122"/>
                <a:sym typeface="Noto Sans SC" panose="020B0500000000000000" charset="-122"/>
              </a:rPr>
            </a:br>
            <a:r>
              <a:rPr lang="en-US" sz="2000" b="1" kern="0">
                <a:solidFill>
                  <a:srgbClr val="4CC9F0"/>
                </a:solidFill>
                <a:latin typeface="Noto Sans SC" panose="020B0500000000000000" charset="-122"/>
                <a:ea typeface="Noto Sans SC" panose="020B0500000000000000" charset="-122"/>
                <a:cs typeface="Noto Sans SC" panose="020B0500000000000000" charset="-122"/>
                <a:sym typeface="Noto Sans SC" panose="020B0500000000000000" charset="-122"/>
              </a:rPr>
              <a:t>核心考点 · 解题方法 · 真题精讲</a:t>
            </a:r>
            <a:endParaRPr lang="en-US" sz="2000" b="1" i="0" u="none" strike="noStrike" kern="0">
              <a:solidFill>
                <a:srgbClr val="4CC9F0"/>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p>
            <a:pPr marL="0" indent="0" algn="l">
              <a:lnSpc>
                <a:spcPct val="125000"/>
              </a:lnSpc>
              <a:spcBef>
                <a:spcPts val="0"/>
              </a:spcBef>
              <a:spcAft>
                <a:spcPts val="0"/>
              </a:spcAft>
              <a:defRPr/>
            </a:pPr>
            <a:r>
              <a:rPr lang="en-US" sz="2000" b="0" i="0" u="none" strike="noStrike" kern="0">
                <a:solidFill>
                  <a:srgbClr val="8D99AE"/>
                </a:solidFill>
                <a:latin typeface="Noto Sans SC" panose="020B0500000000000000" charset="-122"/>
                <a:ea typeface="Noto Sans SC" panose="020B0500000000000000" charset="-122"/>
                <a:cs typeface="Noto Sans SC" panose="020B0500000000000000" charset="-122"/>
                <a:sym typeface="Noto Sans SC" panose="020B0500000000000000" charset="-122"/>
              </a:rPr>
              <a:t>依据最新考试大纲 · 结合2023—2025三年真题 · 考点全覆盖</a:t>
            </a:r>
            <a:endParaRPr lang="en-US" sz="2000" b="0" i="0" u="none" strike="noStrike" kern="0">
              <a:solidFill>
                <a:srgbClr val="8D99AE"/>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8" name="AutoShape 8"/>
          <p:cNvSpPr/>
          <p:nvPr/>
        </p:nvSpPr>
        <p:spPr>
          <a:xfrm>
            <a:off x="1631950" y="5572125"/>
            <a:ext cx="2600960" cy="564515"/>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spcBef>
                <a:spcPts val="0"/>
              </a:spcBef>
              <a:spcAft>
                <a:spcPts val="0"/>
              </a:spcAft>
              <a:defRPr/>
            </a:pPr>
            <a:r>
              <a:rPr lang="zh-CN" altLang="en-US" sz="2400" b="0" i="0" u="none" strike="noStrike" kern="0">
                <a:solidFill>
                  <a:schemeClr val="bg1"/>
                </a:solidFill>
                <a:latin typeface="Noto Sans SC" panose="020B0500000000000000" charset="-122"/>
                <a:ea typeface="Noto Sans SC" panose="020B0500000000000000" charset="-122"/>
                <a:cs typeface="Noto Sans SC" panose="020B0500000000000000" charset="-122"/>
                <a:sym typeface="Noto Sans SC" panose="020B0500000000000000" charset="-122"/>
              </a:rPr>
              <a:t>主讲：尹平君</a:t>
            </a:r>
            <a:endParaRPr lang="zh-CN" altLang="en-US" sz="2400" b="0" i="0" u="none" strike="noStrike" kern="0">
              <a:solidFill>
                <a:schemeClr val="bg1"/>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cxnSp>
        <p:nvCxnSpPr>
          <p:cNvPr id="10" name="Connector 6"/>
          <p:cNvCxnSpPr/>
          <p:nvPr/>
        </p:nvCxnSpPr>
        <p:spPr>
          <a:xfrm rot="-17188">
            <a:off x="1992011" y="6171565"/>
            <a:ext cx="2540000" cy="12700"/>
          </a:xfrm>
          <a:prstGeom prst="straightConnector1">
            <a:avLst/>
          </a:prstGeom>
          <a:solidFill>
            <a:srgbClr val="DEE0E3">
              <a:alpha val="100000"/>
            </a:srgbClr>
          </a:solidFill>
          <a:ln w="38100" cap="flat" cmpd="sng">
            <a:solidFill>
              <a:srgbClr val="FFFF00">
                <a:alpha val="100000"/>
              </a:srgbClr>
            </a:solidFill>
            <a:prstDash val="solid"/>
            <a:round/>
            <a:headEnd type="none" w="lg" len="lg"/>
            <a:tailEnd type="none" w="lg" len="lg"/>
          </a:ln>
        </p:spPr>
      </p:cxnSp>
      <p:grpSp>
        <p:nvGrpSpPr>
          <p:cNvPr id="12" name="组合 11"/>
          <p:cNvGrpSpPr/>
          <p:nvPr/>
        </p:nvGrpSpPr>
        <p:grpSpPr>
          <a:xfrm>
            <a:off x="5339080" y="5546725"/>
            <a:ext cx="2794000" cy="643890"/>
            <a:chOff x="8580" y="8235"/>
            <a:chExt cx="4400" cy="1014"/>
          </a:xfrm>
        </p:grpSpPr>
        <p:sp>
          <p:nvSpPr>
            <p:cNvPr id="9" name="AutoShape 9"/>
            <p:cNvSpPr/>
            <p:nvPr/>
          </p:nvSpPr>
          <p:spPr>
            <a:xfrm>
              <a:off x="8580" y="8235"/>
              <a:ext cx="4400" cy="1015"/>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spcBef>
                  <a:spcPts val="0"/>
                </a:spcBef>
                <a:spcAft>
                  <a:spcPts val="0"/>
                </a:spcAft>
                <a:defRPr/>
              </a:pPr>
              <a:r>
                <a:rPr lang="en-US" sz="2400" b="0" i="0" u="none" strike="noStrike" kern="0">
                  <a:solidFill>
                    <a:srgbClr val="E0A85C"/>
                  </a:solidFill>
                  <a:latin typeface="Noto Sans SC" panose="020B0500000000000000" charset="-122"/>
                  <a:ea typeface="Noto Sans SC" panose="020B0500000000000000" charset="-122"/>
                  <a:cs typeface="Noto Sans SC" panose="020B0500000000000000" charset="-122"/>
                  <a:sym typeface="Noto Sans SC" panose="020B0500000000000000" charset="-122"/>
                </a:rPr>
                <a:t>2026</a:t>
              </a:r>
              <a:r>
                <a:rPr lang="zh-CN" altLang="en-US" sz="2400" b="0" i="0" u="none" strike="noStrike" kern="0">
                  <a:solidFill>
                    <a:srgbClr val="E0A85C"/>
                  </a:solidFill>
                  <a:latin typeface="Noto Sans SC" panose="020B0500000000000000" charset="-122"/>
                  <a:ea typeface="Noto Sans SC" panose="020B0500000000000000" charset="-122"/>
                  <a:cs typeface="Noto Sans SC" panose="020B0500000000000000" charset="-122"/>
                  <a:sym typeface="Noto Sans SC" panose="020B0500000000000000" charset="-122"/>
                </a:rPr>
                <a:t>年</a:t>
              </a:r>
              <a:r>
                <a:rPr lang="en-US" altLang="zh-CN" sz="2400" b="0" i="0" u="none" strike="noStrike" kern="0">
                  <a:solidFill>
                    <a:srgbClr val="E0A85C"/>
                  </a:solidFill>
                  <a:latin typeface="Noto Sans SC" panose="020B0500000000000000" charset="-122"/>
                  <a:ea typeface="Noto Sans SC" panose="020B0500000000000000" charset="-122"/>
                  <a:cs typeface="Noto Sans SC" panose="020B0500000000000000" charset="-122"/>
                  <a:sym typeface="Noto Sans SC" panose="020B0500000000000000" charset="-122"/>
                </a:rPr>
                <a:t>10</a:t>
              </a:r>
              <a:r>
                <a:rPr lang="zh-CN" altLang="en-US" sz="2400" b="0" i="0" u="none" strike="noStrike" kern="0">
                  <a:solidFill>
                    <a:srgbClr val="E0A85C"/>
                  </a:solidFill>
                  <a:latin typeface="Noto Sans SC" panose="020B0500000000000000" charset="-122"/>
                  <a:ea typeface="Noto Sans SC" panose="020B0500000000000000" charset="-122"/>
                  <a:cs typeface="Noto Sans SC" panose="020B0500000000000000" charset="-122"/>
                  <a:sym typeface="Noto Sans SC" panose="020B0500000000000000" charset="-122"/>
                </a:rPr>
                <a:t>月</a:t>
              </a:r>
              <a:r>
                <a:rPr lang="en-US" altLang="zh-CN" sz="2400" b="0" i="0" u="none" strike="noStrike" kern="0">
                  <a:solidFill>
                    <a:srgbClr val="E0A85C"/>
                  </a:solidFill>
                  <a:latin typeface="Noto Sans SC" panose="020B0500000000000000" charset="-122"/>
                  <a:ea typeface="Noto Sans SC" panose="020B0500000000000000" charset="-122"/>
                  <a:cs typeface="Noto Sans SC" panose="020B0500000000000000" charset="-122"/>
                  <a:sym typeface="Noto Sans SC" panose="020B0500000000000000" charset="-122"/>
                </a:rPr>
                <a:t>11</a:t>
              </a:r>
              <a:r>
                <a:rPr lang="zh-CN" altLang="en-US" sz="2400" b="0" i="0" u="none" strike="noStrike" kern="0">
                  <a:solidFill>
                    <a:srgbClr val="E0A85C"/>
                  </a:solidFill>
                  <a:latin typeface="Noto Sans SC" panose="020B0500000000000000" charset="-122"/>
                  <a:ea typeface="Noto Sans SC" panose="020B0500000000000000" charset="-122"/>
                  <a:cs typeface="Noto Sans SC" panose="020B0500000000000000" charset="-122"/>
                  <a:sym typeface="Noto Sans SC" panose="020B0500000000000000" charset="-122"/>
                </a:rPr>
                <a:t>日</a:t>
              </a:r>
              <a:endParaRPr lang="zh-CN" altLang="en-US" sz="2400" b="0" i="0" u="none" strike="noStrike" kern="0">
                <a:solidFill>
                  <a:srgbClr val="E0A85C"/>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cxnSp>
          <p:nvCxnSpPr>
            <p:cNvPr id="11" name="Connector 6"/>
            <p:cNvCxnSpPr/>
            <p:nvPr/>
          </p:nvCxnSpPr>
          <p:spPr>
            <a:xfrm rot="-17188">
              <a:off x="8808" y="9211"/>
              <a:ext cx="4000" cy="20"/>
            </a:xfrm>
            <a:prstGeom prst="straightConnector1">
              <a:avLst/>
            </a:prstGeom>
            <a:solidFill>
              <a:srgbClr val="DEE0E3">
                <a:alpha val="100000"/>
              </a:srgbClr>
            </a:solidFill>
            <a:ln w="38100" cap="flat" cmpd="sng">
              <a:solidFill>
                <a:schemeClr val="accent6">
                  <a:lumMod val="50000"/>
                  <a:alpha val="100000"/>
                </a:schemeClr>
              </a:solidFill>
              <a:prstDash val="solid"/>
              <a:round/>
              <a:headEnd type="none" w="lg" len="lg"/>
              <a:tailEnd type="none" w="lg" len="lg"/>
            </a:ln>
          </p:spPr>
        </p:cxnSp>
      </p:grpSp>
      <p:sp>
        <p:nvSpPr>
          <p:cNvPr id="13" name="文本框 12"/>
          <p:cNvSpPr txBox="1"/>
          <p:nvPr/>
        </p:nvSpPr>
        <p:spPr>
          <a:xfrm>
            <a:off x="191770" y="116205"/>
            <a:ext cx="11587480" cy="2974340"/>
          </a:xfrm>
          <a:prstGeom prst="rect">
            <a:avLst/>
          </a:prstGeom>
          <a:noFill/>
        </p:spPr>
        <p:txBody>
          <a:bodyPr wrap="square" rtlCol="0" anchor="t">
            <a:noAutofit/>
          </a:bodyPr>
          <a:p>
            <a:pPr algn="ctr" defTabSz="914400">
              <a:lnSpc>
                <a:spcPct val="150000"/>
              </a:lnSpc>
            </a:pPr>
            <a:r>
              <a:rPr lang="en-US" sz="6600" b="1">
                <a:solidFill>
                  <a:srgbClr val="8B2E2E"/>
                </a:solidFill>
                <a:latin typeface="微软雅黑" panose="020B0503020204020204" charset="-122"/>
                <a:ea typeface="微软雅黑" panose="020B0503020204020204" charset="-122"/>
                <a:cs typeface="微软雅黑" panose="020B0503020204020204" charset="-122"/>
                <a:sym typeface="+mn-ea"/>
              </a:rPr>
              <a:t>广州大学易普教学点成人高考</a:t>
            </a:r>
            <a:endParaRPr lang="en-US" sz="6600" b="1" baseline="0">
              <a:solidFill>
                <a:srgbClr val="8B2E2E"/>
              </a:solidFill>
              <a:latin typeface="微软雅黑" panose="020B0503020204020204" charset="-122"/>
              <a:ea typeface="微软雅黑" panose="020B0503020204020204" charset="-122"/>
              <a:cs typeface="微软雅黑" panose="020B0503020204020204" charset="-122"/>
            </a:endParaRPr>
          </a:p>
          <a:p>
            <a:pPr algn="ctr" defTabSz="914400">
              <a:lnSpc>
                <a:spcPct val="150000"/>
              </a:lnSpc>
            </a:pPr>
            <a:r>
              <a:rPr lang="en-US" sz="6600" b="1">
                <a:solidFill>
                  <a:srgbClr val="8B2E2E"/>
                </a:solidFill>
                <a:latin typeface="微软雅黑" panose="020B0503020204020204" charset="-122"/>
                <a:ea typeface="微软雅黑" panose="020B0503020204020204" charset="-122"/>
                <a:cs typeface="微软雅黑" panose="020B0503020204020204" charset="-122"/>
                <a:sym typeface="+mn-ea"/>
              </a:rPr>
              <a:t>考前辅导讲座</a:t>
            </a:r>
            <a:endParaRPr lang="en-US" altLang="en-US" sz="6600" b="1">
              <a:solidFill>
                <a:srgbClr val="8B2E2E"/>
              </a:solidFill>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rgbClr val="0D1B2A"/>
            </a:gs>
            <a:gs pos="60000">
              <a:srgbClr val="1B263B"/>
            </a:gs>
            <a:gs pos="100000">
              <a:srgbClr val="102A43"/>
            </a:gs>
          </a:gsLst>
          <a:lin ang="2700000" scaled="0"/>
        </a:gradFill>
        <a:effectLst/>
      </p:bgPr>
    </p:bg>
    <p:spTree>
      <p:nvGrpSpPr>
        <p:cNvPr id="1" name=""/>
        <p:cNvGrpSpPr/>
        <p:nvPr/>
      </p:nvGrpSpPr>
      <p:grpSpPr>
        <a:xfrm>
          <a:off x="0" y="0"/>
          <a:ext cx="0" cy="0"/>
          <a:chOff x="0" y="0"/>
          <a:chExt cx="0" cy="0"/>
        </a:xfrm>
      </p:grpSpPr>
      <p:pic>
        <p:nvPicPr>
          <p:cNvPr id="39" name="图片占位符 38"/>
          <p:cNvPicPr>
            <a:picLocks noGrp="1" noChangeAspect="1"/>
          </p:cNvPicPr>
          <p:nvPr>
            <p:ph type="pic" sz="quarter" idx="10"/>
          </p:nvPr>
        </p:nvPicPr>
        <p:blipFill>
          <a:blip r:embed="rId1" cstate="screen"/>
          <a:srcRect/>
          <a:stretch>
            <a:fillRect/>
          </a:stretch>
        </p:blipFill>
        <p:spPr/>
      </p:pic>
      <p:sp>
        <p:nvSpPr>
          <p:cNvPr id="7" name="矩形: 圆角 6"/>
          <p:cNvSpPr/>
          <p:nvPr/>
        </p:nvSpPr>
        <p:spPr>
          <a:xfrm rot="2700000">
            <a:off x="1284923" y="1254233"/>
            <a:ext cx="1668167" cy="1668167"/>
          </a:xfrm>
          <a:prstGeom prst="roundRect">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任意多边形: 形状 23"/>
          <p:cNvSpPr/>
          <p:nvPr/>
        </p:nvSpPr>
        <p:spPr>
          <a:xfrm rot="2700000">
            <a:off x="4539812" y="-1340341"/>
            <a:ext cx="2707491" cy="2717656"/>
          </a:xfrm>
          <a:custGeom>
            <a:avLst/>
            <a:gdLst>
              <a:gd name="connsiteX0" fmla="*/ 0 w 2717656"/>
              <a:gd name="connsiteY0" fmla="*/ 2703351 h 2717656"/>
              <a:gd name="connsiteX1" fmla="*/ 2703351 w 2717656"/>
              <a:gd name="connsiteY1" fmla="*/ 0 h 2717656"/>
              <a:gd name="connsiteX2" fmla="*/ 2717656 w 2717656"/>
              <a:gd name="connsiteY2" fmla="*/ 70857 h 2717656"/>
              <a:gd name="connsiteX3" fmla="*/ 2717656 w 2717656"/>
              <a:gd name="connsiteY3" fmla="*/ 2511563 h 2717656"/>
              <a:gd name="connsiteX4" fmla="*/ 2511563 w 2717656"/>
              <a:gd name="connsiteY4" fmla="*/ 2717656 h 2717656"/>
              <a:gd name="connsiteX5" fmla="*/ 70857 w 2717656"/>
              <a:gd name="connsiteY5" fmla="*/ 2717656 h 2717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7656" h="2717656">
                <a:moveTo>
                  <a:pt x="0" y="2703351"/>
                </a:moveTo>
                <a:lnTo>
                  <a:pt x="2703351" y="0"/>
                </a:lnTo>
                <a:lnTo>
                  <a:pt x="2717656" y="70857"/>
                </a:lnTo>
                <a:lnTo>
                  <a:pt x="2717656" y="2511563"/>
                </a:lnTo>
                <a:cubicBezTo>
                  <a:pt x="2717656" y="2625385"/>
                  <a:pt x="2625385" y="2717656"/>
                  <a:pt x="2511563" y="2717656"/>
                </a:cubicBezTo>
                <a:lnTo>
                  <a:pt x="70857" y="2717656"/>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p:cNvSpPr txBox="1"/>
          <p:nvPr/>
        </p:nvSpPr>
        <p:spPr>
          <a:xfrm>
            <a:off x="4985308" y="342900"/>
            <a:ext cx="2159566" cy="523220"/>
          </a:xfrm>
          <a:prstGeom prst="rect">
            <a:avLst/>
          </a:prstGeom>
          <a:noFill/>
        </p:spPr>
        <p:txBody>
          <a:bodyPr wrap="none" rtlCol="0">
            <a:spAutoFit/>
          </a:bodyPr>
          <a:lstStyle/>
          <a:p>
            <a:pPr algn="ctr"/>
            <a:r>
              <a:rPr lang="en-US" altLang="zh-CN" sz="2800" b="1" dirty="0">
                <a:solidFill>
                  <a:schemeClr val="bg1"/>
                </a:solidFill>
              </a:rPr>
              <a:t>CONTENTS</a:t>
            </a:r>
            <a:endParaRPr lang="zh-CN" altLang="en-US" sz="2800" b="1" dirty="0">
              <a:solidFill>
                <a:schemeClr val="bg1"/>
              </a:solidFill>
            </a:endParaRPr>
          </a:p>
        </p:txBody>
      </p:sp>
      <p:sp>
        <p:nvSpPr>
          <p:cNvPr id="9" name="Freeform 23"/>
          <p:cNvSpPr/>
          <p:nvPr/>
        </p:nvSpPr>
        <p:spPr bwMode="auto">
          <a:xfrm>
            <a:off x="6470350" y="1447368"/>
            <a:ext cx="532016" cy="535586"/>
          </a:xfrm>
          <a:custGeom>
            <a:avLst/>
            <a:gdLst>
              <a:gd name="T0" fmla="*/ 91 w 865"/>
              <a:gd name="T1" fmla="*/ 0 h 865"/>
              <a:gd name="T2" fmla="*/ 774 w 865"/>
              <a:gd name="T3" fmla="*/ 0 h 865"/>
              <a:gd name="T4" fmla="*/ 865 w 865"/>
              <a:gd name="T5" fmla="*/ 91 h 865"/>
              <a:gd name="T6" fmla="*/ 865 w 865"/>
              <a:gd name="T7" fmla="*/ 774 h 865"/>
              <a:gd name="T8" fmla="*/ 774 w 865"/>
              <a:gd name="T9" fmla="*/ 865 h 865"/>
              <a:gd name="T10" fmla="*/ 91 w 865"/>
              <a:gd name="T11" fmla="*/ 865 h 865"/>
              <a:gd name="T12" fmla="*/ 0 w 865"/>
              <a:gd name="T13" fmla="*/ 774 h 865"/>
              <a:gd name="T14" fmla="*/ 0 w 865"/>
              <a:gd name="T15" fmla="*/ 91 h 865"/>
              <a:gd name="T16" fmla="*/ 91 w 865"/>
              <a:gd name="T17" fmla="*/ 0 h 8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5" h="865">
                <a:moveTo>
                  <a:pt x="91" y="0"/>
                </a:moveTo>
                <a:lnTo>
                  <a:pt x="774" y="0"/>
                </a:lnTo>
                <a:cubicBezTo>
                  <a:pt x="824" y="0"/>
                  <a:pt x="865" y="41"/>
                  <a:pt x="865" y="91"/>
                </a:cubicBezTo>
                <a:lnTo>
                  <a:pt x="865" y="774"/>
                </a:lnTo>
                <a:cubicBezTo>
                  <a:pt x="865" y="824"/>
                  <a:pt x="824" y="865"/>
                  <a:pt x="774" y="865"/>
                </a:cubicBezTo>
                <a:lnTo>
                  <a:pt x="91" y="865"/>
                </a:lnTo>
                <a:cubicBezTo>
                  <a:pt x="41" y="865"/>
                  <a:pt x="0" y="824"/>
                  <a:pt x="0" y="774"/>
                </a:cubicBezTo>
                <a:lnTo>
                  <a:pt x="0" y="91"/>
                </a:lnTo>
                <a:cubicBezTo>
                  <a:pt x="0" y="41"/>
                  <a:pt x="41" y="0"/>
                  <a:pt x="91" y="0"/>
                </a:cubicBezTo>
                <a:close/>
              </a:path>
            </a:pathLst>
          </a:custGeom>
          <a:solidFill>
            <a:srgbClr val="FF0000"/>
          </a:solidFill>
          <a:ln>
            <a:noFill/>
          </a:ln>
        </p:spPr>
        <p:txBody>
          <a:bodyPr vert="horz" wrap="square" lIns="68555" tIns="34277" rIns="68555" bIns="34277" numCol="1" anchor="t" anchorCtr="0" compatLnSpc="1"/>
          <a:lstStyle/>
          <a:p>
            <a:r>
              <a:rPr lang="zh-CN" altLang="en-US" sz="100"/>
              <a:t>一一</a:t>
            </a:r>
            <a:endParaRPr lang="zh-CN" altLang="en-US" sz="100"/>
          </a:p>
        </p:txBody>
      </p:sp>
      <p:sp>
        <p:nvSpPr>
          <p:cNvPr id="10" name="Freeform 24"/>
          <p:cNvSpPr/>
          <p:nvPr/>
        </p:nvSpPr>
        <p:spPr bwMode="auto">
          <a:xfrm>
            <a:off x="7054733" y="1447368"/>
            <a:ext cx="3361747" cy="535586"/>
          </a:xfrm>
          <a:custGeom>
            <a:avLst/>
            <a:gdLst>
              <a:gd name="T0" fmla="*/ 91 w 8683"/>
              <a:gd name="T1" fmla="*/ 0 h 865"/>
              <a:gd name="T2" fmla="*/ 8591 w 8683"/>
              <a:gd name="T3" fmla="*/ 0 h 865"/>
              <a:gd name="T4" fmla="*/ 8683 w 8683"/>
              <a:gd name="T5" fmla="*/ 91 h 865"/>
              <a:gd name="T6" fmla="*/ 8683 w 8683"/>
              <a:gd name="T7" fmla="*/ 774 h 865"/>
              <a:gd name="T8" fmla="*/ 8591 w 8683"/>
              <a:gd name="T9" fmla="*/ 865 h 865"/>
              <a:gd name="T10" fmla="*/ 91 w 8683"/>
              <a:gd name="T11" fmla="*/ 865 h 865"/>
              <a:gd name="T12" fmla="*/ 0 w 8683"/>
              <a:gd name="T13" fmla="*/ 774 h 865"/>
              <a:gd name="T14" fmla="*/ 0 w 8683"/>
              <a:gd name="T15" fmla="*/ 91 h 865"/>
              <a:gd name="T16" fmla="*/ 91 w 8683"/>
              <a:gd name="T17" fmla="*/ 0 h 8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83" h="865">
                <a:moveTo>
                  <a:pt x="91" y="0"/>
                </a:moveTo>
                <a:lnTo>
                  <a:pt x="8591" y="0"/>
                </a:lnTo>
                <a:cubicBezTo>
                  <a:pt x="8642" y="0"/>
                  <a:pt x="8683" y="41"/>
                  <a:pt x="8683" y="91"/>
                </a:cubicBezTo>
                <a:lnTo>
                  <a:pt x="8683" y="774"/>
                </a:lnTo>
                <a:cubicBezTo>
                  <a:pt x="8683" y="824"/>
                  <a:pt x="8642" y="865"/>
                  <a:pt x="8591" y="865"/>
                </a:cubicBezTo>
                <a:lnTo>
                  <a:pt x="91" y="865"/>
                </a:lnTo>
                <a:cubicBezTo>
                  <a:pt x="41" y="865"/>
                  <a:pt x="0" y="824"/>
                  <a:pt x="0" y="774"/>
                </a:cubicBezTo>
                <a:lnTo>
                  <a:pt x="0" y="91"/>
                </a:lnTo>
                <a:cubicBezTo>
                  <a:pt x="0" y="41"/>
                  <a:pt x="41" y="0"/>
                  <a:pt x="91" y="0"/>
                </a:cubicBezTo>
                <a:close/>
              </a:path>
            </a:pathLst>
          </a:custGeom>
          <a:solidFill>
            <a:srgbClr val="FFFFFF"/>
          </a:solidFill>
          <a:ln w="9525" cap="flat">
            <a:solidFill>
              <a:schemeClr val="accent1">
                <a:lumMod val="60000"/>
                <a:lumOff val="40000"/>
              </a:schemeClr>
            </a:solidFill>
            <a:prstDash val="solid"/>
            <a:miter lim="800000"/>
          </a:ln>
        </p:spPr>
        <p:txBody>
          <a:bodyPr vert="horz" wrap="square" lIns="68555" tIns="34277" rIns="68555" bIns="34277" numCol="1" anchor="t" anchorCtr="0" compatLnSpc="1"/>
          <a:lstStyle/>
          <a:p>
            <a:endParaRPr lang="zh-CN" altLang="en-US" sz="100"/>
          </a:p>
        </p:txBody>
      </p:sp>
      <p:sp>
        <p:nvSpPr>
          <p:cNvPr id="11" name="Freeform 25"/>
          <p:cNvSpPr/>
          <p:nvPr/>
        </p:nvSpPr>
        <p:spPr bwMode="auto">
          <a:xfrm>
            <a:off x="6470350" y="2340038"/>
            <a:ext cx="532016" cy="535586"/>
          </a:xfrm>
          <a:custGeom>
            <a:avLst/>
            <a:gdLst>
              <a:gd name="T0" fmla="*/ 91 w 865"/>
              <a:gd name="T1" fmla="*/ 0 h 865"/>
              <a:gd name="T2" fmla="*/ 774 w 865"/>
              <a:gd name="T3" fmla="*/ 0 h 865"/>
              <a:gd name="T4" fmla="*/ 865 w 865"/>
              <a:gd name="T5" fmla="*/ 91 h 865"/>
              <a:gd name="T6" fmla="*/ 865 w 865"/>
              <a:gd name="T7" fmla="*/ 774 h 865"/>
              <a:gd name="T8" fmla="*/ 774 w 865"/>
              <a:gd name="T9" fmla="*/ 865 h 865"/>
              <a:gd name="T10" fmla="*/ 91 w 865"/>
              <a:gd name="T11" fmla="*/ 865 h 865"/>
              <a:gd name="T12" fmla="*/ 0 w 865"/>
              <a:gd name="T13" fmla="*/ 774 h 865"/>
              <a:gd name="T14" fmla="*/ 0 w 865"/>
              <a:gd name="T15" fmla="*/ 91 h 865"/>
              <a:gd name="T16" fmla="*/ 91 w 865"/>
              <a:gd name="T17" fmla="*/ 0 h 8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5" h="865">
                <a:moveTo>
                  <a:pt x="91" y="0"/>
                </a:moveTo>
                <a:lnTo>
                  <a:pt x="774" y="0"/>
                </a:lnTo>
                <a:cubicBezTo>
                  <a:pt x="824" y="0"/>
                  <a:pt x="865" y="41"/>
                  <a:pt x="865" y="91"/>
                </a:cubicBezTo>
                <a:lnTo>
                  <a:pt x="865" y="774"/>
                </a:lnTo>
                <a:cubicBezTo>
                  <a:pt x="865" y="824"/>
                  <a:pt x="824" y="865"/>
                  <a:pt x="774" y="865"/>
                </a:cubicBezTo>
                <a:lnTo>
                  <a:pt x="91" y="865"/>
                </a:lnTo>
                <a:cubicBezTo>
                  <a:pt x="41" y="865"/>
                  <a:pt x="0" y="824"/>
                  <a:pt x="0" y="774"/>
                </a:cubicBezTo>
                <a:lnTo>
                  <a:pt x="0" y="91"/>
                </a:lnTo>
                <a:cubicBezTo>
                  <a:pt x="0" y="41"/>
                  <a:pt x="41" y="0"/>
                  <a:pt x="91" y="0"/>
                </a:cubicBezTo>
                <a:close/>
              </a:path>
            </a:pathLst>
          </a:custGeom>
          <a:solidFill>
            <a:srgbClr val="FFC000"/>
          </a:solidFill>
          <a:ln>
            <a:noFill/>
          </a:ln>
        </p:spPr>
        <p:txBody>
          <a:bodyPr vert="horz" wrap="square" lIns="68555" tIns="34277" rIns="68555" bIns="34277" numCol="1" anchor="t" anchorCtr="0" compatLnSpc="1"/>
          <a:lstStyle/>
          <a:p>
            <a:endParaRPr lang="zh-CN" altLang="en-US" sz="100"/>
          </a:p>
        </p:txBody>
      </p:sp>
      <p:sp>
        <p:nvSpPr>
          <p:cNvPr id="12" name="Freeform 26"/>
          <p:cNvSpPr/>
          <p:nvPr/>
        </p:nvSpPr>
        <p:spPr bwMode="auto">
          <a:xfrm>
            <a:off x="7054733" y="2340038"/>
            <a:ext cx="3361747" cy="535586"/>
          </a:xfrm>
          <a:custGeom>
            <a:avLst/>
            <a:gdLst>
              <a:gd name="T0" fmla="*/ 91 w 8683"/>
              <a:gd name="T1" fmla="*/ 0 h 865"/>
              <a:gd name="T2" fmla="*/ 8591 w 8683"/>
              <a:gd name="T3" fmla="*/ 0 h 865"/>
              <a:gd name="T4" fmla="*/ 8683 w 8683"/>
              <a:gd name="T5" fmla="*/ 91 h 865"/>
              <a:gd name="T6" fmla="*/ 8683 w 8683"/>
              <a:gd name="T7" fmla="*/ 774 h 865"/>
              <a:gd name="T8" fmla="*/ 8591 w 8683"/>
              <a:gd name="T9" fmla="*/ 865 h 865"/>
              <a:gd name="T10" fmla="*/ 91 w 8683"/>
              <a:gd name="T11" fmla="*/ 865 h 865"/>
              <a:gd name="T12" fmla="*/ 0 w 8683"/>
              <a:gd name="T13" fmla="*/ 774 h 865"/>
              <a:gd name="T14" fmla="*/ 0 w 8683"/>
              <a:gd name="T15" fmla="*/ 91 h 865"/>
              <a:gd name="T16" fmla="*/ 91 w 8683"/>
              <a:gd name="T17" fmla="*/ 0 h 8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83" h="865">
                <a:moveTo>
                  <a:pt x="91" y="0"/>
                </a:moveTo>
                <a:lnTo>
                  <a:pt x="8591" y="0"/>
                </a:lnTo>
                <a:cubicBezTo>
                  <a:pt x="8642" y="0"/>
                  <a:pt x="8683" y="41"/>
                  <a:pt x="8683" y="91"/>
                </a:cubicBezTo>
                <a:lnTo>
                  <a:pt x="8683" y="774"/>
                </a:lnTo>
                <a:cubicBezTo>
                  <a:pt x="8683" y="824"/>
                  <a:pt x="8642" y="865"/>
                  <a:pt x="8591" y="865"/>
                </a:cubicBezTo>
                <a:lnTo>
                  <a:pt x="91" y="865"/>
                </a:lnTo>
                <a:cubicBezTo>
                  <a:pt x="41" y="865"/>
                  <a:pt x="0" y="824"/>
                  <a:pt x="0" y="774"/>
                </a:cubicBezTo>
                <a:lnTo>
                  <a:pt x="0" y="91"/>
                </a:lnTo>
                <a:cubicBezTo>
                  <a:pt x="0" y="41"/>
                  <a:pt x="41" y="0"/>
                  <a:pt x="91" y="0"/>
                </a:cubicBezTo>
                <a:close/>
              </a:path>
            </a:pathLst>
          </a:custGeom>
          <a:solidFill>
            <a:srgbClr val="FFFFFF"/>
          </a:solidFill>
          <a:ln w="9525" cap="flat">
            <a:solidFill>
              <a:schemeClr val="accent1">
                <a:lumMod val="60000"/>
                <a:lumOff val="40000"/>
              </a:schemeClr>
            </a:solidFill>
            <a:prstDash val="solid"/>
            <a:miter lim="800000"/>
          </a:ln>
        </p:spPr>
        <p:txBody>
          <a:bodyPr vert="horz" wrap="square" lIns="68555" tIns="34277" rIns="68555" bIns="34277" numCol="1" anchor="t" anchorCtr="0" compatLnSpc="1"/>
          <a:lstStyle/>
          <a:p>
            <a:endParaRPr lang="zh-CN" altLang="en-US" sz="100"/>
          </a:p>
        </p:txBody>
      </p:sp>
      <p:sp>
        <p:nvSpPr>
          <p:cNvPr id="13" name="Freeform 27"/>
          <p:cNvSpPr/>
          <p:nvPr/>
        </p:nvSpPr>
        <p:spPr bwMode="auto">
          <a:xfrm>
            <a:off x="6470350" y="3175217"/>
            <a:ext cx="532016" cy="535586"/>
          </a:xfrm>
          <a:custGeom>
            <a:avLst/>
            <a:gdLst>
              <a:gd name="T0" fmla="*/ 91 w 865"/>
              <a:gd name="T1" fmla="*/ 0 h 866"/>
              <a:gd name="T2" fmla="*/ 774 w 865"/>
              <a:gd name="T3" fmla="*/ 0 h 866"/>
              <a:gd name="T4" fmla="*/ 865 w 865"/>
              <a:gd name="T5" fmla="*/ 91 h 866"/>
              <a:gd name="T6" fmla="*/ 865 w 865"/>
              <a:gd name="T7" fmla="*/ 775 h 866"/>
              <a:gd name="T8" fmla="*/ 774 w 865"/>
              <a:gd name="T9" fmla="*/ 866 h 866"/>
              <a:gd name="T10" fmla="*/ 91 w 865"/>
              <a:gd name="T11" fmla="*/ 866 h 866"/>
              <a:gd name="T12" fmla="*/ 0 w 865"/>
              <a:gd name="T13" fmla="*/ 775 h 866"/>
              <a:gd name="T14" fmla="*/ 0 w 865"/>
              <a:gd name="T15" fmla="*/ 91 h 866"/>
              <a:gd name="T16" fmla="*/ 91 w 865"/>
              <a:gd name="T17" fmla="*/ 0 h 8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5" h="866">
                <a:moveTo>
                  <a:pt x="91" y="0"/>
                </a:moveTo>
                <a:lnTo>
                  <a:pt x="774" y="0"/>
                </a:lnTo>
                <a:cubicBezTo>
                  <a:pt x="824" y="0"/>
                  <a:pt x="865" y="41"/>
                  <a:pt x="865" y="91"/>
                </a:cubicBezTo>
                <a:lnTo>
                  <a:pt x="865" y="775"/>
                </a:lnTo>
                <a:cubicBezTo>
                  <a:pt x="865" y="825"/>
                  <a:pt x="824" y="866"/>
                  <a:pt x="774" y="866"/>
                </a:cubicBezTo>
                <a:lnTo>
                  <a:pt x="91" y="866"/>
                </a:lnTo>
                <a:cubicBezTo>
                  <a:pt x="41" y="866"/>
                  <a:pt x="0" y="825"/>
                  <a:pt x="0" y="775"/>
                </a:cubicBezTo>
                <a:lnTo>
                  <a:pt x="0" y="91"/>
                </a:lnTo>
                <a:cubicBezTo>
                  <a:pt x="0" y="41"/>
                  <a:pt x="41" y="0"/>
                  <a:pt x="91" y="0"/>
                </a:cubicBezTo>
                <a:close/>
              </a:path>
            </a:pathLst>
          </a:custGeom>
          <a:solidFill>
            <a:schemeClr val="accent1">
              <a:lumMod val="60000"/>
              <a:lumOff val="40000"/>
            </a:schemeClr>
          </a:solidFill>
          <a:ln>
            <a:noFill/>
          </a:ln>
        </p:spPr>
        <p:txBody>
          <a:bodyPr vert="horz" wrap="square" lIns="68555" tIns="34277" rIns="68555" bIns="34277" numCol="1" anchor="t" anchorCtr="0" compatLnSpc="1"/>
          <a:lstStyle/>
          <a:p>
            <a:endParaRPr lang="zh-CN" altLang="en-US" sz="100"/>
          </a:p>
        </p:txBody>
      </p:sp>
      <p:sp>
        <p:nvSpPr>
          <p:cNvPr id="14" name="Freeform 28"/>
          <p:cNvSpPr/>
          <p:nvPr/>
        </p:nvSpPr>
        <p:spPr bwMode="auto">
          <a:xfrm>
            <a:off x="7054733" y="3175217"/>
            <a:ext cx="3361747" cy="535586"/>
          </a:xfrm>
          <a:custGeom>
            <a:avLst/>
            <a:gdLst>
              <a:gd name="T0" fmla="*/ 91 w 8683"/>
              <a:gd name="T1" fmla="*/ 0 h 866"/>
              <a:gd name="T2" fmla="*/ 8591 w 8683"/>
              <a:gd name="T3" fmla="*/ 0 h 866"/>
              <a:gd name="T4" fmla="*/ 8683 w 8683"/>
              <a:gd name="T5" fmla="*/ 91 h 866"/>
              <a:gd name="T6" fmla="*/ 8683 w 8683"/>
              <a:gd name="T7" fmla="*/ 775 h 866"/>
              <a:gd name="T8" fmla="*/ 8591 w 8683"/>
              <a:gd name="T9" fmla="*/ 866 h 866"/>
              <a:gd name="T10" fmla="*/ 91 w 8683"/>
              <a:gd name="T11" fmla="*/ 866 h 866"/>
              <a:gd name="T12" fmla="*/ 0 w 8683"/>
              <a:gd name="T13" fmla="*/ 775 h 866"/>
              <a:gd name="T14" fmla="*/ 0 w 8683"/>
              <a:gd name="T15" fmla="*/ 91 h 866"/>
              <a:gd name="T16" fmla="*/ 91 w 8683"/>
              <a:gd name="T17" fmla="*/ 0 h 8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83" h="866">
                <a:moveTo>
                  <a:pt x="91" y="0"/>
                </a:moveTo>
                <a:lnTo>
                  <a:pt x="8591" y="0"/>
                </a:lnTo>
                <a:cubicBezTo>
                  <a:pt x="8642" y="0"/>
                  <a:pt x="8683" y="41"/>
                  <a:pt x="8683" y="91"/>
                </a:cubicBezTo>
                <a:lnTo>
                  <a:pt x="8683" y="775"/>
                </a:lnTo>
                <a:cubicBezTo>
                  <a:pt x="8683" y="825"/>
                  <a:pt x="8642" y="866"/>
                  <a:pt x="8591" y="866"/>
                </a:cubicBezTo>
                <a:lnTo>
                  <a:pt x="91" y="866"/>
                </a:lnTo>
                <a:cubicBezTo>
                  <a:pt x="41" y="866"/>
                  <a:pt x="0" y="825"/>
                  <a:pt x="0" y="775"/>
                </a:cubicBezTo>
                <a:lnTo>
                  <a:pt x="0" y="91"/>
                </a:lnTo>
                <a:cubicBezTo>
                  <a:pt x="0" y="41"/>
                  <a:pt x="41" y="0"/>
                  <a:pt x="91" y="0"/>
                </a:cubicBezTo>
                <a:close/>
              </a:path>
            </a:pathLst>
          </a:custGeom>
          <a:solidFill>
            <a:srgbClr val="FFFFFF"/>
          </a:solidFill>
          <a:ln w="9525" cap="flat">
            <a:solidFill>
              <a:schemeClr val="accent1">
                <a:lumMod val="60000"/>
                <a:lumOff val="40000"/>
              </a:schemeClr>
            </a:solidFill>
            <a:prstDash val="solid"/>
            <a:miter lim="800000"/>
          </a:ln>
        </p:spPr>
        <p:txBody>
          <a:bodyPr vert="horz" wrap="square" lIns="68555" tIns="34277" rIns="68555" bIns="34277" numCol="1" anchor="t" anchorCtr="0" compatLnSpc="1"/>
          <a:lstStyle/>
          <a:p>
            <a:endParaRPr lang="zh-CN" altLang="en-US" sz="100"/>
          </a:p>
        </p:txBody>
      </p:sp>
      <p:sp>
        <p:nvSpPr>
          <p:cNvPr id="15" name="Freeform 29"/>
          <p:cNvSpPr/>
          <p:nvPr/>
        </p:nvSpPr>
        <p:spPr bwMode="auto">
          <a:xfrm>
            <a:off x="6470350" y="4022299"/>
            <a:ext cx="532016" cy="536776"/>
          </a:xfrm>
          <a:custGeom>
            <a:avLst/>
            <a:gdLst>
              <a:gd name="T0" fmla="*/ 91 w 865"/>
              <a:gd name="T1" fmla="*/ 0 h 866"/>
              <a:gd name="T2" fmla="*/ 774 w 865"/>
              <a:gd name="T3" fmla="*/ 0 h 866"/>
              <a:gd name="T4" fmla="*/ 865 w 865"/>
              <a:gd name="T5" fmla="*/ 91 h 866"/>
              <a:gd name="T6" fmla="*/ 865 w 865"/>
              <a:gd name="T7" fmla="*/ 775 h 866"/>
              <a:gd name="T8" fmla="*/ 774 w 865"/>
              <a:gd name="T9" fmla="*/ 866 h 866"/>
              <a:gd name="T10" fmla="*/ 91 w 865"/>
              <a:gd name="T11" fmla="*/ 866 h 866"/>
              <a:gd name="T12" fmla="*/ 0 w 865"/>
              <a:gd name="T13" fmla="*/ 775 h 866"/>
              <a:gd name="T14" fmla="*/ 0 w 865"/>
              <a:gd name="T15" fmla="*/ 91 h 866"/>
              <a:gd name="T16" fmla="*/ 91 w 865"/>
              <a:gd name="T17" fmla="*/ 0 h 8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5" h="866">
                <a:moveTo>
                  <a:pt x="91" y="0"/>
                </a:moveTo>
                <a:lnTo>
                  <a:pt x="774" y="0"/>
                </a:lnTo>
                <a:cubicBezTo>
                  <a:pt x="824" y="0"/>
                  <a:pt x="865" y="41"/>
                  <a:pt x="865" y="91"/>
                </a:cubicBezTo>
                <a:lnTo>
                  <a:pt x="865" y="775"/>
                </a:lnTo>
                <a:cubicBezTo>
                  <a:pt x="865" y="825"/>
                  <a:pt x="824" y="866"/>
                  <a:pt x="774" y="866"/>
                </a:cubicBezTo>
                <a:lnTo>
                  <a:pt x="91" y="866"/>
                </a:lnTo>
                <a:cubicBezTo>
                  <a:pt x="41" y="866"/>
                  <a:pt x="0" y="825"/>
                  <a:pt x="0" y="775"/>
                </a:cubicBezTo>
                <a:lnTo>
                  <a:pt x="0" y="91"/>
                </a:lnTo>
                <a:cubicBezTo>
                  <a:pt x="0" y="41"/>
                  <a:pt x="41" y="0"/>
                  <a:pt x="91" y="0"/>
                </a:cubicBezTo>
                <a:close/>
              </a:path>
            </a:pathLst>
          </a:custGeom>
          <a:solidFill>
            <a:srgbClr val="00B050"/>
          </a:solidFill>
          <a:ln>
            <a:noFill/>
          </a:ln>
        </p:spPr>
        <p:txBody>
          <a:bodyPr vert="horz" wrap="square" lIns="68555" tIns="34277" rIns="68555" bIns="34277" numCol="1" anchor="t" anchorCtr="0" compatLnSpc="1"/>
          <a:lstStyle/>
          <a:p>
            <a:endParaRPr lang="zh-CN" altLang="en-US" sz="100"/>
          </a:p>
        </p:txBody>
      </p:sp>
      <p:sp>
        <p:nvSpPr>
          <p:cNvPr id="16" name="Freeform 30"/>
          <p:cNvSpPr/>
          <p:nvPr/>
        </p:nvSpPr>
        <p:spPr bwMode="auto">
          <a:xfrm>
            <a:off x="7054733" y="4022299"/>
            <a:ext cx="3361747" cy="536776"/>
          </a:xfrm>
          <a:custGeom>
            <a:avLst/>
            <a:gdLst>
              <a:gd name="T0" fmla="*/ 91 w 8683"/>
              <a:gd name="T1" fmla="*/ 0 h 866"/>
              <a:gd name="T2" fmla="*/ 8591 w 8683"/>
              <a:gd name="T3" fmla="*/ 0 h 866"/>
              <a:gd name="T4" fmla="*/ 8683 w 8683"/>
              <a:gd name="T5" fmla="*/ 91 h 866"/>
              <a:gd name="T6" fmla="*/ 8683 w 8683"/>
              <a:gd name="T7" fmla="*/ 775 h 866"/>
              <a:gd name="T8" fmla="*/ 8591 w 8683"/>
              <a:gd name="T9" fmla="*/ 866 h 866"/>
              <a:gd name="T10" fmla="*/ 91 w 8683"/>
              <a:gd name="T11" fmla="*/ 866 h 866"/>
              <a:gd name="T12" fmla="*/ 0 w 8683"/>
              <a:gd name="T13" fmla="*/ 775 h 866"/>
              <a:gd name="T14" fmla="*/ 0 w 8683"/>
              <a:gd name="T15" fmla="*/ 91 h 866"/>
              <a:gd name="T16" fmla="*/ 91 w 8683"/>
              <a:gd name="T17" fmla="*/ 0 h 8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83" h="866">
                <a:moveTo>
                  <a:pt x="91" y="0"/>
                </a:moveTo>
                <a:lnTo>
                  <a:pt x="8591" y="0"/>
                </a:lnTo>
                <a:cubicBezTo>
                  <a:pt x="8642" y="0"/>
                  <a:pt x="8683" y="41"/>
                  <a:pt x="8683" y="91"/>
                </a:cubicBezTo>
                <a:lnTo>
                  <a:pt x="8683" y="775"/>
                </a:lnTo>
                <a:cubicBezTo>
                  <a:pt x="8683" y="825"/>
                  <a:pt x="8642" y="866"/>
                  <a:pt x="8591" y="866"/>
                </a:cubicBezTo>
                <a:lnTo>
                  <a:pt x="91" y="866"/>
                </a:lnTo>
                <a:cubicBezTo>
                  <a:pt x="41" y="866"/>
                  <a:pt x="0" y="825"/>
                  <a:pt x="0" y="775"/>
                </a:cubicBezTo>
                <a:lnTo>
                  <a:pt x="0" y="91"/>
                </a:lnTo>
                <a:cubicBezTo>
                  <a:pt x="0" y="41"/>
                  <a:pt x="41" y="0"/>
                  <a:pt x="91" y="0"/>
                </a:cubicBezTo>
                <a:close/>
              </a:path>
            </a:pathLst>
          </a:custGeom>
          <a:solidFill>
            <a:srgbClr val="FFFFFF"/>
          </a:solidFill>
          <a:ln w="9525" cap="flat">
            <a:solidFill>
              <a:schemeClr val="accent1">
                <a:lumMod val="60000"/>
                <a:lumOff val="40000"/>
              </a:schemeClr>
            </a:solidFill>
            <a:prstDash val="solid"/>
            <a:miter lim="800000"/>
          </a:ln>
        </p:spPr>
        <p:txBody>
          <a:bodyPr vert="horz" wrap="square" lIns="68555" tIns="34277" rIns="68555" bIns="34277" numCol="1" anchor="t" anchorCtr="0" compatLnSpc="1"/>
          <a:lstStyle/>
          <a:p>
            <a:endParaRPr lang="zh-CN" altLang="en-US" sz="100"/>
          </a:p>
        </p:txBody>
      </p:sp>
      <p:sp>
        <p:nvSpPr>
          <p:cNvPr id="17" name="TextBox 48"/>
          <p:cNvSpPr txBox="1"/>
          <p:nvPr/>
        </p:nvSpPr>
        <p:spPr>
          <a:xfrm>
            <a:off x="7179045" y="2395264"/>
            <a:ext cx="3237435" cy="507831"/>
          </a:xfrm>
          <a:prstGeom prst="rect">
            <a:avLst/>
          </a:prstGeom>
          <a:noFill/>
        </p:spPr>
        <p:txBody>
          <a:bodyPr wrap="square" rtlCol="0">
            <a:spAutoFit/>
          </a:bodyPr>
          <a:lstStyle>
            <a:defPPr>
              <a:defRPr lang="zh-CN"/>
            </a:defPPr>
            <a:lvl1pPr>
              <a:defRPr sz="3200" b="1">
                <a:solidFill>
                  <a:schemeClr val="accent1"/>
                </a:solidFill>
                <a:latin typeface="微软雅黑" panose="020B0503020204020204" charset="-122"/>
                <a:ea typeface="微软雅黑" panose="020B0503020204020204" charset="-122"/>
              </a:defRPr>
            </a:lvl1pPr>
          </a:lstStyle>
          <a:p>
            <a:r>
              <a:rPr lang="en-US" altLang="zh-CN" sz="2700" dirty="0"/>
              <a:t>  </a:t>
            </a:r>
            <a:r>
              <a:rPr lang="zh-CN" altLang="en-US" sz="2700" dirty="0"/>
              <a:t>一元函数微分学</a:t>
            </a:r>
            <a:endParaRPr lang="zh-CN" altLang="en-US" sz="2700" dirty="0"/>
          </a:p>
        </p:txBody>
      </p:sp>
      <p:sp>
        <p:nvSpPr>
          <p:cNvPr id="18" name="TextBox 49"/>
          <p:cNvSpPr txBox="1"/>
          <p:nvPr/>
        </p:nvSpPr>
        <p:spPr>
          <a:xfrm>
            <a:off x="7179045" y="3219483"/>
            <a:ext cx="2535615" cy="506730"/>
          </a:xfrm>
          <a:prstGeom prst="rect">
            <a:avLst/>
          </a:prstGeom>
          <a:noFill/>
        </p:spPr>
        <p:txBody>
          <a:bodyPr wrap="square" rtlCol="0">
            <a:spAutoFit/>
          </a:bodyPr>
          <a:lstStyle>
            <a:defPPr>
              <a:defRPr lang="zh-CN"/>
            </a:defPPr>
            <a:lvl1pPr>
              <a:defRPr sz="3200" b="1">
                <a:solidFill>
                  <a:schemeClr val="accent1"/>
                </a:solidFill>
                <a:latin typeface="微软雅黑" panose="020B0503020204020204" charset="-122"/>
                <a:ea typeface="微软雅黑" panose="020B0503020204020204" charset="-122"/>
              </a:defRPr>
            </a:lvl1pPr>
          </a:lstStyle>
          <a:p>
            <a:r>
              <a:rPr lang="en-US" altLang="zh-CN" sz="2700" dirty="0"/>
              <a:t>      </a:t>
            </a:r>
            <a:r>
              <a:rPr lang="zh-CN" altLang="en-US" sz="2700" dirty="0"/>
              <a:t>不定积分</a:t>
            </a:r>
            <a:endParaRPr lang="zh-CN" altLang="en-US" sz="2700" dirty="0"/>
          </a:p>
        </p:txBody>
      </p:sp>
      <p:sp>
        <p:nvSpPr>
          <p:cNvPr id="19" name="TextBox 50"/>
          <p:cNvSpPr txBox="1"/>
          <p:nvPr/>
        </p:nvSpPr>
        <p:spPr>
          <a:xfrm>
            <a:off x="7179045" y="4074398"/>
            <a:ext cx="2535615" cy="506730"/>
          </a:xfrm>
          <a:prstGeom prst="rect">
            <a:avLst/>
          </a:prstGeom>
          <a:noFill/>
        </p:spPr>
        <p:txBody>
          <a:bodyPr wrap="square" rtlCol="0">
            <a:spAutoFit/>
          </a:bodyPr>
          <a:lstStyle>
            <a:defPPr>
              <a:defRPr lang="zh-CN"/>
            </a:defPPr>
            <a:lvl1pPr>
              <a:defRPr sz="3200" b="1">
                <a:solidFill>
                  <a:schemeClr val="accent1"/>
                </a:solidFill>
                <a:latin typeface="微软雅黑" panose="020B0503020204020204" charset="-122"/>
                <a:ea typeface="微软雅黑" panose="020B0503020204020204" charset="-122"/>
              </a:defRPr>
            </a:lvl1pPr>
          </a:lstStyle>
          <a:p>
            <a:r>
              <a:rPr lang="en-US" altLang="zh-CN" sz="2700" dirty="0"/>
              <a:t>        </a:t>
            </a:r>
            <a:r>
              <a:rPr lang="zh-CN" altLang="en-US" sz="2700" dirty="0"/>
              <a:t>定积分</a:t>
            </a:r>
            <a:endParaRPr lang="zh-CN" altLang="en-US" sz="2700" dirty="0"/>
          </a:p>
        </p:txBody>
      </p:sp>
      <p:sp>
        <p:nvSpPr>
          <p:cNvPr id="20" name="TextBox 47"/>
          <p:cNvSpPr txBox="1"/>
          <p:nvPr/>
        </p:nvSpPr>
        <p:spPr>
          <a:xfrm>
            <a:off x="7117450" y="1438164"/>
            <a:ext cx="2535615" cy="506730"/>
          </a:xfrm>
          <a:prstGeom prst="rect">
            <a:avLst/>
          </a:prstGeom>
          <a:noFill/>
        </p:spPr>
        <p:txBody>
          <a:bodyPr wrap="square" rtlCol="0">
            <a:spAutoFit/>
          </a:bodyPr>
          <a:lstStyle/>
          <a:p>
            <a:r>
              <a:rPr lang="en-US" altLang="zh-CN" sz="2700" b="1" dirty="0">
                <a:solidFill>
                  <a:schemeClr val="accent1"/>
                </a:solidFill>
                <a:latin typeface="微软雅黑" panose="020B0503020204020204" charset="-122"/>
                <a:ea typeface="微软雅黑" panose="020B0503020204020204" charset="-122"/>
              </a:rPr>
              <a:t>      </a:t>
            </a:r>
            <a:r>
              <a:rPr lang="zh-CN" altLang="en-US" sz="2700" b="1" dirty="0">
                <a:solidFill>
                  <a:schemeClr val="accent1"/>
                </a:solidFill>
                <a:latin typeface="微软雅黑" panose="020B0503020204020204" charset="-122"/>
                <a:ea typeface="微软雅黑" panose="020B0503020204020204" charset="-122"/>
              </a:rPr>
              <a:t>极限与连续</a:t>
            </a:r>
            <a:endParaRPr lang="zh-CN" altLang="en-US" sz="2700" b="1" dirty="0">
              <a:solidFill>
                <a:schemeClr val="accent1"/>
              </a:solidFill>
              <a:latin typeface="微软雅黑" panose="020B0503020204020204" charset="-122"/>
              <a:ea typeface="微软雅黑" panose="020B0503020204020204" charset="-122"/>
            </a:endParaRPr>
          </a:p>
        </p:txBody>
      </p:sp>
      <p:sp>
        <p:nvSpPr>
          <p:cNvPr id="21" name="文本框 20"/>
          <p:cNvSpPr txBox="1"/>
          <p:nvPr/>
        </p:nvSpPr>
        <p:spPr>
          <a:xfrm>
            <a:off x="6507733" y="1483229"/>
            <a:ext cx="417102" cy="584775"/>
          </a:xfrm>
          <a:prstGeom prst="rect">
            <a:avLst/>
          </a:prstGeom>
          <a:noFill/>
        </p:spPr>
        <p:txBody>
          <a:bodyPr wrap="none" rtlCol="0">
            <a:spAutoFit/>
          </a:bodyPr>
          <a:lstStyle/>
          <a:p>
            <a:pPr algn="ctr"/>
            <a:r>
              <a:rPr lang="en-US" altLang="zh-CN" sz="3200" dirty="0">
                <a:solidFill>
                  <a:schemeClr val="accent2"/>
                </a:solidFill>
                <a:latin typeface="华文琥珀" panose="02010800040101010101" pitchFamily="2" charset="-122"/>
                <a:ea typeface="华文琥珀" panose="02010800040101010101" pitchFamily="2" charset="-122"/>
              </a:rPr>
              <a:t>1</a:t>
            </a:r>
            <a:endParaRPr lang="zh-CN" altLang="en-US" sz="3200" dirty="0">
              <a:solidFill>
                <a:schemeClr val="accent2"/>
              </a:solidFill>
              <a:latin typeface="华文琥珀" panose="02010800040101010101" pitchFamily="2" charset="-122"/>
              <a:ea typeface="华文琥珀" panose="02010800040101010101" pitchFamily="2" charset="-122"/>
            </a:endParaRPr>
          </a:p>
        </p:txBody>
      </p:sp>
      <p:sp>
        <p:nvSpPr>
          <p:cNvPr id="22" name="文本框 21"/>
          <p:cNvSpPr txBox="1"/>
          <p:nvPr/>
        </p:nvSpPr>
        <p:spPr>
          <a:xfrm>
            <a:off x="6505780" y="2377822"/>
            <a:ext cx="417102" cy="584775"/>
          </a:xfrm>
          <a:prstGeom prst="rect">
            <a:avLst/>
          </a:prstGeom>
          <a:noFill/>
        </p:spPr>
        <p:txBody>
          <a:bodyPr wrap="none" rtlCol="0">
            <a:spAutoFit/>
          </a:bodyPr>
          <a:lstStyle/>
          <a:p>
            <a:pPr algn="ctr"/>
            <a:r>
              <a:rPr lang="en-US" altLang="zh-CN" sz="3200" dirty="0">
                <a:solidFill>
                  <a:schemeClr val="accent2"/>
                </a:solidFill>
                <a:latin typeface="华文琥珀" panose="02010800040101010101" pitchFamily="2" charset="-122"/>
                <a:ea typeface="华文琥珀" panose="02010800040101010101" pitchFamily="2" charset="-122"/>
              </a:rPr>
              <a:t>2</a:t>
            </a:r>
            <a:endParaRPr lang="zh-CN" altLang="en-US" sz="3200" dirty="0">
              <a:solidFill>
                <a:schemeClr val="accent2"/>
              </a:solidFill>
              <a:latin typeface="华文琥珀" panose="02010800040101010101" pitchFamily="2" charset="-122"/>
              <a:ea typeface="华文琥珀" panose="02010800040101010101" pitchFamily="2" charset="-122"/>
            </a:endParaRPr>
          </a:p>
        </p:txBody>
      </p:sp>
      <p:sp>
        <p:nvSpPr>
          <p:cNvPr id="23" name="文本框 22"/>
          <p:cNvSpPr txBox="1"/>
          <p:nvPr/>
        </p:nvSpPr>
        <p:spPr>
          <a:xfrm>
            <a:off x="6522441" y="3200802"/>
            <a:ext cx="417102" cy="584775"/>
          </a:xfrm>
          <a:prstGeom prst="rect">
            <a:avLst/>
          </a:prstGeom>
          <a:noFill/>
        </p:spPr>
        <p:txBody>
          <a:bodyPr wrap="none" rtlCol="0">
            <a:spAutoFit/>
          </a:bodyPr>
          <a:lstStyle/>
          <a:p>
            <a:r>
              <a:rPr lang="en-US" altLang="zh-CN" sz="3200" dirty="0">
                <a:solidFill>
                  <a:schemeClr val="accent2"/>
                </a:solidFill>
                <a:latin typeface="华文琥珀" panose="02010800040101010101" pitchFamily="2" charset="-122"/>
                <a:ea typeface="华文琥珀" panose="02010800040101010101" pitchFamily="2" charset="-122"/>
              </a:rPr>
              <a:t>3</a:t>
            </a:r>
            <a:endParaRPr lang="zh-CN" altLang="en-US" sz="3200" dirty="0">
              <a:solidFill>
                <a:schemeClr val="accent2"/>
              </a:solidFill>
              <a:latin typeface="华文琥珀" panose="02010800040101010101" pitchFamily="2" charset="-122"/>
              <a:ea typeface="华文琥珀" panose="02010800040101010101" pitchFamily="2" charset="-122"/>
            </a:endParaRPr>
          </a:p>
        </p:txBody>
      </p:sp>
      <p:sp>
        <p:nvSpPr>
          <p:cNvPr id="25" name="文本框 24"/>
          <p:cNvSpPr txBox="1"/>
          <p:nvPr/>
        </p:nvSpPr>
        <p:spPr>
          <a:xfrm>
            <a:off x="6531428" y="4059854"/>
            <a:ext cx="417102" cy="584775"/>
          </a:xfrm>
          <a:prstGeom prst="rect">
            <a:avLst/>
          </a:prstGeom>
          <a:noFill/>
        </p:spPr>
        <p:txBody>
          <a:bodyPr wrap="none" rtlCol="0">
            <a:spAutoFit/>
          </a:bodyPr>
          <a:lstStyle/>
          <a:p>
            <a:r>
              <a:rPr lang="en-US" altLang="zh-CN" sz="3200" dirty="0">
                <a:solidFill>
                  <a:schemeClr val="accent2"/>
                </a:solidFill>
                <a:latin typeface="华文琥珀" panose="02010800040101010101" pitchFamily="2" charset="-122"/>
                <a:ea typeface="华文琥珀" panose="02010800040101010101" pitchFamily="2" charset="-122"/>
              </a:rPr>
              <a:t>4</a:t>
            </a:r>
            <a:endParaRPr lang="zh-CN" altLang="en-US" sz="3200" dirty="0">
              <a:solidFill>
                <a:schemeClr val="accent2"/>
              </a:solidFill>
              <a:latin typeface="华文琥珀" panose="02010800040101010101" pitchFamily="2" charset="-122"/>
              <a:ea typeface="华文琥珀" panose="02010800040101010101" pitchFamily="2" charset="-122"/>
            </a:endParaRPr>
          </a:p>
        </p:txBody>
      </p:sp>
      <p:sp>
        <p:nvSpPr>
          <p:cNvPr id="26" name="Freeform 29"/>
          <p:cNvSpPr/>
          <p:nvPr/>
        </p:nvSpPr>
        <p:spPr bwMode="auto">
          <a:xfrm>
            <a:off x="6492385" y="4832121"/>
            <a:ext cx="532016" cy="536776"/>
          </a:xfrm>
          <a:custGeom>
            <a:avLst/>
            <a:gdLst>
              <a:gd name="T0" fmla="*/ 91 w 865"/>
              <a:gd name="T1" fmla="*/ 0 h 866"/>
              <a:gd name="T2" fmla="*/ 774 w 865"/>
              <a:gd name="T3" fmla="*/ 0 h 866"/>
              <a:gd name="T4" fmla="*/ 865 w 865"/>
              <a:gd name="T5" fmla="*/ 91 h 866"/>
              <a:gd name="T6" fmla="*/ 865 w 865"/>
              <a:gd name="T7" fmla="*/ 775 h 866"/>
              <a:gd name="T8" fmla="*/ 774 w 865"/>
              <a:gd name="T9" fmla="*/ 866 h 866"/>
              <a:gd name="T10" fmla="*/ 91 w 865"/>
              <a:gd name="T11" fmla="*/ 866 h 866"/>
              <a:gd name="T12" fmla="*/ 0 w 865"/>
              <a:gd name="T13" fmla="*/ 775 h 866"/>
              <a:gd name="T14" fmla="*/ 0 w 865"/>
              <a:gd name="T15" fmla="*/ 91 h 866"/>
              <a:gd name="T16" fmla="*/ 91 w 865"/>
              <a:gd name="T17" fmla="*/ 0 h 8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5" h="866">
                <a:moveTo>
                  <a:pt x="91" y="0"/>
                </a:moveTo>
                <a:lnTo>
                  <a:pt x="774" y="0"/>
                </a:lnTo>
                <a:cubicBezTo>
                  <a:pt x="824" y="0"/>
                  <a:pt x="865" y="41"/>
                  <a:pt x="865" y="91"/>
                </a:cubicBezTo>
                <a:lnTo>
                  <a:pt x="865" y="775"/>
                </a:lnTo>
                <a:cubicBezTo>
                  <a:pt x="865" y="825"/>
                  <a:pt x="824" y="866"/>
                  <a:pt x="774" y="866"/>
                </a:cubicBezTo>
                <a:lnTo>
                  <a:pt x="91" y="866"/>
                </a:lnTo>
                <a:cubicBezTo>
                  <a:pt x="41" y="866"/>
                  <a:pt x="0" y="825"/>
                  <a:pt x="0" y="775"/>
                </a:cubicBezTo>
                <a:lnTo>
                  <a:pt x="0" y="91"/>
                </a:lnTo>
                <a:cubicBezTo>
                  <a:pt x="0" y="41"/>
                  <a:pt x="41" y="0"/>
                  <a:pt x="91" y="0"/>
                </a:cubicBezTo>
                <a:close/>
              </a:path>
            </a:pathLst>
          </a:custGeom>
          <a:solidFill>
            <a:srgbClr val="00B0F0"/>
          </a:solidFill>
          <a:ln>
            <a:noFill/>
          </a:ln>
        </p:spPr>
        <p:txBody>
          <a:bodyPr vert="horz" wrap="square" lIns="68555" tIns="34277" rIns="68555" bIns="34277" numCol="1" anchor="t" anchorCtr="0" compatLnSpc="1"/>
          <a:lstStyle/>
          <a:p>
            <a:endParaRPr lang="zh-CN" altLang="en-US" sz="100"/>
          </a:p>
        </p:txBody>
      </p:sp>
      <p:sp>
        <p:nvSpPr>
          <p:cNvPr id="27" name="Freeform 30"/>
          <p:cNvSpPr/>
          <p:nvPr/>
        </p:nvSpPr>
        <p:spPr bwMode="auto">
          <a:xfrm>
            <a:off x="7076768" y="4832121"/>
            <a:ext cx="3361747" cy="536776"/>
          </a:xfrm>
          <a:custGeom>
            <a:avLst/>
            <a:gdLst>
              <a:gd name="T0" fmla="*/ 91 w 8683"/>
              <a:gd name="T1" fmla="*/ 0 h 866"/>
              <a:gd name="T2" fmla="*/ 8591 w 8683"/>
              <a:gd name="T3" fmla="*/ 0 h 866"/>
              <a:gd name="T4" fmla="*/ 8683 w 8683"/>
              <a:gd name="T5" fmla="*/ 91 h 866"/>
              <a:gd name="T6" fmla="*/ 8683 w 8683"/>
              <a:gd name="T7" fmla="*/ 775 h 866"/>
              <a:gd name="T8" fmla="*/ 8591 w 8683"/>
              <a:gd name="T9" fmla="*/ 866 h 866"/>
              <a:gd name="T10" fmla="*/ 91 w 8683"/>
              <a:gd name="T11" fmla="*/ 866 h 866"/>
              <a:gd name="T12" fmla="*/ 0 w 8683"/>
              <a:gd name="T13" fmla="*/ 775 h 866"/>
              <a:gd name="T14" fmla="*/ 0 w 8683"/>
              <a:gd name="T15" fmla="*/ 91 h 866"/>
              <a:gd name="T16" fmla="*/ 91 w 8683"/>
              <a:gd name="T17" fmla="*/ 0 h 8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83" h="866">
                <a:moveTo>
                  <a:pt x="91" y="0"/>
                </a:moveTo>
                <a:lnTo>
                  <a:pt x="8591" y="0"/>
                </a:lnTo>
                <a:cubicBezTo>
                  <a:pt x="8642" y="0"/>
                  <a:pt x="8683" y="41"/>
                  <a:pt x="8683" y="91"/>
                </a:cubicBezTo>
                <a:lnTo>
                  <a:pt x="8683" y="775"/>
                </a:lnTo>
                <a:cubicBezTo>
                  <a:pt x="8683" y="825"/>
                  <a:pt x="8642" y="866"/>
                  <a:pt x="8591" y="866"/>
                </a:cubicBezTo>
                <a:lnTo>
                  <a:pt x="91" y="866"/>
                </a:lnTo>
                <a:cubicBezTo>
                  <a:pt x="41" y="866"/>
                  <a:pt x="0" y="825"/>
                  <a:pt x="0" y="775"/>
                </a:cubicBezTo>
                <a:lnTo>
                  <a:pt x="0" y="91"/>
                </a:lnTo>
                <a:cubicBezTo>
                  <a:pt x="0" y="41"/>
                  <a:pt x="41" y="0"/>
                  <a:pt x="91" y="0"/>
                </a:cubicBezTo>
                <a:close/>
              </a:path>
            </a:pathLst>
          </a:custGeom>
          <a:solidFill>
            <a:srgbClr val="FFFFFF"/>
          </a:solidFill>
          <a:ln w="9525" cap="flat">
            <a:solidFill>
              <a:schemeClr val="accent1">
                <a:lumMod val="60000"/>
                <a:lumOff val="40000"/>
              </a:schemeClr>
            </a:solidFill>
            <a:prstDash val="solid"/>
            <a:miter lim="800000"/>
          </a:ln>
        </p:spPr>
        <p:txBody>
          <a:bodyPr vert="horz" wrap="square" lIns="68555" tIns="34277" rIns="68555" bIns="34277" numCol="1" anchor="t" anchorCtr="0" compatLnSpc="1"/>
          <a:lstStyle/>
          <a:p>
            <a:endParaRPr lang="zh-CN" altLang="en-US" sz="100"/>
          </a:p>
        </p:txBody>
      </p:sp>
      <p:sp>
        <p:nvSpPr>
          <p:cNvPr id="37" name="TextBox 50"/>
          <p:cNvSpPr txBox="1"/>
          <p:nvPr/>
        </p:nvSpPr>
        <p:spPr>
          <a:xfrm>
            <a:off x="7201080" y="4884220"/>
            <a:ext cx="2927368" cy="507831"/>
          </a:xfrm>
          <a:prstGeom prst="rect">
            <a:avLst/>
          </a:prstGeom>
          <a:noFill/>
        </p:spPr>
        <p:txBody>
          <a:bodyPr wrap="square" rtlCol="0">
            <a:spAutoFit/>
          </a:bodyPr>
          <a:lstStyle>
            <a:defPPr>
              <a:defRPr lang="zh-CN"/>
            </a:defPPr>
            <a:lvl1pPr>
              <a:defRPr sz="3200" b="1">
                <a:solidFill>
                  <a:schemeClr val="accent1"/>
                </a:solidFill>
                <a:latin typeface="微软雅黑" panose="020B0503020204020204" charset="-122"/>
                <a:ea typeface="微软雅黑" panose="020B0503020204020204" charset="-122"/>
              </a:defRPr>
            </a:lvl1pPr>
          </a:lstStyle>
          <a:p>
            <a:r>
              <a:rPr lang="zh-CN" altLang="en-US" sz="2700" dirty="0"/>
              <a:t>  二元函数微分学</a:t>
            </a:r>
            <a:endParaRPr lang="zh-CN" altLang="en-US" sz="2700" dirty="0"/>
          </a:p>
        </p:txBody>
      </p:sp>
      <p:sp>
        <p:nvSpPr>
          <p:cNvPr id="38" name="文本框 37"/>
          <p:cNvSpPr txBox="1"/>
          <p:nvPr/>
        </p:nvSpPr>
        <p:spPr>
          <a:xfrm>
            <a:off x="6546353" y="4869676"/>
            <a:ext cx="417102" cy="584775"/>
          </a:xfrm>
          <a:prstGeom prst="rect">
            <a:avLst/>
          </a:prstGeom>
          <a:noFill/>
        </p:spPr>
        <p:txBody>
          <a:bodyPr wrap="none" rtlCol="0">
            <a:spAutoFit/>
          </a:bodyPr>
          <a:lstStyle/>
          <a:p>
            <a:r>
              <a:rPr lang="en-US" altLang="zh-CN" sz="3200" dirty="0">
                <a:solidFill>
                  <a:schemeClr val="accent2"/>
                </a:solidFill>
                <a:latin typeface="华文琥珀" panose="02010800040101010101" pitchFamily="2" charset="-122"/>
                <a:ea typeface="华文琥珀" panose="02010800040101010101" pitchFamily="2" charset="-122"/>
              </a:rPr>
              <a:t>5</a:t>
            </a:r>
            <a:endParaRPr lang="zh-CN" altLang="en-US" sz="3200" dirty="0">
              <a:solidFill>
                <a:schemeClr val="accent2"/>
              </a:solidFill>
              <a:latin typeface="华文琥珀" panose="02010800040101010101" pitchFamily="2" charset="-122"/>
              <a:ea typeface="华文琥珀" panose="02010800040101010101" pitchFamily="2" charset="-122"/>
            </a:endParaRPr>
          </a:p>
        </p:txBody>
      </p:sp>
      <p:sp>
        <p:nvSpPr>
          <p:cNvPr id="44" name="Freeform 29"/>
          <p:cNvSpPr/>
          <p:nvPr/>
        </p:nvSpPr>
        <p:spPr bwMode="auto">
          <a:xfrm>
            <a:off x="6490609" y="5671097"/>
            <a:ext cx="532016" cy="536776"/>
          </a:xfrm>
          <a:custGeom>
            <a:avLst/>
            <a:gdLst>
              <a:gd name="T0" fmla="*/ 91 w 865"/>
              <a:gd name="T1" fmla="*/ 0 h 866"/>
              <a:gd name="T2" fmla="*/ 774 w 865"/>
              <a:gd name="T3" fmla="*/ 0 h 866"/>
              <a:gd name="T4" fmla="*/ 865 w 865"/>
              <a:gd name="T5" fmla="*/ 91 h 866"/>
              <a:gd name="T6" fmla="*/ 865 w 865"/>
              <a:gd name="T7" fmla="*/ 775 h 866"/>
              <a:gd name="T8" fmla="*/ 774 w 865"/>
              <a:gd name="T9" fmla="*/ 866 h 866"/>
              <a:gd name="T10" fmla="*/ 91 w 865"/>
              <a:gd name="T11" fmla="*/ 866 h 866"/>
              <a:gd name="T12" fmla="*/ 0 w 865"/>
              <a:gd name="T13" fmla="*/ 775 h 866"/>
              <a:gd name="T14" fmla="*/ 0 w 865"/>
              <a:gd name="T15" fmla="*/ 91 h 866"/>
              <a:gd name="T16" fmla="*/ 91 w 865"/>
              <a:gd name="T17" fmla="*/ 0 h 8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5" h="866">
                <a:moveTo>
                  <a:pt x="91" y="0"/>
                </a:moveTo>
                <a:lnTo>
                  <a:pt x="774" y="0"/>
                </a:lnTo>
                <a:cubicBezTo>
                  <a:pt x="824" y="0"/>
                  <a:pt x="865" y="41"/>
                  <a:pt x="865" y="91"/>
                </a:cubicBezTo>
                <a:lnTo>
                  <a:pt x="865" y="775"/>
                </a:lnTo>
                <a:cubicBezTo>
                  <a:pt x="865" y="825"/>
                  <a:pt x="824" y="866"/>
                  <a:pt x="774" y="866"/>
                </a:cubicBezTo>
                <a:lnTo>
                  <a:pt x="91" y="866"/>
                </a:lnTo>
                <a:cubicBezTo>
                  <a:pt x="41" y="866"/>
                  <a:pt x="0" y="825"/>
                  <a:pt x="0" y="775"/>
                </a:cubicBezTo>
                <a:lnTo>
                  <a:pt x="0" y="91"/>
                </a:lnTo>
                <a:cubicBezTo>
                  <a:pt x="0" y="41"/>
                  <a:pt x="41" y="0"/>
                  <a:pt x="91" y="0"/>
                </a:cubicBezTo>
                <a:close/>
              </a:path>
            </a:pathLst>
          </a:custGeom>
          <a:solidFill>
            <a:srgbClr val="7030A0"/>
          </a:solidFill>
          <a:ln>
            <a:noFill/>
          </a:ln>
        </p:spPr>
        <p:txBody>
          <a:bodyPr vert="horz" wrap="square" lIns="68555" tIns="34277" rIns="68555" bIns="34277" numCol="1" anchor="t" anchorCtr="0" compatLnSpc="1"/>
          <a:lstStyle/>
          <a:p>
            <a:endParaRPr lang="zh-CN" altLang="en-US" sz="100"/>
          </a:p>
        </p:txBody>
      </p:sp>
      <p:sp>
        <p:nvSpPr>
          <p:cNvPr id="45" name="Freeform 30"/>
          <p:cNvSpPr/>
          <p:nvPr/>
        </p:nvSpPr>
        <p:spPr bwMode="auto">
          <a:xfrm>
            <a:off x="7074992" y="5671097"/>
            <a:ext cx="3361747" cy="536776"/>
          </a:xfrm>
          <a:custGeom>
            <a:avLst/>
            <a:gdLst>
              <a:gd name="T0" fmla="*/ 91 w 8683"/>
              <a:gd name="T1" fmla="*/ 0 h 866"/>
              <a:gd name="T2" fmla="*/ 8591 w 8683"/>
              <a:gd name="T3" fmla="*/ 0 h 866"/>
              <a:gd name="T4" fmla="*/ 8683 w 8683"/>
              <a:gd name="T5" fmla="*/ 91 h 866"/>
              <a:gd name="T6" fmla="*/ 8683 w 8683"/>
              <a:gd name="T7" fmla="*/ 775 h 866"/>
              <a:gd name="T8" fmla="*/ 8591 w 8683"/>
              <a:gd name="T9" fmla="*/ 866 h 866"/>
              <a:gd name="T10" fmla="*/ 91 w 8683"/>
              <a:gd name="T11" fmla="*/ 866 h 866"/>
              <a:gd name="T12" fmla="*/ 0 w 8683"/>
              <a:gd name="T13" fmla="*/ 775 h 866"/>
              <a:gd name="T14" fmla="*/ 0 w 8683"/>
              <a:gd name="T15" fmla="*/ 91 h 866"/>
              <a:gd name="T16" fmla="*/ 91 w 8683"/>
              <a:gd name="T17" fmla="*/ 0 h 8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83" h="866">
                <a:moveTo>
                  <a:pt x="91" y="0"/>
                </a:moveTo>
                <a:lnTo>
                  <a:pt x="8591" y="0"/>
                </a:lnTo>
                <a:cubicBezTo>
                  <a:pt x="8642" y="0"/>
                  <a:pt x="8683" y="41"/>
                  <a:pt x="8683" y="91"/>
                </a:cubicBezTo>
                <a:lnTo>
                  <a:pt x="8683" y="775"/>
                </a:lnTo>
                <a:cubicBezTo>
                  <a:pt x="8683" y="825"/>
                  <a:pt x="8642" y="866"/>
                  <a:pt x="8591" y="866"/>
                </a:cubicBezTo>
                <a:lnTo>
                  <a:pt x="91" y="866"/>
                </a:lnTo>
                <a:cubicBezTo>
                  <a:pt x="41" y="866"/>
                  <a:pt x="0" y="825"/>
                  <a:pt x="0" y="775"/>
                </a:cubicBezTo>
                <a:lnTo>
                  <a:pt x="0" y="91"/>
                </a:lnTo>
                <a:cubicBezTo>
                  <a:pt x="0" y="41"/>
                  <a:pt x="41" y="0"/>
                  <a:pt x="91" y="0"/>
                </a:cubicBezTo>
                <a:close/>
              </a:path>
            </a:pathLst>
          </a:custGeom>
          <a:solidFill>
            <a:srgbClr val="FFFFFF"/>
          </a:solidFill>
          <a:ln w="9525" cap="flat">
            <a:solidFill>
              <a:schemeClr val="accent1">
                <a:lumMod val="60000"/>
                <a:lumOff val="40000"/>
              </a:schemeClr>
            </a:solidFill>
            <a:prstDash val="solid"/>
            <a:miter lim="800000"/>
          </a:ln>
        </p:spPr>
        <p:txBody>
          <a:bodyPr vert="horz" wrap="square" lIns="68555" tIns="34277" rIns="68555" bIns="34277" numCol="1" anchor="t" anchorCtr="0" compatLnSpc="1"/>
          <a:lstStyle/>
          <a:p>
            <a:endParaRPr lang="zh-CN" altLang="en-US" sz="100"/>
          </a:p>
        </p:txBody>
      </p:sp>
      <p:sp>
        <p:nvSpPr>
          <p:cNvPr id="46" name="TextBox 50"/>
          <p:cNvSpPr txBox="1"/>
          <p:nvPr/>
        </p:nvSpPr>
        <p:spPr>
          <a:xfrm>
            <a:off x="7199304" y="5723196"/>
            <a:ext cx="2535615" cy="506730"/>
          </a:xfrm>
          <a:prstGeom prst="rect">
            <a:avLst/>
          </a:prstGeom>
          <a:noFill/>
        </p:spPr>
        <p:txBody>
          <a:bodyPr wrap="square" rtlCol="0">
            <a:spAutoFit/>
          </a:bodyPr>
          <a:lstStyle>
            <a:defPPr>
              <a:defRPr lang="zh-CN"/>
            </a:defPPr>
            <a:lvl1pPr>
              <a:defRPr sz="3200" b="1">
                <a:solidFill>
                  <a:schemeClr val="accent1"/>
                </a:solidFill>
                <a:latin typeface="微软雅黑" panose="020B0503020204020204" charset="-122"/>
                <a:ea typeface="微软雅黑" panose="020B0503020204020204" charset="-122"/>
              </a:defRPr>
            </a:lvl1pPr>
          </a:lstStyle>
          <a:p>
            <a:r>
              <a:rPr lang="en-US" altLang="zh-CN" sz="2700" dirty="0"/>
              <a:t>     </a:t>
            </a:r>
            <a:r>
              <a:rPr lang="zh-CN" altLang="en-US" sz="2700" dirty="0"/>
              <a:t>概率论初步</a:t>
            </a:r>
            <a:endParaRPr lang="zh-CN" altLang="en-US" sz="2700" dirty="0"/>
          </a:p>
        </p:txBody>
      </p:sp>
      <p:sp>
        <p:nvSpPr>
          <p:cNvPr id="47" name="文本框 46"/>
          <p:cNvSpPr txBox="1"/>
          <p:nvPr/>
        </p:nvSpPr>
        <p:spPr>
          <a:xfrm>
            <a:off x="6534548" y="5709013"/>
            <a:ext cx="417102" cy="584775"/>
          </a:xfrm>
          <a:prstGeom prst="rect">
            <a:avLst/>
          </a:prstGeom>
          <a:noFill/>
        </p:spPr>
        <p:txBody>
          <a:bodyPr wrap="none" rtlCol="0">
            <a:spAutoFit/>
          </a:bodyPr>
          <a:lstStyle/>
          <a:p>
            <a:r>
              <a:rPr lang="en-US" altLang="zh-CN" sz="3200" dirty="0">
                <a:solidFill>
                  <a:schemeClr val="accent2"/>
                </a:solidFill>
                <a:latin typeface="华文琥珀" panose="02010800040101010101" pitchFamily="2" charset="-122"/>
                <a:ea typeface="华文琥珀" panose="02010800040101010101" pitchFamily="2" charset="-122"/>
              </a:rPr>
              <a:t>6</a:t>
            </a:r>
            <a:endParaRPr lang="zh-CN" altLang="en-US" sz="3200" dirty="0">
              <a:solidFill>
                <a:schemeClr val="accent2"/>
              </a:solidFill>
              <a:latin typeface="华文琥珀" panose="02010800040101010101" pitchFamily="2" charset="-122"/>
              <a:ea typeface="华文琥珀" panose="02010800040101010101" pitchFamily="2" charset="-122"/>
            </a:endParaRPr>
          </a:p>
        </p:txBody>
      </p:sp>
      <p:sp>
        <p:nvSpPr>
          <p:cNvPr id="3" name="文本框 2"/>
          <p:cNvSpPr txBox="1"/>
          <p:nvPr/>
        </p:nvSpPr>
        <p:spPr>
          <a:xfrm>
            <a:off x="11603990" y="6196965"/>
            <a:ext cx="4028440" cy="402590"/>
          </a:xfrm>
          <a:prstGeom prst="rect">
            <a:avLst/>
          </a:prstGeom>
          <a:noFill/>
        </p:spPr>
        <p:txBody>
          <a:bodyPr wrap="square" rtlCol="0">
            <a:noAutofit/>
          </a:bodyPr>
          <a:p>
            <a:endParaRPr lang="zh-CN" altLang="en-US"/>
          </a:p>
        </p:txBody>
      </p:sp>
    </p:spTree>
  </p:cSld>
  <p:clrMapOvr>
    <a:masterClrMapping/>
  </p:clrMapOvr>
  <p:transition spd="slow">
    <p:fade/>
    <p:sndAc>
      <p:stSnd>
        <p:snd r:embed="rId2" name="CHIMES.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0-#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10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0-#ppt_w/2"/>
                                          </p:val>
                                        </p:tav>
                                        <p:tav tm="100000">
                                          <p:val>
                                            <p:strVal val="#ppt_x"/>
                                          </p:val>
                                        </p:tav>
                                      </p:tavLst>
                                    </p:anim>
                                    <p:anim calcmode="lin" valueType="num">
                                      <p:cBhvr additive="base">
                                        <p:cTn id="12" dur="500" fill="hold"/>
                                        <p:tgtEl>
                                          <p:spTgt spid="11"/>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20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500" fill="hold"/>
                                        <p:tgtEl>
                                          <p:spTgt spid="13"/>
                                        </p:tgtEl>
                                        <p:attrNameLst>
                                          <p:attrName>ppt_x</p:attrName>
                                        </p:attrNameLst>
                                      </p:cBhvr>
                                      <p:tavLst>
                                        <p:tav tm="0">
                                          <p:val>
                                            <p:strVal val="0-#ppt_w/2"/>
                                          </p:val>
                                        </p:tav>
                                        <p:tav tm="100000">
                                          <p:val>
                                            <p:strVal val="#ppt_x"/>
                                          </p:val>
                                        </p:tav>
                                      </p:tavLst>
                                    </p:anim>
                                    <p:anim calcmode="lin" valueType="num">
                                      <p:cBhvr additive="base">
                                        <p:cTn id="16" dur="500" fill="hold"/>
                                        <p:tgtEl>
                                          <p:spTgt spid="13"/>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30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ppt_x</p:attrName>
                                        </p:attrNameLst>
                                      </p:cBhvr>
                                      <p:tavLst>
                                        <p:tav tm="0">
                                          <p:val>
                                            <p:strVal val="0-#ppt_w/2"/>
                                          </p:val>
                                        </p:tav>
                                        <p:tav tm="100000">
                                          <p:val>
                                            <p:strVal val="#ppt_x"/>
                                          </p:val>
                                        </p:tav>
                                      </p:tavLst>
                                    </p:anim>
                                    <p:anim calcmode="lin" valueType="num">
                                      <p:cBhvr additive="base">
                                        <p:cTn id="20" dur="500" fill="hold"/>
                                        <p:tgtEl>
                                          <p:spTgt spid="15"/>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 calcmode="lin" valueType="num">
                                      <p:cBhvr additive="base">
                                        <p:cTn id="23" dur="500" fill="hold"/>
                                        <p:tgtEl>
                                          <p:spTgt spid="10"/>
                                        </p:tgtEl>
                                        <p:attrNameLst>
                                          <p:attrName>ppt_x</p:attrName>
                                        </p:attrNameLst>
                                      </p:cBhvr>
                                      <p:tavLst>
                                        <p:tav tm="0">
                                          <p:val>
                                            <p:strVal val="1+#ppt_w/2"/>
                                          </p:val>
                                        </p:tav>
                                        <p:tav tm="100000">
                                          <p:val>
                                            <p:strVal val="#ppt_x"/>
                                          </p:val>
                                        </p:tav>
                                      </p:tavLst>
                                    </p:anim>
                                    <p:anim calcmode="lin" valueType="num">
                                      <p:cBhvr additive="base">
                                        <p:cTn id="24" dur="500" fill="hold"/>
                                        <p:tgtEl>
                                          <p:spTgt spid="10"/>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10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500" fill="hold"/>
                                        <p:tgtEl>
                                          <p:spTgt spid="12"/>
                                        </p:tgtEl>
                                        <p:attrNameLst>
                                          <p:attrName>ppt_x</p:attrName>
                                        </p:attrNameLst>
                                      </p:cBhvr>
                                      <p:tavLst>
                                        <p:tav tm="0">
                                          <p:val>
                                            <p:strVal val="1+#ppt_w/2"/>
                                          </p:val>
                                        </p:tav>
                                        <p:tav tm="100000">
                                          <p:val>
                                            <p:strVal val="#ppt_x"/>
                                          </p:val>
                                        </p:tav>
                                      </p:tavLst>
                                    </p:anim>
                                    <p:anim calcmode="lin" valueType="num">
                                      <p:cBhvr additive="base">
                                        <p:cTn id="28" dur="500" fill="hold"/>
                                        <p:tgtEl>
                                          <p:spTgt spid="12"/>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stCondLst>
                                    <p:cond delay="200"/>
                                  </p:stCondLst>
                                  <p:childTnLst>
                                    <p:set>
                                      <p:cBhvr>
                                        <p:cTn id="30" dur="1" fill="hold">
                                          <p:stCondLst>
                                            <p:cond delay="0"/>
                                          </p:stCondLst>
                                        </p:cTn>
                                        <p:tgtEl>
                                          <p:spTgt spid="14"/>
                                        </p:tgtEl>
                                        <p:attrNameLst>
                                          <p:attrName>style.visibility</p:attrName>
                                        </p:attrNameLst>
                                      </p:cBhvr>
                                      <p:to>
                                        <p:strVal val="visible"/>
                                      </p:to>
                                    </p:set>
                                    <p:anim calcmode="lin" valueType="num">
                                      <p:cBhvr additive="base">
                                        <p:cTn id="31" dur="500" fill="hold"/>
                                        <p:tgtEl>
                                          <p:spTgt spid="14"/>
                                        </p:tgtEl>
                                        <p:attrNameLst>
                                          <p:attrName>ppt_x</p:attrName>
                                        </p:attrNameLst>
                                      </p:cBhvr>
                                      <p:tavLst>
                                        <p:tav tm="0">
                                          <p:val>
                                            <p:strVal val="1+#ppt_w/2"/>
                                          </p:val>
                                        </p:tav>
                                        <p:tav tm="100000">
                                          <p:val>
                                            <p:strVal val="#ppt_x"/>
                                          </p:val>
                                        </p:tav>
                                      </p:tavLst>
                                    </p:anim>
                                    <p:anim calcmode="lin" valueType="num">
                                      <p:cBhvr additive="base">
                                        <p:cTn id="32" dur="500" fill="hold"/>
                                        <p:tgtEl>
                                          <p:spTgt spid="14"/>
                                        </p:tgtEl>
                                        <p:attrNameLst>
                                          <p:attrName>ppt_y</p:attrName>
                                        </p:attrNameLst>
                                      </p:cBhvr>
                                      <p:tavLst>
                                        <p:tav tm="0">
                                          <p:val>
                                            <p:strVal val="#ppt_y"/>
                                          </p:val>
                                        </p:tav>
                                        <p:tav tm="100000">
                                          <p:val>
                                            <p:strVal val="#ppt_y"/>
                                          </p:val>
                                        </p:tav>
                                      </p:tavLst>
                                    </p:anim>
                                  </p:childTnLst>
                                </p:cTn>
                              </p:par>
                              <p:par>
                                <p:cTn id="33" presetID="2" presetClass="entr" presetSubtype="2" fill="hold" grpId="0" nodeType="withEffect">
                                  <p:stCondLst>
                                    <p:cond delay="300"/>
                                  </p:stCondLst>
                                  <p:childTnLst>
                                    <p:set>
                                      <p:cBhvr>
                                        <p:cTn id="34" dur="1" fill="hold">
                                          <p:stCondLst>
                                            <p:cond delay="0"/>
                                          </p:stCondLst>
                                        </p:cTn>
                                        <p:tgtEl>
                                          <p:spTgt spid="16"/>
                                        </p:tgtEl>
                                        <p:attrNameLst>
                                          <p:attrName>style.visibility</p:attrName>
                                        </p:attrNameLst>
                                      </p:cBhvr>
                                      <p:to>
                                        <p:strVal val="visible"/>
                                      </p:to>
                                    </p:set>
                                    <p:anim calcmode="lin" valueType="num">
                                      <p:cBhvr additive="base">
                                        <p:cTn id="35" dur="500" fill="hold"/>
                                        <p:tgtEl>
                                          <p:spTgt spid="16"/>
                                        </p:tgtEl>
                                        <p:attrNameLst>
                                          <p:attrName>ppt_x</p:attrName>
                                        </p:attrNameLst>
                                      </p:cBhvr>
                                      <p:tavLst>
                                        <p:tav tm="0">
                                          <p:val>
                                            <p:strVal val="1+#ppt_w/2"/>
                                          </p:val>
                                        </p:tav>
                                        <p:tav tm="100000">
                                          <p:val>
                                            <p:strVal val="#ppt_x"/>
                                          </p:val>
                                        </p:tav>
                                      </p:tavLst>
                                    </p:anim>
                                    <p:anim calcmode="lin" valueType="num">
                                      <p:cBhvr additive="base">
                                        <p:cTn id="36" dur="500" fill="hold"/>
                                        <p:tgtEl>
                                          <p:spTgt spid="16"/>
                                        </p:tgtEl>
                                        <p:attrNameLst>
                                          <p:attrName>ppt_y</p:attrName>
                                        </p:attrNameLst>
                                      </p:cBhvr>
                                      <p:tavLst>
                                        <p:tav tm="0">
                                          <p:val>
                                            <p:strVal val="#ppt_y"/>
                                          </p:val>
                                        </p:tav>
                                        <p:tav tm="100000">
                                          <p:val>
                                            <p:strVal val="#ppt_y"/>
                                          </p:val>
                                        </p:tav>
                                      </p:tavLst>
                                    </p:anim>
                                  </p:childTnLst>
                                </p:cTn>
                              </p:par>
                            </p:childTnLst>
                          </p:cTn>
                        </p:par>
                        <p:par>
                          <p:cTn id="37" fill="hold">
                            <p:stCondLst>
                              <p:cond delay="500"/>
                            </p:stCondLst>
                            <p:childTnLst>
                              <p:par>
                                <p:cTn id="38" presetID="22" presetClass="entr" presetSubtype="8" fill="hold" grpId="0" nodeType="after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wipe(left)">
                                      <p:cBhvr>
                                        <p:cTn id="40" dur="500"/>
                                        <p:tgtEl>
                                          <p:spTgt spid="17"/>
                                        </p:tgtEl>
                                      </p:cBhvr>
                                    </p:animEffect>
                                  </p:childTnLst>
                                </p:cTn>
                              </p:par>
                            </p:childTnLst>
                          </p:cTn>
                        </p:par>
                        <p:par>
                          <p:cTn id="41" fill="hold">
                            <p:stCondLst>
                              <p:cond delay="1000"/>
                            </p:stCondLst>
                            <p:childTnLst>
                              <p:par>
                                <p:cTn id="42" presetID="22" presetClass="entr" presetSubtype="8" fill="hold" grpId="0" nodeType="after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wipe(left)">
                                      <p:cBhvr>
                                        <p:cTn id="44" dur="500"/>
                                        <p:tgtEl>
                                          <p:spTgt spid="18"/>
                                        </p:tgtEl>
                                      </p:cBhvr>
                                    </p:animEffect>
                                  </p:childTnLst>
                                </p:cTn>
                              </p:par>
                            </p:childTnLst>
                          </p:cTn>
                        </p:par>
                        <p:par>
                          <p:cTn id="45" fill="hold">
                            <p:stCondLst>
                              <p:cond delay="1500"/>
                            </p:stCondLst>
                            <p:childTnLst>
                              <p:par>
                                <p:cTn id="46" presetID="22" presetClass="entr" presetSubtype="8" fill="hold" grpId="0" nodeType="after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wipe(left)">
                                      <p:cBhvr>
                                        <p:cTn id="48" dur="500"/>
                                        <p:tgtEl>
                                          <p:spTgt spid="19"/>
                                        </p:tgtEl>
                                      </p:cBhvr>
                                    </p:animEffect>
                                  </p:childTnLst>
                                </p:cTn>
                              </p:par>
                            </p:childTnLst>
                          </p:cTn>
                        </p:par>
                        <p:par>
                          <p:cTn id="49" fill="hold">
                            <p:stCondLst>
                              <p:cond delay="2000"/>
                            </p:stCondLst>
                            <p:childTnLst>
                              <p:par>
                                <p:cTn id="50" presetID="22" presetClass="entr" presetSubtype="8" fill="hold" grpId="0" nodeType="after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wipe(left)">
                                      <p:cBhvr>
                                        <p:cTn id="52" dur="500"/>
                                        <p:tgtEl>
                                          <p:spTgt spid="20"/>
                                        </p:tgtEl>
                                      </p:cBhvr>
                                    </p:animEffect>
                                  </p:childTnLst>
                                </p:cTn>
                              </p:par>
                              <p:par>
                                <p:cTn id="53" presetID="2" presetClass="entr" presetSubtype="8" fill="hold" grpId="0" nodeType="withEffect">
                                  <p:stCondLst>
                                    <p:cond delay="300"/>
                                  </p:stCondLst>
                                  <p:childTnLst>
                                    <p:set>
                                      <p:cBhvr>
                                        <p:cTn id="54" dur="1" fill="hold">
                                          <p:stCondLst>
                                            <p:cond delay="0"/>
                                          </p:stCondLst>
                                        </p:cTn>
                                        <p:tgtEl>
                                          <p:spTgt spid="26"/>
                                        </p:tgtEl>
                                        <p:attrNameLst>
                                          <p:attrName>style.visibility</p:attrName>
                                        </p:attrNameLst>
                                      </p:cBhvr>
                                      <p:to>
                                        <p:strVal val="visible"/>
                                      </p:to>
                                    </p:set>
                                    <p:anim calcmode="lin" valueType="num">
                                      <p:cBhvr additive="base">
                                        <p:cTn id="55" dur="500" fill="hold"/>
                                        <p:tgtEl>
                                          <p:spTgt spid="26"/>
                                        </p:tgtEl>
                                        <p:attrNameLst>
                                          <p:attrName>ppt_x</p:attrName>
                                        </p:attrNameLst>
                                      </p:cBhvr>
                                      <p:tavLst>
                                        <p:tav tm="0">
                                          <p:val>
                                            <p:strVal val="0-#ppt_w/2"/>
                                          </p:val>
                                        </p:tav>
                                        <p:tav tm="100000">
                                          <p:val>
                                            <p:strVal val="#ppt_x"/>
                                          </p:val>
                                        </p:tav>
                                      </p:tavLst>
                                    </p:anim>
                                    <p:anim calcmode="lin" valueType="num">
                                      <p:cBhvr additive="base">
                                        <p:cTn id="56" dur="500" fill="hold"/>
                                        <p:tgtEl>
                                          <p:spTgt spid="26"/>
                                        </p:tgtEl>
                                        <p:attrNameLst>
                                          <p:attrName>ppt_y</p:attrName>
                                        </p:attrNameLst>
                                      </p:cBhvr>
                                      <p:tavLst>
                                        <p:tav tm="0">
                                          <p:val>
                                            <p:strVal val="#ppt_y"/>
                                          </p:val>
                                        </p:tav>
                                        <p:tav tm="100000">
                                          <p:val>
                                            <p:strVal val="#ppt_y"/>
                                          </p:val>
                                        </p:tav>
                                      </p:tavLst>
                                    </p:anim>
                                  </p:childTnLst>
                                </p:cTn>
                              </p:par>
                              <p:par>
                                <p:cTn id="57" presetID="2" presetClass="entr" presetSubtype="2" fill="hold" grpId="0" nodeType="withEffect">
                                  <p:stCondLst>
                                    <p:cond delay="300"/>
                                  </p:stCondLst>
                                  <p:childTnLst>
                                    <p:set>
                                      <p:cBhvr>
                                        <p:cTn id="58" dur="1" fill="hold">
                                          <p:stCondLst>
                                            <p:cond delay="0"/>
                                          </p:stCondLst>
                                        </p:cTn>
                                        <p:tgtEl>
                                          <p:spTgt spid="27"/>
                                        </p:tgtEl>
                                        <p:attrNameLst>
                                          <p:attrName>style.visibility</p:attrName>
                                        </p:attrNameLst>
                                      </p:cBhvr>
                                      <p:to>
                                        <p:strVal val="visible"/>
                                      </p:to>
                                    </p:set>
                                    <p:anim calcmode="lin" valueType="num">
                                      <p:cBhvr additive="base">
                                        <p:cTn id="59" dur="500" fill="hold"/>
                                        <p:tgtEl>
                                          <p:spTgt spid="27"/>
                                        </p:tgtEl>
                                        <p:attrNameLst>
                                          <p:attrName>ppt_x</p:attrName>
                                        </p:attrNameLst>
                                      </p:cBhvr>
                                      <p:tavLst>
                                        <p:tav tm="0">
                                          <p:val>
                                            <p:strVal val="1+#ppt_w/2"/>
                                          </p:val>
                                        </p:tav>
                                        <p:tav tm="100000">
                                          <p:val>
                                            <p:strVal val="#ppt_x"/>
                                          </p:val>
                                        </p:tav>
                                      </p:tavLst>
                                    </p:anim>
                                    <p:anim calcmode="lin" valueType="num">
                                      <p:cBhvr additive="base">
                                        <p:cTn id="60" dur="500" fill="hold"/>
                                        <p:tgtEl>
                                          <p:spTgt spid="27"/>
                                        </p:tgtEl>
                                        <p:attrNameLst>
                                          <p:attrName>ppt_y</p:attrName>
                                        </p:attrNameLst>
                                      </p:cBhvr>
                                      <p:tavLst>
                                        <p:tav tm="0">
                                          <p:val>
                                            <p:strVal val="#ppt_y"/>
                                          </p:val>
                                        </p:tav>
                                        <p:tav tm="100000">
                                          <p:val>
                                            <p:strVal val="#ppt_y"/>
                                          </p:val>
                                        </p:tav>
                                      </p:tavLst>
                                    </p:anim>
                                  </p:childTnLst>
                                </p:cTn>
                              </p:par>
                            </p:childTnLst>
                          </p:cTn>
                        </p:par>
                        <p:par>
                          <p:cTn id="61" fill="hold">
                            <p:stCondLst>
                              <p:cond delay="2500"/>
                            </p:stCondLst>
                            <p:childTnLst>
                              <p:par>
                                <p:cTn id="62" presetID="22" presetClass="entr" presetSubtype="8" fill="hold" grpId="0" nodeType="afterEffect">
                                  <p:stCondLst>
                                    <p:cond delay="0"/>
                                  </p:stCondLst>
                                  <p:childTnLst>
                                    <p:set>
                                      <p:cBhvr>
                                        <p:cTn id="63" dur="1" fill="hold">
                                          <p:stCondLst>
                                            <p:cond delay="0"/>
                                          </p:stCondLst>
                                        </p:cTn>
                                        <p:tgtEl>
                                          <p:spTgt spid="37"/>
                                        </p:tgtEl>
                                        <p:attrNameLst>
                                          <p:attrName>style.visibility</p:attrName>
                                        </p:attrNameLst>
                                      </p:cBhvr>
                                      <p:to>
                                        <p:strVal val="visible"/>
                                      </p:to>
                                    </p:set>
                                    <p:animEffect transition="in" filter="wipe(left)">
                                      <p:cBhvr>
                                        <p:cTn id="64" dur="500"/>
                                        <p:tgtEl>
                                          <p:spTgt spid="37"/>
                                        </p:tgtEl>
                                      </p:cBhvr>
                                    </p:animEffect>
                                  </p:childTnLst>
                                </p:cTn>
                              </p:par>
                              <p:par>
                                <p:cTn id="65" presetID="2" presetClass="entr" presetSubtype="8" fill="hold" grpId="0" nodeType="withEffect">
                                  <p:stCondLst>
                                    <p:cond delay="300"/>
                                  </p:stCondLst>
                                  <p:childTnLst>
                                    <p:set>
                                      <p:cBhvr>
                                        <p:cTn id="66" dur="1" fill="hold">
                                          <p:stCondLst>
                                            <p:cond delay="0"/>
                                          </p:stCondLst>
                                        </p:cTn>
                                        <p:tgtEl>
                                          <p:spTgt spid="44"/>
                                        </p:tgtEl>
                                        <p:attrNameLst>
                                          <p:attrName>style.visibility</p:attrName>
                                        </p:attrNameLst>
                                      </p:cBhvr>
                                      <p:to>
                                        <p:strVal val="visible"/>
                                      </p:to>
                                    </p:set>
                                    <p:anim calcmode="lin" valueType="num">
                                      <p:cBhvr additive="base">
                                        <p:cTn id="67" dur="500" fill="hold"/>
                                        <p:tgtEl>
                                          <p:spTgt spid="44"/>
                                        </p:tgtEl>
                                        <p:attrNameLst>
                                          <p:attrName>ppt_x</p:attrName>
                                        </p:attrNameLst>
                                      </p:cBhvr>
                                      <p:tavLst>
                                        <p:tav tm="0">
                                          <p:val>
                                            <p:strVal val="0-#ppt_w/2"/>
                                          </p:val>
                                        </p:tav>
                                        <p:tav tm="100000">
                                          <p:val>
                                            <p:strVal val="#ppt_x"/>
                                          </p:val>
                                        </p:tav>
                                      </p:tavLst>
                                    </p:anim>
                                    <p:anim calcmode="lin" valueType="num">
                                      <p:cBhvr additive="base">
                                        <p:cTn id="68" dur="500" fill="hold"/>
                                        <p:tgtEl>
                                          <p:spTgt spid="44"/>
                                        </p:tgtEl>
                                        <p:attrNameLst>
                                          <p:attrName>ppt_y</p:attrName>
                                        </p:attrNameLst>
                                      </p:cBhvr>
                                      <p:tavLst>
                                        <p:tav tm="0">
                                          <p:val>
                                            <p:strVal val="#ppt_y"/>
                                          </p:val>
                                        </p:tav>
                                        <p:tav tm="100000">
                                          <p:val>
                                            <p:strVal val="#ppt_y"/>
                                          </p:val>
                                        </p:tav>
                                      </p:tavLst>
                                    </p:anim>
                                  </p:childTnLst>
                                </p:cTn>
                              </p:par>
                              <p:par>
                                <p:cTn id="69" presetID="2" presetClass="entr" presetSubtype="2" fill="hold" grpId="0" nodeType="withEffect">
                                  <p:stCondLst>
                                    <p:cond delay="300"/>
                                  </p:stCondLst>
                                  <p:childTnLst>
                                    <p:set>
                                      <p:cBhvr>
                                        <p:cTn id="70" dur="1" fill="hold">
                                          <p:stCondLst>
                                            <p:cond delay="0"/>
                                          </p:stCondLst>
                                        </p:cTn>
                                        <p:tgtEl>
                                          <p:spTgt spid="45"/>
                                        </p:tgtEl>
                                        <p:attrNameLst>
                                          <p:attrName>style.visibility</p:attrName>
                                        </p:attrNameLst>
                                      </p:cBhvr>
                                      <p:to>
                                        <p:strVal val="visible"/>
                                      </p:to>
                                    </p:set>
                                    <p:anim calcmode="lin" valueType="num">
                                      <p:cBhvr additive="base">
                                        <p:cTn id="71" dur="500" fill="hold"/>
                                        <p:tgtEl>
                                          <p:spTgt spid="45"/>
                                        </p:tgtEl>
                                        <p:attrNameLst>
                                          <p:attrName>ppt_x</p:attrName>
                                        </p:attrNameLst>
                                      </p:cBhvr>
                                      <p:tavLst>
                                        <p:tav tm="0">
                                          <p:val>
                                            <p:strVal val="1+#ppt_w/2"/>
                                          </p:val>
                                        </p:tav>
                                        <p:tav tm="100000">
                                          <p:val>
                                            <p:strVal val="#ppt_x"/>
                                          </p:val>
                                        </p:tav>
                                      </p:tavLst>
                                    </p:anim>
                                    <p:anim calcmode="lin" valueType="num">
                                      <p:cBhvr additive="base">
                                        <p:cTn id="72" dur="500" fill="hold"/>
                                        <p:tgtEl>
                                          <p:spTgt spid="45"/>
                                        </p:tgtEl>
                                        <p:attrNameLst>
                                          <p:attrName>ppt_y</p:attrName>
                                        </p:attrNameLst>
                                      </p:cBhvr>
                                      <p:tavLst>
                                        <p:tav tm="0">
                                          <p:val>
                                            <p:strVal val="#ppt_y"/>
                                          </p:val>
                                        </p:tav>
                                        <p:tav tm="100000">
                                          <p:val>
                                            <p:strVal val="#ppt_y"/>
                                          </p:val>
                                        </p:tav>
                                      </p:tavLst>
                                    </p:anim>
                                  </p:childTnLst>
                                </p:cTn>
                              </p:par>
                            </p:childTnLst>
                          </p:cTn>
                        </p:par>
                        <p:par>
                          <p:cTn id="73" fill="hold">
                            <p:stCondLst>
                              <p:cond delay="3000"/>
                            </p:stCondLst>
                            <p:childTnLst>
                              <p:par>
                                <p:cTn id="74" presetID="22" presetClass="entr" presetSubtype="8" fill="hold" grpId="0" nodeType="afterEffect">
                                  <p:stCondLst>
                                    <p:cond delay="0"/>
                                  </p:stCondLst>
                                  <p:childTnLst>
                                    <p:set>
                                      <p:cBhvr>
                                        <p:cTn id="75" dur="1" fill="hold">
                                          <p:stCondLst>
                                            <p:cond delay="0"/>
                                          </p:stCondLst>
                                        </p:cTn>
                                        <p:tgtEl>
                                          <p:spTgt spid="46"/>
                                        </p:tgtEl>
                                        <p:attrNameLst>
                                          <p:attrName>style.visibility</p:attrName>
                                        </p:attrNameLst>
                                      </p:cBhvr>
                                      <p:to>
                                        <p:strVal val="visible"/>
                                      </p:to>
                                    </p:set>
                                    <p:animEffect transition="in" filter="wipe(left)">
                                      <p:cBhvr>
                                        <p:cTn id="76"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ldLvl="0" animBg="1"/>
      <p:bldP spid="10" grpId="0" bldLvl="0" animBg="1"/>
      <p:bldP spid="11" grpId="0" bldLvl="0" animBg="1"/>
      <p:bldP spid="12" grpId="0" bldLvl="0" animBg="1"/>
      <p:bldP spid="13" grpId="0" bldLvl="0" animBg="1"/>
      <p:bldP spid="14" grpId="0" bldLvl="0" animBg="1"/>
      <p:bldP spid="15" grpId="0" bldLvl="0" animBg="1"/>
      <p:bldP spid="16" grpId="0" bldLvl="0" animBg="1"/>
      <p:bldP spid="17" grpId="0"/>
      <p:bldP spid="18" grpId="0"/>
      <p:bldP spid="19" grpId="0"/>
      <p:bldP spid="20" grpId="0"/>
      <p:bldP spid="26" grpId="0" bldLvl="0" animBg="1"/>
      <p:bldP spid="27" grpId="0" bldLvl="0" animBg="1"/>
      <p:bldP spid="37" grpId="0"/>
      <p:bldP spid="44" grpId="0" bldLvl="0" animBg="1"/>
      <p:bldP spid="45" grpId="0" bldLvl="0" animBg="1"/>
      <p:bldP spid="46"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0D1B2A">
                <a:alpha val="100000"/>
              </a:srgbClr>
            </a:gs>
            <a:gs pos="100000">
              <a:srgbClr val="1B263B">
                <a:alpha val="100000"/>
              </a:srgbClr>
            </a:gs>
          </a:gsLst>
          <a:lin ang="2700000"/>
        </a:gradFill>
        <a:effectLst/>
      </p:bgPr>
    </p:bg>
    <p:spTree>
      <p:nvGrpSpPr>
        <p:cNvPr id="1" name=""/>
        <p:cNvGrpSpPr/>
        <p:nvPr/>
      </p:nvGrpSpPr>
      <p:grpSpPr>
        <a:xfrm>
          <a:off x="0" y="0"/>
          <a:ext cx="0" cy="0"/>
          <a:chOff x="0" y="0"/>
          <a:chExt cx="0" cy="0"/>
        </a:xfrm>
      </p:grpSpPr>
      <p:sp>
        <p:nvSpPr>
          <p:cNvPr id="2" name="AutoShape 2"/>
          <p:cNvSpPr/>
          <p:nvPr/>
        </p:nvSpPr>
        <p:spPr>
          <a:xfrm>
            <a:off x="0" y="0"/>
            <a:ext cx="101600" cy="6858000"/>
          </a:xfrm>
          <a:prstGeom prst="roundRect">
            <a:avLst>
              <a:gd name="adj" fmla="val 0"/>
            </a:avLst>
          </a:prstGeom>
          <a:solidFill>
            <a:srgbClr val="F72585">
              <a:alpha val="100000"/>
            </a:srgbClr>
          </a:solidFill>
          <a:ln w="25400" cap="flat" cmpd="sng">
            <a:noFill/>
            <a:prstDash val="solid"/>
            <a:round/>
          </a:ln>
        </p:spPr>
        <p:txBody>
          <a:bodyPr vert="horz" wrap="square" lIns="63500" tIns="63500" rIns="63500" bIns="63500" rtlCol="0" anchor="ctr"/>
          <a:lstStyle/>
          <a:p>
            <a:pPr algn="ctr">
              <a:spcBef>
                <a:spcPts val="0"/>
              </a:spcBef>
              <a:spcAft>
                <a:spcPts val="0"/>
              </a:spcAft>
              <a:defRPr/>
            </a:pPr>
            <a:endParaRPr sz="1400" kern="0">
              <a:solidFill>
                <a:srgbClr val="000000"/>
              </a:solidFill>
              <a:latin typeface="Arial" panose="020B0604020202020204"/>
              <a:ea typeface="Arial" panose="020B0604020202020204"/>
              <a:cs typeface="Arial" panose="020B0604020202020204"/>
              <a:sym typeface="Arial" panose="020B0604020202020204"/>
            </a:endParaRPr>
          </a:p>
        </p:txBody>
      </p:sp>
      <p:sp>
        <p:nvSpPr>
          <p:cNvPr id="3" name="AutoShape 3"/>
          <p:cNvSpPr/>
          <p:nvPr/>
        </p:nvSpPr>
        <p:spPr>
          <a:xfrm>
            <a:off x="508000" y="381000"/>
            <a:ext cx="635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spcBef>
                <a:spcPts val="0"/>
              </a:spcBef>
              <a:spcAft>
                <a:spcPts val="0"/>
              </a:spcAft>
              <a:defRPr/>
            </a:pPr>
            <a:r>
              <a:rPr lang="en-US" sz="2000" b="0" i="0" u="none" strike="noStrike" kern="0">
                <a:solidFill>
                  <a:srgbClr val="8D99AE"/>
                </a:solidFill>
                <a:latin typeface="Noto Sans SC" panose="020B0500000000000000" charset="-122"/>
                <a:ea typeface="Noto Sans SC" panose="020B0500000000000000" charset="-122"/>
                <a:cs typeface="Noto Sans SC" panose="020B0500000000000000" charset="-122"/>
                <a:sym typeface="Noto Sans SC" panose="020B0500000000000000" charset="-122"/>
              </a:rPr>
              <a:t>01 · 三年横向对比</a:t>
            </a:r>
            <a:endParaRPr lang="en-US" sz="2000" b="0" i="0" u="none" strike="noStrike" kern="0">
              <a:solidFill>
                <a:srgbClr val="8D99AE"/>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4" name="AutoShape 4"/>
          <p:cNvSpPr/>
          <p:nvPr/>
        </p:nvSpPr>
        <p:spPr>
          <a:xfrm>
            <a:off x="508000" y="736600"/>
            <a:ext cx="1117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spcBef>
                <a:spcPts val="0"/>
              </a:spcBef>
              <a:spcAft>
                <a:spcPts val="0"/>
              </a:spcAft>
              <a:defRPr/>
            </a:pPr>
            <a:r>
              <a:rPr lang="en-US" sz="2600" b="1" i="0" u="none" strike="noStrike" kern="0">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rPr>
              <a:t>五大模块三年分值对照：微分与积分始终占据 60% 以上</a:t>
            </a:r>
            <a:endParaRPr lang="en-US" sz="2600" b="1" i="0" u="none" strike="noStrike" kern="0">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cxnSp>
        <p:nvCxnSpPr>
          <p:cNvPr id="5" name="Connector 5"/>
          <p:cNvCxnSpPr/>
          <p:nvPr/>
        </p:nvCxnSpPr>
        <p:spPr>
          <a:xfrm rot="-3906">
            <a:off x="508004" y="1365250"/>
            <a:ext cx="11176000" cy="12700"/>
          </a:xfrm>
          <a:prstGeom prst="straightConnector1">
            <a:avLst/>
          </a:prstGeom>
          <a:solidFill>
            <a:srgbClr val="DEE0E3">
              <a:alpha val="100000"/>
            </a:srgbClr>
          </a:solidFill>
          <a:ln w="12700" cap="flat" cmpd="sng">
            <a:solidFill>
              <a:srgbClr val="F72585">
                <a:alpha val="50000"/>
              </a:srgbClr>
            </a:solidFill>
            <a:prstDash val="solid"/>
            <a:round/>
            <a:headEnd type="none" w="med" len="med"/>
            <a:tailEnd type="none" w="med" len="med"/>
          </a:ln>
        </p:spPr>
      </p:cxnSp>
      <p:graphicFrame>
        <p:nvGraphicFramePr>
          <p:cNvPr id="6" name="Chart 6"/>
          <p:cNvGraphicFramePr>
            <a:graphicFrameLocks noGrp="1"/>
          </p:cNvGraphicFramePr>
          <p:nvPr/>
        </p:nvGraphicFramePr>
        <p:xfrm>
          <a:off x="254000" y="1587500"/>
          <a:ext cx="7620000" cy="4572000"/>
        </p:xfrm>
        <a:graphic>
          <a:graphicData uri="http://schemas.openxmlformats.org/drawingml/2006/chart">
            <c:chart xmlns:c="http://schemas.openxmlformats.org/drawingml/2006/chart" xmlns:r="http://schemas.openxmlformats.org/officeDocument/2006/relationships" r:id="rId1"/>
          </a:graphicData>
        </a:graphic>
      </p:graphicFrame>
      <p:sp>
        <p:nvSpPr>
          <p:cNvPr id="7" name="AutoShape 6"/>
          <p:cNvSpPr/>
          <p:nvPr/>
        </p:nvSpPr>
        <p:spPr>
          <a:xfrm>
            <a:off x="8128000" y="1651000"/>
            <a:ext cx="3683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spcBef>
                <a:spcPts val="0"/>
              </a:spcBef>
              <a:spcAft>
                <a:spcPts val="0"/>
              </a:spcAft>
              <a:defRPr/>
            </a:pPr>
            <a:r>
              <a:rPr lang="en-US" sz="2400" b="1" i="0" u="none" strike="noStrike" kern="0">
                <a:solidFill>
                  <a:srgbClr val="F72585"/>
                </a:solidFill>
                <a:latin typeface="Noto Sans SC" panose="020B0500000000000000" charset="-122"/>
                <a:ea typeface="Noto Sans SC" panose="020B0500000000000000" charset="-122"/>
                <a:cs typeface="Noto Sans SC" panose="020B0500000000000000" charset="-122"/>
                <a:sym typeface="Noto Sans SC" panose="020B0500000000000000" charset="-122"/>
              </a:rPr>
              <a:t>读表要点</a:t>
            </a:r>
            <a:endParaRPr lang="en-US" sz="2400" b="1" i="0" u="none" strike="noStrike" kern="0">
              <a:solidFill>
                <a:srgbClr val="F72585"/>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8" name="AutoShape 7"/>
          <p:cNvSpPr/>
          <p:nvPr/>
        </p:nvSpPr>
        <p:spPr>
          <a:xfrm>
            <a:off x="8128000" y="2095500"/>
            <a:ext cx="3683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spcBef>
                <a:spcPts val="0"/>
              </a:spcBef>
              <a:spcAft>
                <a:spcPts val="0"/>
              </a:spcAft>
              <a:defRPr/>
            </a:pPr>
            <a:r>
              <a:rPr lang="en-US" b="1" i="0" u="none" strike="noStrike" kern="0">
                <a:solidFill>
                  <a:srgbClr val="E0A85C"/>
                </a:solidFill>
                <a:latin typeface="Noto Sans SC" panose="020B0500000000000000" charset="-122"/>
                <a:ea typeface="Noto Sans SC" panose="020B0500000000000000" charset="-122"/>
                <a:cs typeface="Noto Sans SC" panose="020B0500000000000000" charset="-122"/>
                <a:sym typeface="Noto Sans SC" panose="020B0500000000000000" charset="-122"/>
              </a:rPr>
              <a:t>一元微分学</a:t>
            </a:r>
            <a:r>
              <a:rPr lang="en-US" b="0" i="0" u="none" strike="noStrike" kern="0">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rPr>
              <a:t>三年均值 50 分，波动区间 43—56，始终第一或第二。</a:t>
            </a:r>
            <a:endParaRPr lang="en-US" b="0" i="0" u="none" strike="noStrike" kern="0">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9" name="AutoShape 8"/>
          <p:cNvSpPr/>
          <p:nvPr/>
        </p:nvSpPr>
        <p:spPr>
          <a:xfrm>
            <a:off x="8128000" y="2857500"/>
            <a:ext cx="3683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spcBef>
                <a:spcPts val="0"/>
              </a:spcBef>
              <a:spcAft>
                <a:spcPts val="0"/>
              </a:spcAft>
              <a:defRPr/>
            </a:pPr>
            <a:r>
              <a:rPr lang="en-US" b="1" i="0" u="none" strike="noStrike" kern="0">
                <a:solidFill>
                  <a:srgbClr val="4CC9F0"/>
                </a:solidFill>
                <a:latin typeface="Noto Sans SC" panose="020B0500000000000000" charset="-122"/>
                <a:ea typeface="Noto Sans SC" panose="020B0500000000000000" charset="-122"/>
                <a:cs typeface="Noto Sans SC" panose="020B0500000000000000" charset="-122"/>
                <a:sym typeface="Noto Sans SC" panose="020B0500000000000000" charset="-122"/>
              </a:rPr>
              <a:t>一元积分学</a:t>
            </a:r>
            <a:r>
              <a:rPr lang="en-US" b="0" i="0" u="none" strike="noStrike" kern="0">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rPr>
              <a:t>三年均值 47 分，2024年异常偏高（58分），2025回归43。</a:t>
            </a:r>
            <a:endParaRPr lang="en-US" b="0" i="0" u="none" strike="noStrike" kern="0">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10" name="AutoShape 9"/>
          <p:cNvSpPr/>
          <p:nvPr/>
        </p:nvSpPr>
        <p:spPr>
          <a:xfrm>
            <a:off x="8128000" y="3619500"/>
            <a:ext cx="3683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spcBef>
                <a:spcPts val="0"/>
              </a:spcBef>
              <a:spcAft>
                <a:spcPts val="0"/>
              </a:spcAft>
              <a:defRPr/>
            </a:pPr>
            <a:r>
              <a:rPr lang="en-US" sz="1600" b="1" i="0" u="none" strike="noStrike" kern="0">
                <a:solidFill>
                  <a:srgbClr val="9D4EDD"/>
                </a:solidFill>
                <a:latin typeface="Noto Sans SC" panose="020B0500000000000000" charset="-122"/>
                <a:ea typeface="Noto Sans SC" panose="020B0500000000000000" charset="-122"/>
                <a:cs typeface="Noto Sans SC" panose="020B0500000000000000" charset="-122"/>
                <a:sym typeface="Noto Sans SC" panose="020B0500000000000000" charset="-122"/>
              </a:rPr>
              <a:t>多元微分学</a:t>
            </a:r>
            <a:r>
              <a:rPr lang="en-US" sz="1600" b="0" i="0" u="none" strike="noStrike" kern="0">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rPr>
              <a:t>呈"大小大"波动：22→14→22，大题在多元与积分间轮换。</a:t>
            </a:r>
            <a:endParaRPr lang="en-US" sz="1600" b="0" i="0" u="none" strike="noStrike" kern="0">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11" name="AutoShape 10"/>
          <p:cNvSpPr/>
          <p:nvPr/>
        </p:nvSpPr>
        <p:spPr>
          <a:xfrm>
            <a:off x="8128000" y="4381500"/>
            <a:ext cx="3683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spcBef>
                <a:spcPts val="0"/>
              </a:spcBef>
              <a:spcAft>
                <a:spcPts val="0"/>
              </a:spcAft>
              <a:defRPr/>
            </a:pPr>
            <a:r>
              <a:rPr lang="en-US" sz="1600" b="1" i="0" u="none" strike="noStrike" kern="0">
                <a:solidFill>
                  <a:srgbClr val="06D6A0"/>
                </a:solidFill>
                <a:latin typeface="Noto Sans SC" panose="020B0500000000000000" charset="-122"/>
                <a:ea typeface="Noto Sans SC" panose="020B0500000000000000" charset="-122"/>
                <a:cs typeface="Noto Sans SC" panose="020B0500000000000000" charset="-122"/>
                <a:sym typeface="Noto Sans SC" panose="020B0500000000000000" charset="-122"/>
              </a:rPr>
              <a:t>极限连续+概率</a:t>
            </a:r>
            <a:r>
              <a:rPr lang="en-US" sz="1600" b="0" i="0" u="none" strike="noStrike" kern="0">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rPr>
              <a:t>合计稳定在 32—35 分，是确定性送分区。</a:t>
            </a:r>
            <a:endParaRPr lang="en-US" sz="1600" b="0" i="0" u="none" strike="noStrike" kern="0">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12" name="AutoShape 11"/>
          <p:cNvSpPr/>
          <p:nvPr/>
        </p:nvSpPr>
        <p:spPr>
          <a:xfrm>
            <a:off x="8128000" y="5143500"/>
            <a:ext cx="3683000" cy="698500"/>
          </a:xfrm>
          <a:prstGeom prst="roundRect">
            <a:avLst>
              <a:gd name="adj" fmla="val 0"/>
            </a:avLst>
          </a:prstGeom>
          <a:solidFill>
            <a:srgbClr val="F72585">
              <a:alpha val="12000"/>
            </a:srgbClr>
          </a:solidFill>
          <a:ln w="12700" cap="flat" cmpd="sng">
            <a:solidFill>
              <a:srgbClr val="F72585">
                <a:alpha val="50000"/>
              </a:srgbClr>
            </a:solidFill>
            <a:prstDash val="solid"/>
            <a:round/>
          </a:ln>
        </p:spPr>
        <p:txBody>
          <a:bodyPr vert="horz" wrap="square" lIns="63500" tIns="63500" rIns="63500" bIns="63500" rtlCol="0" anchor="ctr"/>
          <a:lstStyle/>
          <a:p>
            <a:pPr algn="ctr">
              <a:spcBef>
                <a:spcPts val="0"/>
              </a:spcBef>
              <a:spcAft>
                <a:spcPts val="0"/>
              </a:spcAft>
              <a:defRPr/>
            </a:pPr>
            <a:endParaRPr sz="2400" kern="0">
              <a:solidFill>
                <a:srgbClr val="000000"/>
              </a:solidFill>
              <a:latin typeface="Arial" panose="020B0604020202020204"/>
              <a:ea typeface="Arial" panose="020B0604020202020204"/>
              <a:cs typeface="Arial" panose="020B0604020202020204"/>
              <a:sym typeface="Arial" panose="020B0604020202020204"/>
            </a:endParaRPr>
          </a:p>
        </p:txBody>
      </p:sp>
      <p:sp>
        <p:nvSpPr>
          <p:cNvPr id="13" name="AutoShape 12"/>
          <p:cNvSpPr/>
          <p:nvPr/>
        </p:nvSpPr>
        <p:spPr>
          <a:xfrm>
            <a:off x="8318500" y="5245100"/>
            <a:ext cx="3302000" cy="5334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spcBef>
                <a:spcPts val="0"/>
              </a:spcBef>
              <a:spcAft>
                <a:spcPts val="0"/>
              </a:spcAft>
              <a:defRPr/>
            </a:pPr>
            <a:r>
              <a:rPr lang="en-US" sz="1200" b="1" i="0" u="none" strike="noStrike" kern="0">
                <a:solidFill>
                  <a:srgbClr val="F72585"/>
                </a:solidFill>
                <a:latin typeface="Noto Sans SC" panose="020B0500000000000000" charset="-122"/>
                <a:ea typeface="Noto Sans SC" panose="020B0500000000000000" charset="-122"/>
                <a:cs typeface="Noto Sans SC" panose="020B0500000000000000" charset="-122"/>
                <a:sym typeface="Noto Sans SC" panose="020B0500000000000000" charset="-122"/>
              </a:rPr>
              <a:t>铁律：</a:t>
            </a:r>
            <a:r>
              <a:rPr lang="en-US" sz="1200" b="0" i="0" u="none" strike="noStrike" kern="0">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rPr>
              <a:t>微分+积分合计 = 96 / 101 / 93 分，三年均超 60%。</a:t>
            </a:r>
            <a:endParaRPr lang="en-US" sz="1200" b="0" i="0" u="none" strike="noStrike" kern="0">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cxnSp>
        <p:nvCxnSpPr>
          <p:cNvPr id="14" name="Connector 13"/>
          <p:cNvCxnSpPr/>
          <p:nvPr/>
        </p:nvCxnSpPr>
        <p:spPr>
          <a:xfrm rot="-3906">
            <a:off x="508004" y="6216650"/>
            <a:ext cx="11176000" cy="12700"/>
          </a:xfrm>
          <a:prstGeom prst="straightConnector1">
            <a:avLst/>
          </a:prstGeom>
          <a:solidFill>
            <a:srgbClr val="DEE0E3">
              <a:alpha val="100000"/>
            </a:srgbClr>
          </a:solidFill>
          <a:ln w="12700" cap="flat" cmpd="sng">
            <a:solidFill>
              <a:srgbClr val="8D99AE">
                <a:alpha val="30000"/>
              </a:srgbClr>
            </a:solidFill>
            <a:prstDash val="solid"/>
            <a:round/>
            <a:headEnd type="none" w="med" len="med"/>
            <a:tailEnd type="none" w="med" len="med"/>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0D1B2A">
                <a:alpha val="100000"/>
              </a:srgbClr>
            </a:gs>
            <a:gs pos="100000">
              <a:srgbClr val="1B263B">
                <a:alpha val="100000"/>
              </a:srgbClr>
            </a:gs>
          </a:gsLst>
          <a:lin ang="2700000"/>
        </a:gradFill>
        <a:effectLst/>
      </p:bgPr>
    </p:bg>
    <p:spTree>
      <p:nvGrpSpPr>
        <p:cNvPr id="1" name=""/>
        <p:cNvGrpSpPr/>
        <p:nvPr/>
      </p:nvGrpSpPr>
      <p:grpSpPr>
        <a:xfrm>
          <a:off x="0" y="0"/>
          <a:ext cx="0" cy="0"/>
          <a:chOff x="0" y="0"/>
          <a:chExt cx="0" cy="0"/>
        </a:xfrm>
      </p:grpSpPr>
      <p:sp>
        <p:nvSpPr>
          <p:cNvPr id="2" name="AutoShape 2"/>
          <p:cNvSpPr/>
          <p:nvPr/>
        </p:nvSpPr>
        <p:spPr>
          <a:xfrm>
            <a:off x="0" y="0"/>
            <a:ext cx="101600" cy="6858000"/>
          </a:xfrm>
          <a:prstGeom prst="roundRect">
            <a:avLst>
              <a:gd name="adj" fmla="val 0"/>
            </a:avLst>
          </a:prstGeom>
          <a:solidFill>
            <a:srgbClr val="4CC9F0">
              <a:alpha val="100000"/>
            </a:srgbClr>
          </a:solidFill>
          <a:ln w="25400" cap="flat" cmpd="sng">
            <a:noFill/>
            <a:prstDash val="solid"/>
            <a:round/>
          </a:ln>
        </p:spPr>
        <p:txBody>
          <a:bodyPr vert="horz" wrap="square" lIns="63500" tIns="63500" rIns="63500" bIns="63500" rtlCol="0" anchor="ctr"/>
          <a:lstStyle/>
          <a:p>
            <a:pPr algn="ctr">
              <a:spcBef>
                <a:spcPts val="0"/>
              </a:spcBef>
              <a:spcAft>
                <a:spcPts val="0"/>
              </a:spcAft>
              <a:defRPr/>
            </a:pPr>
            <a:endParaRPr sz="1400" kern="0">
              <a:solidFill>
                <a:srgbClr val="000000"/>
              </a:solidFill>
              <a:latin typeface="Arial" panose="020B0604020202020204"/>
              <a:ea typeface="Arial" panose="020B0604020202020204"/>
              <a:cs typeface="Arial" panose="020B0604020202020204"/>
              <a:sym typeface="Arial" panose="020B0604020202020204"/>
            </a:endParaRPr>
          </a:p>
        </p:txBody>
      </p:sp>
      <p:sp>
        <p:nvSpPr>
          <p:cNvPr id="3" name="AutoShape 3"/>
          <p:cNvSpPr/>
          <p:nvPr/>
        </p:nvSpPr>
        <p:spPr>
          <a:xfrm>
            <a:off x="508000" y="381000"/>
            <a:ext cx="635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spcBef>
                <a:spcPts val="0"/>
              </a:spcBef>
              <a:spcAft>
                <a:spcPts val="0"/>
              </a:spcAft>
              <a:defRPr/>
            </a:pPr>
            <a:r>
              <a:rPr lang="en-US" sz="2400" b="0" i="0" u="none" strike="noStrike" kern="0">
                <a:solidFill>
                  <a:srgbClr val="8D99AE"/>
                </a:solidFill>
                <a:latin typeface="Noto Sans SC" panose="020B0500000000000000" charset="-122"/>
                <a:ea typeface="Noto Sans SC" panose="020B0500000000000000" charset="-122"/>
                <a:cs typeface="Noto Sans SC" panose="020B0500000000000000" charset="-122"/>
                <a:sym typeface="Noto Sans SC" panose="020B0500000000000000" charset="-122"/>
              </a:rPr>
              <a:t>02 · 趋势分析</a:t>
            </a:r>
            <a:endParaRPr lang="en-US" sz="2400" b="0" i="0" u="none" strike="noStrike" kern="0">
              <a:solidFill>
                <a:srgbClr val="8D99AE"/>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4" name="AutoShape 4"/>
          <p:cNvSpPr/>
          <p:nvPr/>
        </p:nvSpPr>
        <p:spPr>
          <a:xfrm>
            <a:off x="508000" y="736600"/>
            <a:ext cx="1117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spcBef>
                <a:spcPts val="0"/>
              </a:spcBef>
              <a:spcAft>
                <a:spcPts val="0"/>
              </a:spcAft>
              <a:defRPr/>
            </a:pPr>
            <a:r>
              <a:rPr lang="en-US" sz="2600" b="1" i="0" u="none" strike="noStrike" kern="0">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rPr>
              <a:t>占比趋势：微分与积分此消彼长，基础模块纹丝不动</a:t>
            </a:r>
            <a:endParaRPr lang="en-US" sz="2600" b="1" i="0" u="none" strike="noStrike" kern="0">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cxnSp>
        <p:nvCxnSpPr>
          <p:cNvPr id="5" name="Connector 5"/>
          <p:cNvCxnSpPr/>
          <p:nvPr/>
        </p:nvCxnSpPr>
        <p:spPr>
          <a:xfrm rot="-3906">
            <a:off x="508004" y="1365250"/>
            <a:ext cx="11176000" cy="12700"/>
          </a:xfrm>
          <a:prstGeom prst="straightConnector1">
            <a:avLst/>
          </a:prstGeom>
          <a:solidFill>
            <a:srgbClr val="DEE0E3">
              <a:alpha val="100000"/>
            </a:srgbClr>
          </a:solidFill>
          <a:ln w="12700" cap="flat" cmpd="sng">
            <a:solidFill>
              <a:srgbClr val="4CC9F0">
                <a:alpha val="50000"/>
              </a:srgbClr>
            </a:solidFill>
            <a:prstDash val="solid"/>
            <a:round/>
            <a:headEnd type="none" w="med" len="med"/>
            <a:tailEnd type="none" w="med" len="med"/>
          </a:ln>
        </p:spPr>
      </p:cxnSp>
      <p:graphicFrame>
        <p:nvGraphicFramePr>
          <p:cNvPr id="6" name="Chart 6"/>
          <p:cNvGraphicFramePr>
            <a:graphicFrameLocks noGrp="1"/>
          </p:cNvGraphicFramePr>
          <p:nvPr/>
        </p:nvGraphicFramePr>
        <p:xfrm>
          <a:off x="254000" y="1587500"/>
          <a:ext cx="7874000" cy="4572000"/>
        </p:xfrm>
        <a:graphic>
          <a:graphicData uri="http://schemas.openxmlformats.org/drawingml/2006/chart">
            <c:chart xmlns:c="http://schemas.openxmlformats.org/drawingml/2006/chart" xmlns:r="http://schemas.openxmlformats.org/officeDocument/2006/relationships" r:id="rId1"/>
          </a:graphicData>
        </a:graphic>
      </p:graphicFrame>
      <p:sp>
        <p:nvSpPr>
          <p:cNvPr id="7" name="AutoShape 6"/>
          <p:cNvSpPr/>
          <p:nvPr/>
        </p:nvSpPr>
        <p:spPr>
          <a:xfrm>
            <a:off x="8382000" y="1651000"/>
            <a:ext cx="3429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spcBef>
                <a:spcPts val="0"/>
              </a:spcBef>
              <a:spcAft>
                <a:spcPts val="0"/>
              </a:spcAft>
              <a:defRPr/>
            </a:pPr>
            <a:r>
              <a:rPr lang="en-US" sz="2400" b="1" i="0" u="none" strike="noStrike" kern="0">
                <a:solidFill>
                  <a:srgbClr val="4CC9F0"/>
                </a:solidFill>
                <a:latin typeface="Noto Sans SC" panose="020B0500000000000000" charset="-122"/>
                <a:ea typeface="Noto Sans SC" panose="020B0500000000000000" charset="-122"/>
                <a:cs typeface="Noto Sans SC" panose="020B0500000000000000" charset="-122"/>
                <a:sym typeface="Noto Sans SC" panose="020B0500000000000000" charset="-122"/>
              </a:rPr>
              <a:t>三条规律线</a:t>
            </a:r>
            <a:endParaRPr lang="en-US" sz="2400" b="1" i="0" u="none" strike="noStrike" kern="0">
              <a:solidFill>
                <a:srgbClr val="4CC9F0"/>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8" name="AutoShape 7"/>
          <p:cNvSpPr/>
          <p:nvPr/>
        </p:nvSpPr>
        <p:spPr>
          <a:xfrm>
            <a:off x="8382000" y="2095500"/>
            <a:ext cx="3429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spcBef>
                <a:spcPts val="0"/>
              </a:spcBef>
              <a:spcAft>
                <a:spcPts val="0"/>
              </a:spcAft>
              <a:defRPr/>
            </a:pPr>
            <a:r>
              <a:rPr lang="en-US" b="1" i="0" u="none" strike="noStrike" kern="0">
                <a:solidFill>
                  <a:srgbClr val="E0A85C"/>
                </a:solidFill>
                <a:latin typeface="Noto Sans SC" panose="020B0500000000000000" charset="-122"/>
                <a:ea typeface="Noto Sans SC" panose="020B0500000000000000" charset="-122"/>
                <a:cs typeface="Noto Sans SC" panose="020B0500000000000000" charset="-122"/>
                <a:sym typeface="Noto Sans SC" panose="020B0500000000000000" charset="-122"/>
              </a:rPr>
              <a:t>对冲线：</a:t>
            </a:r>
            <a:r>
              <a:rPr lang="en-US" b="0" i="0" u="none" strike="noStrike" kern="0">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rPr>
              <a:t>微分与积分呈镜像走势——微分降时积分升，合计始终守在 60%—67%。</a:t>
            </a:r>
            <a:endParaRPr lang="en-US" b="0" i="0" u="none" strike="noStrike" kern="0">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9" name="AutoShape 8"/>
          <p:cNvSpPr/>
          <p:nvPr/>
        </p:nvSpPr>
        <p:spPr>
          <a:xfrm>
            <a:off x="8382000" y="2984500"/>
            <a:ext cx="3429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spcBef>
                <a:spcPts val="0"/>
              </a:spcBef>
              <a:spcAft>
                <a:spcPts val="0"/>
              </a:spcAft>
              <a:defRPr/>
            </a:pPr>
            <a:r>
              <a:rPr lang="en-US" b="1" i="0" u="none" strike="noStrike" kern="0">
                <a:solidFill>
                  <a:srgbClr val="06D6A0"/>
                </a:solidFill>
                <a:latin typeface="Noto Sans SC" panose="020B0500000000000000" charset="-122"/>
                <a:ea typeface="Noto Sans SC" panose="020B0500000000000000" charset="-122"/>
                <a:cs typeface="Noto Sans SC" panose="020B0500000000000000" charset="-122"/>
                <a:sym typeface="Noto Sans SC" panose="020B0500000000000000" charset="-122"/>
              </a:rPr>
              <a:t>波动线：</a:t>
            </a:r>
            <a:r>
              <a:rPr lang="en-US" b="0" i="0" u="none" strike="noStrike" kern="0">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rPr>
              <a:t>多元微分在 9%—15% 间摆动，对应 15 分大题的"席位"轮换。</a:t>
            </a:r>
            <a:endParaRPr lang="en-US" b="0" i="0" u="none" strike="noStrike" kern="0">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10" name="AutoShape 9"/>
          <p:cNvSpPr/>
          <p:nvPr/>
        </p:nvSpPr>
        <p:spPr>
          <a:xfrm>
            <a:off x="8382000" y="3873500"/>
            <a:ext cx="3429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spcBef>
                <a:spcPts val="0"/>
              </a:spcBef>
              <a:spcAft>
                <a:spcPts val="0"/>
              </a:spcAft>
              <a:defRPr/>
            </a:pPr>
            <a:r>
              <a:rPr lang="en-US" b="1" i="0" u="none" strike="noStrike" kern="0">
                <a:solidFill>
                  <a:srgbClr val="9D4EDD"/>
                </a:solidFill>
                <a:latin typeface="Noto Sans SC" panose="020B0500000000000000" charset="-122"/>
                <a:ea typeface="Noto Sans SC" panose="020B0500000000000000" charset="-122"/>
                <a:cs typeface="Noto Sans SC" panose="020B0500000000000000" charset="-122"/>
                <a:sym typeface="Noto Sans SC" panose="020B0500000000000000" charset="-122"/>
              </a:rPr>
              <a:t>平稳线：</a:t>
            </a:r>
            <a:r>
              <a:rPr lang="en-US" b="0" i="0" u="none" strike="noStrike" kern="0">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rPr>
              <a:t>极限连续与概率几乎水平，三年波动不超过 1.5 个百分点。</a:t>
            </a:r>
            <a:endParaRPr lang="en-US" b="0" i="0" u="none" strike="noStrike" kern="0">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11" name="AutoShape 10"/>
          <p:cNvSpPr/>
          <p:nvPr/>
        </p:nvSpPr>
        <p:spPr>
          <a:xfrm>
            <a:off x="8382000" y="4826000"/>
            <a:ext cx="3429000" cy="1016000"/>
          </a:xfrm>
          <a:prstGeom prst="roundRect">
            <a:avLst>
              <a:gd name="adj" fmla="val 0"/>
            </a:avLst>
          </a:prstGeom>
          <a:solidFill>
            <a:srgbClr val="4CC9F0">
              <a:alpha val="12000"/>
            </a:srgbClr>
          </a:solidFill>
          <a:ln w="12700" cap="flat" cmpd="sng">
            <a:solidFill>
              <a:srgbClr val="4CC9F0">
                <a:alpha val="50000"/>
              </a:srgbClr>
            </a:solidFill>
            <a:prstDash val="solid"/>
            <a:round/>
          </a:ln>
        </p:spPr>
        <p:txBody>
          <a:bodyPr vert="horz" wrap="square" lIns="63500" tIns="63500" rIns="63500" bIns="63500" rtlCol="0" anchor="ctr"/>
          <a:lstStyle/>
          <a:p>
            <a:pPr algn="ctr">
              <a:spcBef>
                <a:spcPts val="0"/>
              </a:spcBef>
              <a:spcAft>
                <a:spcPts val="0"/>
              </a:spcAft>
              <a:defRPr/>
            </a:pPr>
            <a:endParaRPr sz="1400" kern="0">
              <a:solidFill>
                <a:srgbClr val="000000"/>
              </a:solidFill>
              <a:latin typeface="Arial" panose="020B0604020202020204"/>
              <a:ea typeface="Arial" panose="020B0604020202020204"/>
              <a:cs typeface="Arial" panose="020B0604020202020204"/>
              <a:sym typeface="Arial" panose="020B0604020202020204"/>
            </a:endParaRPr>
          </a:p>
        </p:txBody>
      </p:sp>
      <p:sp>
        <p:nvSpPr>
          <p:cNvPr id="12" name="AutoShape 11"/>
          <p:cNvSpPr/>
          <p:nvPr/>
        </p:nvSpPr>
        <p:spPr>
          <a:xfrm>
            <a:off x="8572500" y="4953000"/>
            <a:ext cx="3048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spcBef>
                <a:spcPts val="0"/>
              </a:spcBef>
              <a:spcAft>
                <a:spcPts val="0"/>
              </a:spcAft>
              <a:defRPr/>
            </a:pPr>
            <a:r>
              <a:rPr lang="en-US" b="1" i="0" u="none" strike="noStrike" kern="0">
                <a:solidFill>
                  <a:srgbClr val="4CC9F0"/>
                </a:solidFill>
                <a:latin typeface="Noto Sans SC" panose="020B0500000000000000" charset="-122"/>
                <a:ea typeface="Noto Sans SC" panose="020B0500000000000000" charset="-122"/>
                <a:cs typeface="Noto Sans SC" panose="020B0500000000000000" charset="-122"/>
                <a:sym typeface="Noto Sans SC" panose="020B0500000000000000" charset="-122"/>
              </a:rPr>
              <a:t>教学含义：</a:t>
            </a:r>
            <a:r>
              <a:rPr lang="en-US" b="0" i="0" u="none" strike="noStrike" kern="0">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rPr>
              <a:t>不要赌某一章不考。五年模块全覆盖，只是</a:t>
            </a:r>
            <a:r>
              <a:rPr lang="en-US" b="0" i="0" u="none" strike="noStrike" kern="0">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rPr>
              <a:t>大题席位在轮换。</a:t>
            </a:r>
            <a:endParaRPr lang="en-US" b="0" i="0" u="none" strike="noStrike" kern="0">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cxnSp>
        <p:nvCxnSpPr>
          <p:cNvPr id="13" name="Connector 12"/>
          <p:cNvCxnSpPr/>
          <p:nvPr/>
        </p:nvCxnSpPr>
        <p:spPr>
          <a:xfrm rot="-3906">
            <a:off x="508004" y="6216650"/>
            <a:ext cx="11176000" cy="12700"/>
          </a:xfrm>
          <a:prstGeom prst="straightConnector1">
            <a:avLst/>
          </a:prstGeom>
          <a:solidFill>
            <a:srgbClr val="DEE0E3">
              <a:alpha val="100000"/>
            </a:srgbClr>
          </a:solidFill>
          <a:ln w="12700" cap="flat" cmpd="sng">
            <a:solidFill>
              <a:srgbClr val="8D99AE">
                <a:alpha val="30000"/>
              </a:srgbClr>
            </a:solidFill>
            <a:prstDash val="solid"/>
            <a:round/>
            <a:headEnd type="none" w="med" len="med"/>
            <a:tailEnd type="none" w="med" len="med"/>
          </a:ln>
        </p:spPr>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0D1B2A">
                <a:alpha val="100000"/>
              </a:srgbClr>
            </a:gs>
            <a:gs pos="100000">
              <a:srgbClr val="1B263B">
                <a:alpha val="100000"/>
              </a:srgbClr>
            </a:gs>
          </a:gsLst>
          <a:lin ang="2700000"/>
        </a:gradFill>
        <a:effectLst/>
      </p:bgPr>
    </p:bg>
    <p:spTree>
      <p:nvGrpSpPr>
        <p:cNvPr id="1" name=""/>
        <p:cNvGrpSpPr/>
        <p:nvPr/>
      </p:nvGrpSpPr>
      <p:grpSpPr>
        <a:xfrm>
          <a:off x="0" y="0"/>
          <a:ext cx="0" cy="0"/>
          <a:chOff x="0" y="0"/>
          <a:chExt cx="0" cy="0"/>
        </a:xfrm>
      </p:grpSpPr>
      <p:sp>
        <p:nvSpPr>
          <p:cNvPr id="2" name="AutoShape 2"/>
          <p:cNvSpPr/>
          <p:nvPr/>
        </p:nvSpPr>
        <p:spPr>
          <a:xfrm>
            <a:off x="0" y="0"/>
            <a:ext cx="101600" cy="6858000"/>
          </a:xfrm>
          <a:prstGeom prst="roundRect">
            <a:avLst>
              <a:gd name="adj" fmla="val 0"/>
            </a:avLst>
          </a:prstGeom>
          <a:solidFill>
            <a:srgbClr val="E0A85C">
              <a:alpha val="100000"/>
            </a:srgbClr>
          </a:solidFill>
          <a:ln w="25400" cap="flat" cmpd="sng">
            <a:noFill/>
            <a:prstDash val="solid"/>
            <a:round/>
          </a:ln>
        </p:spPr>
        <p:txBody>
          <a:bodyPr vert="horz" wrap="square" lIns="63500" tIns="63500" rIns="63500" bIns="63500" rtlCol="0" anchor="ctr"/>
          <a:lstStyle/>
          <a:p>
            <a:pPr algn="ctr">
              <a:spcBef>
                <a:spcPts val="0"/>
              </a:spcBef>
              <a:spcAft>
                <a:spcPts val="0"/>
              </a:spcAft>
              <a:defRPr/>
            </a:pPr>
            <a:endParaRPr sz="1400" kern="0">
              <a:solidFill>
                <a:srgbClr val="000000"/>
              </a:solidFill>
              <a:latin typeface="Arial" panose="020B0604020202020204"/>
              <a:ea typeface="Arial" panose="020B0604020202020204"/>
              <a:cs typeface="Arial" panose="020B0604020202020204"/>
              <a:sym typeface="Arial" panose="020B0604020202020204"/>
            </a:endParaRPr>
          </a:p>
        </p:txBody>
      </p:sp>
      <p:sp>
        <p:nvSpPr>
          <p:cNvPr id="3" name="AutoShape 3"/>
          <p:cNvSpPr/>
          <p:nvPr/>
        </p:nvSpPr>
        <p:spPr>
          <a:xfrm>
            <a:off x="508000" y="381000"/>
            <a:ext cx="635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spcBef>
                <a:spcPts val="0"/>
              </a:spcBef>
              <a:spcAft>
                <a:spcPts val="0"/>
              </a:spcAft>
              <a:defRPr/>
            </a:pPr>
            <a:r>
              <a:rPr lang="en-US" sz="2400" b="0" i="0" u="none" strike="noStrike" kern="0">
                <a:solidFill>
                  <a:srgbClr val="8D99AE"/>
                </a:solidFill>
                <a:latin typeface="Noto Sans SC" panose="020B0500000000000000" charset="-122"/>
                <a:ea typeface="Noto Sans SC" panose="020B0500000000000000" charset="-122"/>
                <a:cs typeface="Noto Sans SC" panose="020B0500000000000000" charset="-122"/>
                <a:sym typeface="Noto Sans SC" panose="020B0500000000000000" charset="-122"/>
              </a:rPr>
              <a:t>03· 核心发现</a:t>
            </a:r>
            <a:endParaRPr lang="en-US" sz="2400" b="0" i="0" u="none" strike="noStrike" kern="0">
              <a:solidFill>
                <a:srgbClr val="8D99AE"/>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4" name="AutoShape 4"/>
          <p:cNvSpPr/>
          <p:nvPr/>
        </p:nvSpPr>
        <p:spPr>
          <a:xfrm>
            <a:off x="508000" y="736600"/>
            <a:ext cx="1117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spcBef>
                <a:spcPts val="0"/>
              </a:spcBef>
              <a:spcAft>
                <a:spcPts val="0"/>
              </a:spcAft>
              <a:defRPr/>
            </a:pPr>
            <a:r>
              <a:rPr lang="en-US" sz="2600" b="1" i="0" u="none" strike="noStrike" kern="0">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rPr>
              <a:t>三年铁律：微分 + 积分 = 62%—67% 的卷面分数</a:t>
            </a:r>
            <a:endParaRPr lang="en-US" sz="2600" b="1" i="0" u="none" strike="noStrike" kern="0">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cxnSp>
        <p:nvCxnSpPr>
          <p:cNvPr id="5" name="Connector 5"/>
          <p:cNvCxnSpPr/>
          <p:nvPr/>
        </p:nvCxnSpPr>
        <p:spPr>
          <a:xfrm rot="-3906">
            <a:off x="508004" y="1365250"/>
            <a:ext cx="11176000" cy="12700"/>
          </a:xfrm>
          <a:prstGeom prst="straightConnector1">
            <a:avLst/>
          </a:prstGeom>
          <a:solidFill>
            <a:srgbClr val="DEE0E3">
              <a:alpha val="100000"/>
            </a:srgbClr>
          </a:solidFill>
          <a:ln w="12700" cap="flat" cmpd="sng">
            <a:solidFill>
              <a:srgbClr val="E0A85C">
                <a:alpha val="50000"/>
              </a:srgbClr>
            </a:solidFill>
            <a:prstDash val="solid"/>
            <a:round/>
            <a:headEnd type="none" w="med" len="med"/>
            <a:tailEnd type="none" w="med" len="med"/>
          </a:ln>
        </p:spPr>
      </p:cxnSp>
      <p:sp>
        <p:nvSpPr>
          <p:cNvPr id="6" name="AutoShape 6"/>
          <p:cNvSpPr/>
          <p:nvPr>
            <p:custDataLst>
              <p:tags r:id="rId1"/>
            </p:custDataLst>
          </p:nvPr>
        </p:nvSpPr>
        <p:spPr>
          <a:xfrm>
            <a:off x="508000" y="1714500"/>
            <a:ext cx="3429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spcBef>
                <a:spcPts val="0"/>
              </a:spcBef>
              <a:spcAft>
                <a:spcPts val="0"/>
              </a:spcAft>
              <a:defRPr/>
            </a:pPr>
            <a:r>
              <a:rPr lang="en-US" sz="2800" b="0" i="0" u="none" strike="noStrike" kern="0">
                <a:solidFill>
                  <a:srgbClr val="8D99AE"/>
                </a:solidFill>
                <a:latin typeface="Noto Sans SC" panose="020B0500000000000000" charset="-122"/>
                <a:ea typeface="Noto Sans SC" panose="020B0500000000000000" charset="-122"/>
                <a:cs typeface="Noto Sans SC" panose="020B0500000000000000" charset="-122"/>
                <a:sym typeface="Noto Sans SC" panose="020B0500000000000000" charset="-122"/>
              </a:rPr>
              <a:t>2023 年（旧大纲）</a:t>
            </a:r>
            <a:endParaRPr lang="en-US" sz="2800" b="0" i="0" u="none" strike="noStrike" kern="0">
              <a:solidFill>
                <a:srgbClr val="8D99AE"/>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7" name="AutoShape 7"/>
          <p:cNvSpPr/>
          <p:nvPr>
            <p:custDataLst>
              <p:tags r:id="rId2"/>
            </p:custDataLst>
          </p:nvPr>
        </p:nvSpPr>
        <p:spPr>
          <a:xfrm>
            <a:off x="508000" y="2159000"/>
            <a:ext cx="3429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spcBef>
                <a:spcPts val="0"/>
              </a:spcBef>
              <a:spcAft>
                <a:spcPts val="0"/>
              </a:spcAft>
              <a:defRPr/>
            </a:pPr>
            <a:r>
              <a:rPr lang="en-US" sz="6400" b="1" i="0" u="none" strike="noStrike" kern="0">
                <a:solidFill>
                  <a:srgbClr val="E0A85C"/>
                </a:solidFill>
                <a:latin typeface="Noto Sans SC" panose="020B0500000000000000" charset="-122"/>
                <a:ea typeface="Noto Sans SC" panose="020B0500000000000000" charset="-122"/>
                <a:cs typeface="Noto Sans SC" panose="020B0500000000000000" charset="-122"/>
                <a:sym typeface="Noto Sans SC" panose="020B0500000000000000" charset="-122"/>
              </a:rPr>
              <a:t>96</a:t>
            </a:r>
            <a:endParaRPr lang="en-US" sz="6400" b="1" i="0" u="none" strike="noStrike" kern="0">
              <a:solidFill>
                <a:srgbClr val="E0A85C"/>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8" name="AutoShape 8"/>
          <p:cNvSpPr/>
          <p:nvPr>
            <p:custDataLst>
              <p:tags r:id="rId3"/>
            </p:custDataLst>
          </p:nvPr>
        </p:nvSpPr>
        <p:spPr>
          <a:xfrm>
            <a:off x="508000" y="3302000"/>
            <a:ext cx="34290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spcBef>
                <a:spcPts val="0"/>
              </a:spcBef>
              <a:spcAft>
                <a:spcPts val="0"/>
              </a:spcAft>
              <a:defRPr/>
            </a:pPr>
            <a:r>
              <a:rPr lang="en-US" sz="3200" b="0" i="0" u="none" strike="noStrike" kern="0">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rPr>
              <a:t>分 · 占比 64.0%</a:t>
            </a:r>
            <a:endParaRPr lang="en-US" sz="3200" b="0" i="0" u="none" strike="noStrike" kern="0">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9" name="AutoShape 9"/>
          <p:cNvSpPr/>
          <p:nvPr>
            <p:custDataLst>
              <p:tags r:id="rId4"/>
            </p:custDataLst>
          </p:nvPr>
        </p:nvSpPr>
        <p:spPr>
          <a:xfrm>
            <a:off x="508000" y="3746500"/>
            <a:ext cx="3429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spcBef>
                <a:spcPts val="0"/>
              </a:spcBef>
              <a:spcAft>
                <a:spcPts val="0"/>
              </a:spcAft>
              <a:defRPr/>
            </a:pPr>
            <a:r>
              <a:rPr lang="en-US" sz="2400" b="0" i="0" u="none" strike="noStrike" kern="0">
                <a:solidFill>
                  <a:srgbClr val="8D99AE"/>
                </a:solidFill>
                <a:latin typeface="Noto Sans SC" panose="020B0500000000000000" charset="-122"/>
                <a:ea typeface="Noto Sans SC" panose="020B0500000000000000" charset="-122"/>
                <a:cs typeface="Noto Sans SC" panose="020B0500000000000000" charset="-122"/>
                <a:sym typeface="Noto Sans SC" panose="020B0500000000000000" charset="-122"/>
              </a:rPr>
              <a:t>微分 56 + 积分 40</a:t>
            </a:r>
            <a:endParaRPr lang="en-US" sz="2400" b="0" i="0" u="none" strike="noStrike" kern="0">
              <a:solidFill>
                <a:srgbClr val="8D99AE"/>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10" name="AutoShape 10"/>
          <p:cNvSpPr/>
          <p:nvPr>
            <p:custDataLst>
              <p:tags r:id="rId5"/>
            </p:custDataLst>
          </p:nvPr>
        </p:nvSpPr>
        <p:spPr>
          <a:xfrm>
            <a:off x="4381500" y="1714500"/>
            <a:ext cx="3429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spcBef>
                <a:spcPts val="0"/>
              </a:spcBef>
              <a:spcAft>
                <a:spcPts val="0"/>
              </a:spcAft>
              <a:defRPr/>
            </a:pPr>
            <a:r>
              <a:rPr lang="en-US" sz="3200" b="0" i="0" u="none" strike="noStrike" kern="0">
                <a:solidFill>
                  <a:srgbClr val="8D99AE"/>
                </a:solidFill>
                <a:latin typeface="Noto Sans SC" panose="020B0500000000000000" charset="-122"/>
                <a:ea typeface="Noto Sans SC" panose="020B0500000000000000" charset="-122"/>
                <a:cs typeface="Noto Sans SC" panose="020B0500000000000000" charset="-122"/>
                <a:sym typeface="Noto Sans SC" panose="020B0500000000000000" charset="-122"/>
              </a:rPr>
              <a:t>2024 年（新大纲首年）</a:t>
            </a:r>
            <a:endParaRPr lang="en-US" sz="3200" b="0" i="0" u="none" strike="noStrike" kern="0">
              <a:solidFill>
                <a:srgbClr val="8D99AE"/>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11" name="AutoShape 11"/>
          <p:cNvSpPr/>
          <p:nvPr>
            <p:custDataLst>
              <p:tags r:id="rId6"/>
            </p:custDataLst>
          </p:nvPr>
        </p:nvSpPr>
        <p:spPr>
          <a:xfrm>
            <a:off x="4381500" y="2159000"/>
            <a:ext cx="3429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spcBef>
                <a:spcPts val="0"/>
              </a:spcBef>
              <a:spcAft>
                <a:spcPts val="0"/>
              </a:spcAft>
              <a:defRPr/>
            </a:pPr>
            <a:r>
              <a:rPr lang="en-US" sz="6400" b="1" i="0" u="none" strike="noStrike" kern="0">
                <a:solidFill>
                  <a:srgbClr val="4CC9F0"/>
                </a:solidFill>
                <a:latin typeface="Noto Sans SC" panose="020B0500000000000000" charset="-122"/>
                <a:ea typeface="Noto Sans SC" panose="020B0500000000000000" charset="-122"/>
                <a:cs typeface="Noto Sans SC" panose="020B0500000000000000" charset="-122"/>
                <a:sym typeface="Noto Sans SC" panose="020B0500000000000000" charset="-122"/>
              </a:rPr>
              <a:t>101</a:t>
            </a:r>
            <a:endParaRPr lang="en-US" sz="6400" b="1" i="0" u="none" strike="noStrike" kern="0">
              <a:solidFill>
                <a:srgbClr val="4CC9F0"/>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12" name="AutoShape 12"/>
          <p:cNvSpPr/>
          <p:nvPr>
            <p:custDataLst>
              <p:tags r:id="rId7"/>
            </p:custDataLst>
          </p:nvPr>
        </p:nvSpPr>
        <p:spPr>
          <a:xfrm>
            <a:off x="4381500" y="3302000"/>
            <a:ext cx="34290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spcBef>
                <a:spcPts val="0"/>
              </a:spcBef>
              <a:spcAft>
                <a:spcPts val="0"/>
              </a:spcAft>
              <a:defRPr/>
            </a:pPr>
            <a:r>
              <a:rPr lang="en-US" sz="3200" b="0" i="0" u="none" strike="noStrike" kern="0">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rPr>
              <a:t>分 · 占比 67.3%</a:t>
            </a:r>
            <a:endParaRPr lang="en-US" sz="3200" b="0" i="0" u="none" strike="noStrike" kern="0">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13" name="AutoShape 13"/>
          <p:cNvSpPr/>
          <p:nvPr>
            <p:custDataLst>
              <p:tags r:id="rId8"/>
            </p:custDataLst>
          </p:nvPr>
        </p:nvSpPr>
        <p:spPr>
          <a:xfrm>
            <a:off x="4381500" y="3746500"/>
            <a:ext cx="3429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spcBef>
                <a:spcPts val="0"/>
              </a:spcBef>
              <a:spcAft>
                <a:spcPts val="0"/>
              </a:spcAft>
              <a:defRPr/>
            </a:pPr>
            <a:r>
              <a:rPr lang="en-US" sz="2400" b="0" i="0" u="none" strike="noStrike" kern="0">
                <a:solidFill>
                  <a:srgbClr val="8D99AE"/>
                </a:solidFill>
                <a:latin typeface="Noto Sans SC" panose="020B0500000000000000" charset="-122"/>
                <a:ea typeface="Noto Sans SC" panose="020B0500000000000000" charset="-122"/>
                <a:cs typeface="Noto Sans SC" panose="020B0500000000000000" charset="-122"/>
                <a:sym typeface="Noto Sans SC" panose="020B0500000000000000" charset="-122"/>
              </a:rPr>
              <a:t>微分 43 + 积分 58</a:t>
            </a:r>
            <a:endParaRPr lang="en-US" sz="2400" b="0" i="0" u="none" strike="noStrike" kern="0">
              <a:solidFill>
                <a:srgbClr val="8D99AE"/>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14" name="AutoShape 14"/>
          <p:cNvSpPr/>
          <p:nvPr>
            <p:custDataLst>
              <p:tags r:id="rId9"/>
            </p:custDataLst>
          </p:nvPr>
        </p:nvSpPr>
        <p:spPr>
          <a:xfrm>
            <a:off x="8255000" y="1714500"/>
            <a:ext cx="3429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spcBef>
                <a:spcPts val="0"/>
              </a:spcBef>
              <a:spcAft>
                <a:spcPts val="0"/>
              </a:spcAft>
              <a:defRPr/>
            </a:pPr>
            <a:r>
              <a:rPr lang="en-US" sz="3200" b="0" i="0" u="none" strike="noStrike" kern="0">
                <a:solidFill>
                  <a:srgbClr val="8D99AE"/>
                </a:solidFill>
                <a:latin typeface="Noto Sans SC" panose="020B0500000000000000" charset="-122"/>
                <a:ea typeface="Noto Sans SC" panose="020B0500000000000000" charset="-122"/>
                <a:cs typeface="Noto Sans SC" panose="020B0500000000000000" charset="-122"/>
                <a:sym typeface="Noto Sans SC" panose="020B0500000000000000" charset="-122"/>
              </a:rPr>
              <a:t>2025 年（新大纲第二年）</a:t>
            </a:r>
            <a:endParaRPr lang="en-US" sz="3200" b="0" i="0" u="none" strike="noStrike" kern="0">
              <a:solidFill>
                <a:srgbClr val="8D99AE"/>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15" name="AutoShape 15"/>
          <p:cNvSpPr/>
          <p:nvPr>
            <p:custDataLst>
              <p:tags r:id="rId10"/>
            </p:custDataLst>
          </p:nvPr>
        </p:nvSpPr>
        <p:spPr>
          <a:xfrm>
            <a:off x="8255000" y="2159000"/>
            <a:ext cx="3429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spcBef>
                <a:spcPts val="0"/>
              </a:spcBef>
              <a:spcAft>
                <a:spcPts val="0"/>
              </a:spcAft>
              <a:defRPr/>
            </a:pPr>
            <a:r>
              <a:rPr lang="en-US" sz="6400" b="1" i="0" u="none" strike="noStrike" kern="0">
                <a:solidFill>
                  <a:srgbClr val="06D6A0"/>
                </a:solidFill>
                <a:latin typeface="Noto Sans SC" panose="020B0500000000000000" charset="-122"/>
                <a:ea typeface="Noto Sans SC" panose="020B0500000000000000" charset="-122"/>
                <a:cs typeface="Noto Sans SC" panose="020B0500000000000000" charset="-122"/>
                <a:sym typeface="Noto Sans SC" panose="020B0500000000000000" charset="-122"/>
              </a:rPr>
              <a:t>93</a:t>
            </a:r>
            <a:endParaRPr lang="en-US" sz="6400" b="1" i="0" u="none" strike="noStrike" kern="0">
              <a:solidFill>
                <a:srgbClr val="06D6A0"/>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16" name="AutoShape 16"/>
          <p:cNvSpPr/>
          <p:nvPr>
            <p:custDataLst>
              <p:tags r:id="rId11"/>
            </p:custDataLst>
          </p:nvPr>
        </p:nvSpPr>
        <p:spPr>
          <a:xfrm>
            <a:off x="8255000" y="3302000"/>
            <a:ext cx="34290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spcBef>
                <a:spcPts val="0"/>
              </a:spcBef>
              <a:spcAft>
                <a:spcPts val="0"/>
              </a:spcAft>
              <a:defRPr/>
            </a:pPr>
            <a:r>
              <a:rPr lang="en-US" sz="3200" b="0" i="0" u="none" strike="noStrike" kern="0">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rPr>
              <a:t>分 · 占比 62.0%</a:t>
            </a:r>
            <a:endParaRPr lang="en-US" sz="3200" b="0" i="0" u="none" strike="noStrike" kern="0">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17" name="AutoShape 17"/>
          <p:cNvSpPr/>
          <p:nvPr>
            <p:custDataLst>
              <p:tags r:id="rId12"/>
            </p:custDataLst>
          </p:nvPr>
        </p:nvSpPr>
        <p:spPr>
          <a:xfrm>
            <a:off x="8255000" y="3746500"/>
            <a:ext cx="3429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spcBef>
                <a:spcPts val="0"/>
              </a:spcBef>
              <a:spcAft>
                <a:spcPts val="0"/>
              </a:spcAft>
              <a:defRPr/>
            </a:pPr>
            <a:r>
              <a:rPr lang="en-US" sz="2400" b="0" i="0" u="none" strike="noStrike" kern="0">
                <a:solidFill>
                  <a:srgbClr val="8D99AE"/>
                </a:solidFill>
                <a:latin typeface="Noto Sans SC" panose="020B0500000000000000" charset="-122"/>
                <a:ea typeface="Noto Sans SC" panose="020B0500000000000000" charset="-122"/>
                <a:cs typeface="Noto Sans SC" panose="020B0500000000000000" charset="-122"/>
                <a:sym typeface="Noto Sans SC" panose="020B0500000000000000" charset="-122"/>
              </a:rPr>
              <a:t>微分 50 + 积分 43</a:t>
            </a:r>
            <a:endParaRPr lang="en-US" sz="2400" b="0" i="0" u="none" strike="noStrike" kern="0">
              <a:solidFill>
                <a:srgbClr val="8D99AE"/>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cxnSp>
        <p:nvCxnSpPr>
          <p:cNvPr id="18" name="Connector 18"/>
          <p:cNvCxnSpPr/>
          <p:nvPr/>
        </p:nvCxnSpPr>
        <p:spPr>
          <a:xfrm rot="-3906">
            <a:off x="508004" y="4565650"/>
            <a:ext cx="11176000" cy="12700"/>
          </a:xfrm>
          <a:prstGeom prst="straightConnector1">
            <a:avLst/>
          </a:prstGeom>
          <a:solidFill>
            <a:srgbClr val="DEE0E3">
              <a:alpha val="100000"/>
            </a:srgbClr>
          </a:solidFill>
          <a:ln w="12700" cap="flat" cmpd="sng">
            <a:solidFill>
              <a:srgbClr val="E0A85C">
                <a:alpha val="40000"/>
              </a:srgbClr>
            </a:solidFill>
            <a:prstDash val="solid"/>
            <a:round/>
            <a:headEnd type="none" w="med" len="med"/>
            <a:tailEnd type="none" w="med" len="med"/>
          </a:ln>
        </p:spPr>
      </p:cxnSp>
      <p:sp>
        <p:nvSpPr>
          <p:cNvPr id="19" name="AutoShape 19"/>
          <p:cNvSpPr/>
          <p:nvPr/>
        </p:nvSpPr>
        <p:spPr>
          <a:xfrm>
            <a:off x="508000" y="4826000"/>
            <a:ext cx="1117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spcBef>
                <a:spcPts val="0"/>
              </a:spcBef>
              <a:spcAft>
                <a:spcPts val="0"/>
              </a:spcAft>
              <a:defRPr/>
            </a:pPr>
            <a:r>
              <a:rPr lang="zh-CN" altLang="en-US" sz="2800" b="1" i="0" u="none" strike="noStrike" kern="0">
                <a:solidFill>
                  <a:srgbClr val="E0A85C"/>
                </a:solidFill>
                <a:latin typeface="Noto Sans SC" panose="020B0500000000000000" charset="-122"/>
                <a:ea typeface="Noto Sans SC" panose="020B0500000000000000" charset="-122"/>
                <a:cs typeface="Noto Sans SC" panose="020B0500000000000000" charset="-122"/>
                <a:sym typeface="Noto Sans SC" panose="020B0500000000000000" charset="-122"/>
              </a:rPr>
              <a:t>注</a:t>
            </a:r>
            <a:r>
              <a:rPr lang="en-US" sz="2800" b="1" i="0" u="none" strike="noStrike" kern="0">
                <a:solidFill>
                  <a:srgbClr val="E0A85C"/>
                </a:solidFill>
                <a:latin typeface="Noto Sans SC" panose="020B0500000000000000" charset="-122"/>
                <a:ea typeface="Noto Sans SC" panose="020B0500000000000000" charset="-122"/>
                <a:cs typeface="Noto Sans SC" panose="020B0500000000000000" charset="-122"/>
                <a:sym typeface="Noto Sans SC" panose="020B0500000000000000" charset="-122"/>
              </a:rPr>
              <a:t>：把微分学和积分学这两块吃透，就等于握住了全卷三分之二的分数。</a:t>
            </a:r>
            <a:endParaRPr lang="en-US" sz="2800" b="1" i="0" u="none" strike="noStrike" kern="0">
              <a:solidFill>
                <a:srgbClr val="E0A85C"/>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20" name="AutoShape 20"/>
          <p:cNvSpPr/>
          <p:nvPr/>
        </p:nvSpPr>
        <p:spPr>
          <a:xfrm>
            <a:off x="508000" y="5270500"/>
            <a:ext cx="1117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spcBef>
                <a:spcPts val="0"/>
              </a:spcBef>
              <a:spcAft>
                <a:spcPts val="0"/>
              </a:spcAft>
              <a:defRPr/>
            </a:pPr>
            <a:r>
              <a:rPr lang="en-US" sz="2000" b="0" i="0" u="none" strike="noStrike" kern="0">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rPr>
              <a:t>剩余约 50—57 分由极限连续（约21分）、多元微分（14—22分）、概率论（12—14分）三家瓜分。这三部分题型固定、难度中等，属于"背公式+做例题"就能稳拿的分数。</a:t>
            </a:r>
            <a:endParaRPr lang="en-US" sz="2000" b="0" i="0" u="none" strike="noStrike" kern="0">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cxnSp>
        <p:nvCxnSpPr>
          <p:cNvPr id="21" name="Connector 21"/>
          <p:cNvCxnSpPr/>
          <p:nvPr/>
        </p:nvCxnSpPr>
        <p:spPr>
          <a:xfrm rot="-3906">
            <a:off x="508004" y="6216650"/>
            <a:ext cx="11176000" cy="12700"/>
          </a:xfrm>
          <a:prstGeom prst="straightConnector1">
            <a:avLst/>
          </a:prstGeom>
          <a:solidFill>
            <a:srgbClr val="DEE0E3">
              <a:alpha val="100000"/>
            </a:srgbClr>
          </a:solidFill>
          <a:ln w="12700" cap="flat" cmpd="sng">
            <a:solidFill>
              <a:srgbClr val="8D99AE">
                <a:alpha val="30000"/>
              </a:srgbClr>
            </a:solidFill>
            <a:prstDash val="solid"/>
            <a:round/>
            <a:headEnd type="none" w="med" len="med"/>
            <a:tailEnd type="none" w="med" len="med"/>
          </a:ln>
        </p:spPr>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0D1B2A">
                <a:alpha val="100000"/>
              </a:srgbClr>
            </a:gs>
            <a:gs pos="100000">
              <a:srgbClr val="1B263B">
                <a:alpha val="100000"/>
              </a:srgbClr>
            </a:gs>
          </a:gsLst>
          <a:lin ang="2700000"/>
        </a:gradFill>
        <a:effectLst/>
      </p:bgPr>
    </p:bg>
    <p:spTree>
      <p:nvGrpSpPr>
        <p:cNvPr id="1" name=""/>
        <p:cNvGrpSpPr/>
        <p:nvPr/>
      </p:nvGrpSpPr>
      <p:grpSpPr>
        <a:xfrm>
          <a:off x="0" y="0"/>
          <a:ext cx="0" cy="0"/>
          <a:chOff x="0" y="0"/>
          <a:chExt cx="0" cy="0"/>
        </a:xfrm>
      </p:grpSpPr>
      <p:sp>
        <p:nvSpPr>
          <p:cNvPr id="2" name="AutoShape 2"/>
          <p:cNvSpPr/>
          <p:nvPr/>
        </p:nvSpPr>
        <p:spPr>
          <a:xfrm>
            <a:off x="0" y="0"/>
            <a:ext cx="101600" cy="6858000"/>
          </a:xfrm>
          <a:prstGeom prst="roundRect">
            <a:avLst>
              <a:gd name="adj" fmla="val 0"/>
            </a:avLst>
          </a:prstGeom>
          <a:solidFill>
            <a:srgbClr val="9D4EDD">
              <a:alpha val="100000"/>
            </a:srgbClr>
          </a:solidFill>
          <a:ln w="25400" cap="flat" cmpd="sng">
            <a:noFill/>
            <a:prstDash val="solid"/>
            <a:round/>
          </a:ln>
        </p:spPr>
        <p:txBody>
          <a:bodyPr vert="horz" wrap="square" lIns="63500" tIns="63500" rIns="63500" bIns="63500" rtlCol="0" anchor="ctr"/>
          <a:lstStyle/>
          <a:p>
            <a:pPr algn="ctr">
              <a:spcBef>
                <a:spcPts val="0"/>
              </a:spcBef>
              <a:spcAft>
                <a:spcPts val="0"/>
              </a:spcAft>
              <a:defRPr/>
            </a:pPr>
            <a:endParaRPr sz="1400" kern="0">
              <a:solidFill>
                <a:srgbClr val="000000"/>
              </a:solidFill>
              <a:latin typeface="Arial" panose="020B0604020202020204"/>
              <a:ea typeface="Arial" panose="020B0604020202020204"/>
              <a:cs typeface="Arial" panose="020B0604020202020204"/>
              <a:sym typeface="Arial" panose="020B0604020202020204"/>
            </a:endParaRPr>
          </a:p>
        </p:txBody>
      </p:sp>
      <p:sp>
        <p:nvSpPr>
          <p:cNvPr id="3" name="AutoShape 3"/>
          <p:cNvSpPr/>
          <p:nvPr/>
        </p:nvSpPr>
        <p:spPr>
          <a:xfrm>
            <a:off x="508000" y="381000"/>
            <a:ext cx="635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spcBef>
                <a:spcPts val="0"/>
              </a:spcBef>
              <a:spcAft>
                <a:spcPts val="0"/>
              </a:spcAft>
              <a:defRPr/>
            </a:pPr>
            <a:r>
              <a:rPr lang="en-US" sz="2400" b="0" i="0" u="none" strike="noStrike" kern="0">
                <a:solidFill>
                  <a:srgbClr val="8D99AE"/>
                </a:solidFill>
                <a:latin typeface="Noto Sans SC" panose="020B0500000000000000" charset="-122"/>
                <a:ea typeface="Noto Sans SC" panose="020B0500000000000000" charset="-122"/>
                <a:cs typeface="Noto Sans SC" panose="020B0500000000000000" charset="-122"/>
                <a:sym typeface="Noto Sans SC" panose="020B0500000000000000" charset="-122"/>
              </a:rPr>
              <a:t>04 · 高频考点榜</a:t>
            </a:r>
            <a:endParaRPr lang="en-US" sz="2400" b="0" i="0" u="none" strike="noStrike" kern="0">
              <a:solidFill>
                <a:srgbClr val="8D99AE"/>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4" name="AutoShape 4"/>
          <p:cNvSpPr/>
          <p:nvPr/>
        </p:nvSpPr>
        <p:spPr>
          <a:xfrm>
            <a:off x="508000" y="736600"/>
            <a:ext cx="1117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spcBef>
                <a:spcPts val="0"/>
              </a:spcBef>
              <a:spcAft>
                <a:spcPts val="0"/>
              </a:spcAft>
              <a:defRPr/>
            </a:pPr>
            <a:r>
              <a:rPr lang="en-US" sz="2600" b="1" i="0" u="none" strike="noStrike" kern="0">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rPr>
              <a:t>十大高频考点：三年必考清单与分值强度</a:t>
            </a:r>
            <a:endParaRPr lang="en-US" sz="2600" b="1" i="0" u="none" strike="noStrike" kern="0">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cxnSp>
        <p:nvCxnSpPr>
          <p:cNvPr id="5" name="Connector 5"/>
          <p:cNvCxnSpPr/>
          <p:nvPr/>
        </p:nvCxnSpPr>
        <p:spPr>
          <a:xfrm rot="-3906">
            <a:off x="508004" y="1365250"/>
            <a:ext cx="11176000" cy="12700"/>
          </a:xfrm>
          <a:prstGeom prst="straightConnector1">
            <a:avLst/>
          </a:prstGeom>
          <a:solidFill>
            <a:srgbClr val="DEE0E3">
              <a:alpha val="100000"/>
            </a:srgbClr>
          </a:solidFill>
          <a:ln w="12700" cap="flat" cmpd="sng">
            <a:solidFill>
              <a:srgbClr val="9D4EDD">
                <a:alpha val="50000"/>
              </a:srgbClr>
            </a:solidFill>
            <a:prstDash val="solid"/>
            <a:round/>
            <a:headEnd type="none" w="med" len="med"/>
            <a:tailEnd type="none" w="med" len="med"/>
          </a:ln>
        </p:spPr>
      </p:cxnSp>
      <p:graphicFrame>
        <p:nvGraphicFramePr>
          <p:cNvPr id="6" name="Table 6"/>
          <p:cNvGraphicFramePr>
            <a:graphicFrameLocks noGrp="1"/>
          </p:cNvGraphicFramePr>
          <p:nvPr/>
        </p:nvGraphicFramePr>
        <p:xfrm>
          <a:off x="508000" y="1587500"/>
          <a:ext cx="11176000" cy="4318000"/>
        </p:xfrm>
        <a:graphic>
          <a:graphicData uri="http://schemas.openxmlformats.org/drawingml/2006/table">
            <a:tbl>
              <a:tblPr>
                <a:effectLst/>
              </a:tblPr>
              <a:tblGrid>
                <a:gridCol w="635000"/>
                <a:gridCol w="3556000"/>
                <a:gridCol w="1524000"/>
                <a:gridCol w="1524000"/>
                <a:gridCol w="1524000"/>
                <a:gridCol w="2413000"/>
              </a:tblGrid>
              <a:tr h="546100">
                <a:tc>
                  <a:txBody>
                    <a:bodyPr rtlCol="0"/>
                    <a:lstStyle/>
                    <a:p>
                      <a:pPr marL="0" indent="0" algn="ctr">
                        <a:lnSpc>
                          <a:spcPct val="100000"/>
                        </a:lnSpc>
                        <a:defRPr/>
                      </a:pPr>
                      <a:r>
                        <a:rPr lang="en-US" sz="18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排名</a:t>
                      </a:r>
                      <a:endParaRPr lang="en-US" sz="18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txBody>
                  <a:tcPr marL="101600" marR="101600" marT="101600" marB="101600" anchor="t" anchorCtr="0">
                    <a:lnL>
                      <a:noFill/>
                    </a:lnL>
                    <a:lnR>
                      <a:noFill/>
                    </a:lnR>
                    <a:lnT>
                      <a:noFill/>
                    </a:lnT>
                    <a:lnB>
                      <a:noFill/>
                    </a:lnB>
                    <a:solidFill>
                      <a:srgbClr val="9D4EDD">
                        <a:alpha val="100000"/>
                      </a:srgbClr>
                    </a:solidFill>
                  </a:tcPr>
                </a:tc>
                <a:tc>
                  <a:txBody>
                    <a:bodyPr rtlCol="0"/>
                    <a:lstStyle/>
                    <a:p>
                      <a:pPr marL="0" indent="0" algn="ctr">
                        <a:lnSpc>
                          <a:spcPct val="100000"/>
                        </a:lnSpc>
                        <a:defRPr/>
                      </a:pPr>
                      <a:r>
                        <a:rPr lang="en-US" sz="18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考点</a:t>
                      </a:r>
                      <a:endParaRPr lang="en-US" sz="18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txBody>
                  <a:tcPr marL="101600" marR="101600" marT="101600" marB="101600" anchor="t" anchorCtr="0">
                    <a:lnL>
                      <a:noFill/>
                    </a:lnL>
                    <a:lnR>
                      <a:noFill/>
                    </a:lnR>
                    <a:lnT>
                      <a:noFill/>
                    </a:lnT>
                    <a:lnB>
                      <a:noFill/>
                    </a:lnB>
                    <a:solidFill>
                      <a:srgbClr val="9D4EDD">
                        <a:alpha val="100000"/>
                      </a:srgbClr>
                    </a:solidFill>
                  </a:tcPr>
                </a:tc>
                <a:tc>
                  <a:txBody>
                    <a:bodyPr rtlCol="0"/>
                    <a:lstStyle/>
                    <a:p>
                      <a:pPr marL="0" indent="0" algn="ctr">
                        <a:lnSpc>
                          <a:spcPct val="100000"/>
                        </a:lnSpc>
                        <a:defRPr/>
                      </a:pPr>
                      <a:r>
                        <a:rPr lang="en-US" sz="18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2023</a:t>
                      </a:r>
                      <a:endParaRPr lang="en-US" sz="18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txBody>
                  <a:tcPr marL="101600" marR="101600" marT="101600" marB="101600" anchor="t" anchorCtr="0">
                    <a:lnL>
                      <a:noFill/>
                    </a:lnL>
                    <a:lnR>
                      <a:noFill/>
                    </a:lnR>
                    <a:lnT>
                      <a:noFill/>
                    </a:lnT>
                    <a:lnB>
                      <a:noFill/>
                    </a:lnB>
                    <a:solidFill>
                      <a:srgbClr val="9D4EDD">
                        <a:alpha val="100000"/>
                      </a:srgbClr>
                    </a:solidFill>
                  </a:tcPr>
                </a:tc>
                <a:tc>
                  <a:txBody>
                    <a:bodyPr rtlCol="0"/>
                    <a:lstStyle/>
                    <a:p>
                      <a:pPr marL="0" indent="0" algn="ctr">
                        <a:lnSpc>
                          <a:spcPct val="100000"/>
                        </a:lnSpc>
                        <a:defRPr/>
                      </a:pPr>
                      <a:r>
                        <a:rPr lang="en-US" sz="18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2024</a:t>
                      </a:r>
                      <a:endParaRPr lang="en-US" sz="18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txBody>
                  <a:tcPr marL="101600" marR="101600" marT="101600" marB="101600" anchor="t" anchorCtr="0">
                    <a:lnL>
                      <a:noFill/>
                    </a:lnL>
                    <a:lnR>
                      <a:noFill/>
                    </a:lnR>
                    <a:lnT>
                      <a:noFill/>
                    </a:lnT>
                    <a:lnB>
                      <a:noFill/>
                    </a:lnB>
                    <a:solidFill>
                      <a:srgbClr val="9D4EDD">
                        <a:alpha val="100000"/>
                      </a:srgbClr>
                    </a:solidFill>
                  </a:tcPr>
                </a:tc>
                <a:tc>
                  <a:txBody>
                    <a:bodyPr rtlCol="0"/>
                    <a:lstStyle/>
                    <a:p>
                      <a:pPr marL="0" indent="0" algn="ctr">
                        <a:lnSpc>
                          <a:spcPct val="100000"/>
                        </a:lnSpc>
                        <a:defRPr/>
                      </a:pPr>
                      <a:r>
                        <a:rPr lang="en-US" sz="18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2025</a:t>
                      </a:r>
                      <a:endParaRPr lang="en-US" sz="18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txBody>
                  <a:tcPr marL="101600" marR="101600" marT="101600" marB="101600" anchor="t" anchorCtr="0">
                    <a:lnL>
                      <a:noFill/>
                    </a:lnL>
                    <a:lnR>
                      <a:noFill/>
                    </a:lnR>
                    <a:lnT>
                      <a:noFill/>
                    </a:lnT>
                    <a:lnB>
                      <a:noFill/>
                    </a:lnB>
                    <a:solidFill>
                      <a:srgbClr val="9D4EDD">
                        <a:alpha val="100000"/>
                      </a:srgbClr>
                    </a:solidFill>
                  </a:tcPr>
                </a:tc>
                <a:tc>
                  <a:txBody>
                    <a:bodyPr rtlCol="0"/>
                    <a:lstStyle/>
                    <a:p>
                      <a:pPr marL="0" indent="0" algn="ctr">
                        <a:lnSpc>
                          <a:spcPct val="100000"/>
                        </a:lnSpc>
                        <a:defRPr/>
                      </a:pPr>
                      <a:r>
                        <a:rPr lang="en-US" sz="18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命题形式</a:t>
                      </a:r>
                      <a:endParaRPr lang="en-US" sz="18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txBody>
                  <a:tcPr marL="101600" marR="101600" marT="101600" marB="101600" anchor="t" anchorCtr="0">
                    <a:lnL>
                      <a:noFill/>
                    </a:lnL>
                    <a:lnR>
                      <a:noFill/>
                    </a:lnR>
                    <a:lnT>
                      <a:noFill/>
                    </a:lnT>
                    <a:lnB>
                      <a:noFill/>
                    </a:lnB>
                    <a:solidFill>
                      <a:srgbClr val="9D4EDD">
                        <a:alpha val="100000"/>
                      </a:srgbClr>
                    </a:solidFill>
                  </a:tcPr>
                </a:tc>
              </a:tr>
              <a:tr h="469900">
                <a:tc>
                  <a:txBody>
                    <a:bodyPr rtlCol="0"/>
                    <a:lstStyle/>
                    <a:p>
                      <a:pPr marL="0" indent="0" algn="ctr">
                        <a:lnSpc>
                          <a:spcPct val="100000"/>
                        </a:lnSpc>
                        <a:defRPr/>
                      </a:pPr>
                      <a:r>
                        <a:rPr lang="en-US" sz="1800" b="1" i="0" u="none" strike="noStrike">
                          <a:solidFill>
                            <a:srgbClr val="E0A85C"/>
                          </a:solidFill>
                          <a:latin typeface="Noto Sans SC" panose="020B0500000000000000" charset="-122"/>
                          <a:ea typeface="Noto Sans SC" panose="020B0500000000000000" charset="-122"/>
                          <a:cs typeface="Noto Sans SC" panose="020B0500000000000000" charset="-122"/>
                          <a:sym typeface="Noto Sans SC" panose="020B0500000000000000" charset="-122"/>
                        </a:rPr>
                        <a:t>1</a:t>
                      </a:r>
                      <a:endParaRPr lang="en-US" sz="1800" b="1" i="0" u="none" strike="noStrike">
                        <a:solidFill>
                          <a:srgbClr val="E0A85C"/>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8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rPr>
                        <a:t>导数计算与微分</a:t>
                      </a:r>
                      <a:endParaRPr lang="en-US" sz="18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8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rPr>
                        <a:t>12分</a:t>
                      </a:r>
                      <a:endParaRPr lang="en-US" sz="18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8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rPr>
                        <a:t>14分</a:t>
                      </a:r>
                      <a:endParaRPr lang="en-US" sz="18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8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rPr>
                        <a:t>14分</a:t>
                      </a:r>
                      <a:endParaRPr lang="en-US" sz="18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600" b="1" i="0" u="none" strike="noStrike">
                          <a:solidFill>
                            <a:srgbClr val="8D99AE"/>
                          </a:solidFill>
                          <a:latin typeface="Noto Sans SC" panose="020B0500000000000000" charset="-122"/>
                          <a:ea typeface="Noto Sans SC" panose="020B0500000000000000" charset="-122"/>
                          <a:cs typeface="Noto Sans SC" panose="020B0500000000000000" charset="-122"/>
                          <a:sym typeface="Noto Sans SC" panose="020B0500000000000000" charset="-122"/>
                        </a:rPr>
                        <a:t>选择+填空，每年必考</a:t>
                      </a:r>
                      <a:endParaRPr lang="en-US" sz="1600" b="1" i="0" u="none" strike="noStrike">
                        <a:solidFill>
                          <a:srgbClr val="8D99AE"/>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txBody>
                  <a:tcPr marL="101600" marR="101600" marT="101600" marB="101600" anchor="t" anchorCtr="0">
                    <a:lnL>
                      <a:noFill/>
                    </a:lnL>
                    <a:lnR>
                      <a:noFill/>
                    </a:lnR>
                    <a:lnT>
                      <a:noFill/>
                    </a:lnT>
                    <a:lnB>
                      <a:noFill/>
                    </a:lnB>
                    <a:noFill/>
                  </a:tcPr>
                </a:tc>
              </a:tr>
              <a:tr h="469900">
                <a:tc>
                  <a:txBody>
                    <a:bodyPr rtlCol="0"/>
                    <a:lstStyle/>
                    <a:p>
                      <a:pPr marL="0" indent="0" algn="ctr">
                        <a:lnSpc>
                          <a:spcPct val="100000"/>
                        </a:lnSpc>
                        <a:defRPr/>
                      </a:pPr>
                      <a:r>
                        <a:rPr lang="en-US" sz="1800" b="1" i="0" u="none" strike="noStrike">
                          <a:solidFill>
                            <a:srgbClr val="E0A85C"/>
                          </a:solidFill>
                          <a:latin typeface="Noto Sans SC" panose="020B0500000000000000" charset="-122"/>
                          <a:ea typeface="Noto Sans SC" panose="020B0500000000000000" charset="-122"/>
                          <a:cs typeface="Noto Sans SC" panose="020B0500000000000000" charset="-122"/>
                          <a:sym typeface="Noto Sans SC" panose="020B0500000000000000" charset="-122"/>
                        </a:rPr>
                        <a:t>2</a:t>
                      </a:r>
                      <a:endParaRPr lang="en-US" sz="1800" b="1" i="0" u="none" strike="noStrike">
                        <a:solidFill>
                          <a:srgbClr val="E0A85C"/>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8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rPr>
                        <a:t>不定积分计算</a:t>
                      </a:r>
                      <a:endParaRPr lang="en-US" sz="18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8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rPr>
                        <a:t>8分</a:t>
                      </a:r>
                      <a:endParaRPr lang="en-US" sz="18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8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rPr>
                        <a:t>22分</a:t>
                      </a:r>
                      <a:endParaRPr lang="en-US" sz="18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8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rPr>
                        <a:t>14分</a:t>
                      </a:r>
                      <a:endParaRPr lang="en-US" sz="18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600" b="1" i="0" u="none" strike="noStrike">
                          <a:solidFill>
                            <a:srgbClr val="8D99AE"/>
                          </a:solidFill>
                          <a:latin typeface="Noto Sans SC" panose="020B0500000000000000" charset="-122"/>
                          <a:ea typeface="Noto Sans SC" panose="020B0500000000000000" charset="-122"/>
                          <a:cs typeface="Noto Sans SC" panose="020B0500000000000000" charset="-122"/>
                          <a:sym typeface="Noto Sans SC" panose="020B0500000000000000" charset="-122"/>
                        </a:rPr>
                        <a:t>选择+解答，凑微分/分部</a:t>
                      </a:r>
                      <a:endParaRPr lang="en-US" sz="1600" b="1" i="0" u="none" strike="noStrike">
                        <a:solidFill>
                          <a:srgbClr val="8D99AE"/>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txBody>
                  <a:tcPr marL="101600" marR="101600" marT="101600" marB="101600" anchor="t" anchorCtr="0">
                    <a:lnL>
                      <a:noFill/>
                    </a:lnL>
                    <a:lnR>
                      <a:noFill/>
                    </a:lnR>
                    <a:lnT>
                      <a:noFill/>
                    </a:lnT>
                    <a:lnB>
                      <a:noFill/>
                    </a:lnB>
                    <a:noFill/>
                  </a:tcPr>
                </a:tc>
              </a:tr>
              <a:tr h="469900">
                <a:tc>
                  <a:txBody>
                    <a:bodyPr rtlCol="0"/>
                    <a:lstStyle/>
                    <a:p>
                      <a:pPr marL="0" indent="0" algn="ctr">
                        <a:lnSpc>
                          <a:spcPct val="100000"/>
                        </a:lnSpc>
                        <a:defRPr/>
                      </a:pPr>
                      <a:r>
                        <a:rPr lang="en-US" sz="1800" b="1" i="0" u="none" strike="noStrike">
                          <a:solidFill>
                            <a:srgbClr val="E0A85C"/>
                          </a:solidFill>
                          <a:latin typeface="Noto Sans SC" panose="020B0500000000000000" charset="-122"/>
                          <a:ea typeface="Noto Sans SC" panose="020B0500000000000000" charset="-122"/>
                          <a:cs typeface="Noto Sans SC" panose="020B0500000000000000" charset="-122"/>
                          <a:sym typeface="Noto Sans SC" panose="020B0500000000000000" charset="-122"/>
                        </a:rPr>
                        <a:t>3</a:t>
                      </a:r>
                      <a:endParaRPr lang="en-US" sz="1800" b="1" i="0" u="none" strike="noStrike">
                        <a:solidFill>
                          <a:srgbClr val="E0A85C"/>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8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rPr>
                        <a:t>极限计算（三种类型）</a:t>
                      </a:r>
                      <a:endParaRPr lang="en-US" sz="18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8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rPr>
                        <a:t>20分</a:t>
                      </a:r>
                      <a:endParaRPr lang="en-US" sz="18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8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rPr>
                        <a:t>21分</a:t>
                      </a:r>
                      <a:endParaRPr lang="en-US" sz="18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8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rPr>
                        <a:t>21分</a:t>
                      </a:r>
                      <a:endParaRPr lang="en-US" sz="18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600" b="1" i="0" u="none" strike="noStrike">
                          <a:solidFill>
                            <a:srgbClr val="8D99AE"/>
                          </a:solidFill>
                          <a:latin typeface="Noto Sans SC" panose="020B0500000000000000" charset="-122"/>
                          <a:ea typeface="Noto Sans SC" panose="020B0500000000000000" charset="-122"/>
                          <a:cs typeface="Noto Sans SC" panose="020B0500000000000000" charset="-122"/>
                          <a:sym typeface="Noto Sans SC" panose="020B0500000000000000" charset="-122"/>
                        </a:rPr>
                        <a:t>选择+填空，稳定送分</a:t>
                      </a:r>
                      <a:endParaRPr lang="en-US" sz="1600" b="1" i="0" u="none" strike="noStrike">
                        <a:solidFill>
                          <a:srgbClr val="8D99AE"/>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txBody>
                  <a:tcPr marL="101600" marR="101600" marT="101600" marB="101600" anchor="t" anchorCtr="0">
                    <a:lnL>
                      <a:noFill/>
                    </a:lnL>
                    <a:lnR>
                      <a:noFill/>
                    </a:lnR>
                    <a:lnT>
                      <a:noFill/>
                    </a:lnT>
                    <a:lnB>
                      <a:noFill/>
                    </a:lnB>
                    <a:noFill/>
                  </a:tcPr>
                </a:tc>
              </a:tr>
              <a:tr h="469900">
                <a:tc>
                  <a:txBody>
                    <a:bodyPr rtlCol="0"/>
                    <a:lstStyle/>
                    <a:p>
                      <a:pPr marL="0" indent="0" algn="ctr">
                        <a:lnSpc>
                          <a:spcPct val="100000"/>
                        </a:lnSpc>
                        <a:defRPr/>
                      </a:pPr>
                      <a:r>
                        <a:rPr lang="en-US" sz="1800" b="1" i="0" u="none" strike="noStrike">
                          <a:solidFill>
                            <a:srgbClr val="E0A85C"/>
                          </a:solidFill>
                          <a:latin typeface="Noto Sans SC" panose="020B0500000000000000" charset="-122"/>
                          <a:ea typeface="Noto Sans SC" panose="020B0500000000000000" charset="-122"/>
                          <a:cs typeface="Noto Sans SC" panose="020B0500000000000000" charset="-122"/>
                          <a:sym typeface="Noto Sans SC" panose="020B0500000000000000" charset="-122"/>
                        </a:rPr>
                        <a:t>4</a:t>
                      </a:r>
                      <a:endParaRPr lang="en-US" sz="1800" b="1" i="0" u="none" strike="noStrike">
                        <a:solidFill>
                          <a:srgbClr val="E0A85C"/>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8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rPr>
                        <a:t>定积分计算与应用</a:t>
                      </a:r>
                      <a:endParaRPr lang="en-US" sz="18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8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rPr>
                        <a:t>32分</a:t>
                      </a:r>
                      <a:endParaRPr lang="en-US" sz="18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8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rPr>
                        <a:t>36分</a:t>
                      </a:r>
                      <a:endParaRPr lang="en-US" sz="18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8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rPr>
                        <a:t>29分</a:t>
                      </a:r>
                      <a:endParaRPr lang="en-US" sz="18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600" b="1" i="0" u="none" strike="noStrike">
                          <a:solidFill>
                            <a:srgbClr val="8D99AE"/>
                          </a:solidFill>
                          <a:latin typeface="Noto Sans SC" panose="020B0500000000000000" charset="-122"/>
                          <a:ea typeface="Noto Sans SC" panose="020B0500000000000000" charset="-122"/>
                          <a:cs typeface="Noto Sans SC" panose="020B0500000000000000" charset="-122"/>
                          <a:sym typeface="Noto Sans SC" panose="020B0500000000000000" charset="-122"/>
                        </a:rPr>
                        <a:t>含面积/旋转体体积大题</a:t>
                      </a:r>
                      <a:endParaRPr lang="en-US" sz="1600" b="1" i="0" u="none" strike="noStrike">
                        <a:solidFill>
                          <a:srgbClr val="8D99AE"/>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txBody>
                  <a:tcPr marL="101600" marR="101600" marT="101600" marB="101600" anchor="t" anchorCtr="0">
                    <a:lnL>
                      <a:noFill/>
                    </a:lnL>
                    <a:lnR>
                      <a:noFill/>
                    </a:lnR>
                    <a:lnT>
                      <a:noFill/>
                    </a:lnT>
                    <a:lnB>
                      <a:noFill/>
                    </a:lnB>
                    <a:noFill/>
                  </a:tcPr>
                </a:tc>
              </a:tr>
              <a:tr h="469900">
                <a:tc>
                  <a:txBody>
                    <a:bodyPr rtlCol="0"/>
                    <a:lstStyle/>
                    <a:p>
                      <a:pPr marL="0" indent="0" algn="ctr">
                        <a:lnSpc>
                          <a:spcPct val="100000"/>
                        </a:lnSpc>
                        <a:defRPr/>
                      </a:pPr>
                      <a:r>
                        <a:rPr lang="en-US" sz="1800" b="1" i="0" u="none" strike="noStrike">
                          <a:solidFill>
                            <a:srgbClr val="E0A85C"/>
                          </a:solidFill>
                          <a:latin typeface="Noto Sans SC" panose="020B0500000000000000" charset="-122"/>
                          <a:ea typeface="Noto Sans SC" panose="020B0500000000000000" charset="-122"/>
                          <a:cs typeface="Noto Sans SC" panose="020B0500000000000000" charset="-122"/>
                          <a:sym typeface="Noto Sans SC" panose="020B0500000000000000" charset="-122"/>
                        </a:rPr>
                        <a:t>5</a:t>
                      </a:r>
                      <a:endParaRPr lang="en-US" sz="1800" b="1" i="0" u="none" strike="noStrike">
                        <a:solidFill>
                          <a:srgbClr val="E0A85C"/>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8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rPr>
                        <a:t>导数应用（单调/极值/拐点）</a:t>
                      </a:r>
                      <a:endParaRPr lang="en-US" sz="18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8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rPr>
                        <a:t>22分</a:t>
                      </a:r>
                      <a:endParaRPr lang="en-US" sz="18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8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rPr>
                        <a:t>22分</a:t>
                      </a:r>
                      <a:endParaRPr lang="en-US" sz="18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8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rPr>
                        <a:t>22分</a:t>
                      </a:r>
                      <a:endParaRPr lang="en-US" sz="18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600" b="1" i="0" u="none" strike="noStrike">
                          <a:solidFill>
                            <a:srgbClr val="8D99AE"/>
                          </a:solidFill>
                          <a:latin typeface="Noto Sans SC" panose="020B0500000000000000" charset="-122"/>
                          <a:ea typeface="Noto Sans SC" panose="020B0500000000000000" charset="-122"/>
                          <a:cs typeface="Noto Sans SC" panose="020B0500000000000000" charset="-122"/>
                          <a:sym typeface="Noto Sans SC" panose="020B0500000000000000" charset="-122"/>
                        </a:rPr>
                        <a:t>每年至少一道大题</a:t>
                      </a:r>
                      <a:endParaRPr lang="en-US" sz="1600" b="1" i="0" u="none" strike="noStrike">
                        <a:solidFill>
                          <a:srgbClr val="8D99AE"/>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txBody>
                  <a:tcPr marL="101600" marR="101600" marT="101600" marB="101600" anchor="t" anchorCtr="0">
                    <a:lnL>
                      <a:noFill/>
                    </a:lnL>
                    <a:lnR>
                      <a:noFill/>
                    </a:lnR>
                    <a:lnT>
                      <a:noFill/>
                    </a:lnT>
                    <a:lnB>
                      <a:noFill/>
                    </a:lnB>
                    <a:noFill/>
                  </a:tcPr>
                </a:tc>
              </a:tr>
              <a:tr h="469900">
                <a:tc>
                  <a:txBody>
                    <a:bodyPr rtlCol="0"/>
                    <a:lstStyle/>
                    <a:p>
                      <a:pPr marL="0" indent="0" algn="ctr">
                        <a:lnSpc>
                          <a:spcPct val="100000"/>
                        </a:lnSpc>
                        <a:defRPr/>
                      </a:pPr>
                      <a:r>
                        <a:rPr lang="en-US" sz="1800" b="1" i="0" u="none" strike="noStrike">
                          <a:solidFill>
                            <a:srgbClr val="4CC9F0"/>
                          </a:solidFill>
                          <a:latin typeface="Noto Sans SC" panose="020B0500000000000000" charset="-122"/>
                          <a:ea typeface="Noto Sans SC" panose="020B0500000000000000" charset="-122"/>
                          <a:cs typeface="Noto Sans SC" panose="020B0500000000000000" charset="-122"/>
                          <a:sym typeface="Noto Sans SC" panose="020B0500000000000000" charset="-122"/>
                        </a:rPr>
                        <a:t>6</a:t>
                      </a:r>
                      <a:endParaRPr lang="en-US" sz="1800" b="1" i="0" u="none" strike="noStrike">
                        <a:solidFill>
                          <a:srgbClr val="4CC9F0"/>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8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rPr>
                        <a:t>偏导数与全微分</a:t>
                      </a:r>
                      <a:endParaRPr lang="en-US" sz="18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8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rPr>
                        <a:t>12分</a:t>
                      </a:r>
                      <a:endParaRPr lang="en-US" sz="18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8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rPr>
                        <a:t>14分</a:t>
                      </a:r>
                      <a:endParaRPr lang="en-US" sz="18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8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rPr>
                        <a:t>22分</a:t>
                      </a:r>
                      <a:endParaRPr lang="en-US" sz="18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600" b="1" i="0" u="none" strike="noStrike">
                          <a:solidFill>
                            <a:srgbClr val="8D99AE"/>
                          </a:solidFill>
                          <a:latin typeface="Noto Sans SC" panose="020B0500000000000000" charset="-122"/>
                          <a:ea typeface="Noto Sans SC" panose="020B0500000000000000" charset="-122"/>
                          <a:cs typeface="Noto Sans SC" panose="020B0500000000000000" charset="-122"/>
                          <a:sym typeface="Noto Sans SC" panose="020B0500000000000000" charset="-122"/>
                        </a:rPr>
                        <a:t>小题稳定，大题轮换</a:t>
                      </a:r>
                      <a:endParaRPr lang="en-US" sz="1600" b="1" i="0" u="none" strike="noStrike">
                        <a:solidFill>
                          <a:srgbClr val="8D99AE"/>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txBody>
                  <a:tcPr marL="101600" marR="101600" marT="101600" marB="101600" anchor="t" anchorCtr="0">
                    <a:lnL>
                      <a:noFill/>
                    </a:lnL>
                    <a:lnR>
                      <a:noFill/>
                    </a:lnR>
                    <a:lnT>
                      <a:noFill/>
                    </a:lnT>
                    <a:lnB>
                      <a:noFill/>
                    </a:lnB>
                    <a:noFill/>
                  </a:tcPr>
                </a:tc>
              </a:tr>
              <a:tr h="469900">
                <a:tc>
                  <a:txBody>
                    <a:bodyPr rtlCol="0"/>
                    <a:lstStyle/>
                    <a:p>
                      <a:pPr marL="0" indent="0" algn="ctr">
                        <a:lnSpc>
                          <a:spcPct val="100000"/>
                        </a:lnSpc>
                        <a:defRPr/>
                      </a:pPr>
                      <a:r>
                        <a:rPr lang="en-US" sz="1800" b="1" i="0" u="none" strike="noStrike">
                          <a:solidFill>
                            <a:srgbClr val="4CC9F0"/>
                          </a:solidFill>
                          <a:latin typeface="Noto Sans SC" panose="020B0500000000000000" charset="-122"/>
                          <a:ea typeface="Noto Sans SC" panose="020B0500000000000000" charset="-122"/>
                          <a:cs typeface="Noto Sans SC" panose="020B0500000000000000" charset="-122"/>
                          <a:sym typeface="Noto Sans SC" panose="020B0500000000000000" charset="-122"/>
                        </a:rPr>
                        <a:t>7</a:t>
                      </a:r>
                      <a:endParaRPr lang="en-US" sz="1800" b="1" i="0" u="none" strike="noStrike">
                        <a:solidFill>
                          <a:srgbClr val="4CC9F0"/>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8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rPr>
                        <a:t>概率分布与期望</a:t>
                      </a:r>
                      <a:endParaRPr lang="en-US" sz="18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8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rPr>
                        <a:t>12分</a:t>
                      </a:r>
                      <a:endParaRPr lang="en-US" sz="18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8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rPr>
                        <a:t>14分</a:t>
                      </a:r>
                      <a:endParaRPr lang="en-US" sz="18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8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rPr>
                        <a:t>14分</a:t>
                      </a:r>
                      <a:endParaRPr lang="en-US" sz="18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600" b="1" i="0" u="none" strike="noStrike">
                          <a:solidFill>
                            <a:srgbClr val="8D99AE"/>
                          </a:solidFill>
                          <a:latin typeface="Noto Sans SC" panose="020B0500000000000000" charset="-122"/>
                          <a:ea typeface="Noto Sans SC" panose="020B0500000000000000" charset="-122"/>
                          <a:cs typeface="Noto Sans SC" panose="020B0500000000000000" charset="-122"/>
                          <a:sym typeface="Noto Sans SC" panose="020B0500000000000000" charset="-122"/>
                        </a:rPr>
                        <a:t>新大纲后只考小题</a:t>
                      </a:r>
                      <a:endParaRPr lang="en-US" sz="1600" b="1" i="0" u="none" strike="noStrike">
                        <a:solidFill>
                          <a:srgbClr val="8D99AE"/>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txBody>
                  <a:tcPr marL="101600" marR="101600" marT="101600" marB="101600" anchor="t" anchorCtr="0">
                    <a:lnL>
                      <a:noFill/>
                    </a:lnL>
                    <a:lnR>
                      <a:noFill/>
                    </a:lnR>
                    <a:lnT>
                      <a:noFill/>
                    </a:lnT>
                    <a:lnB>
                      <a:noFill/>
                    </a:lnB>
                    <a:noFill/>
                  </a:tcPr>
                </a:tc>
              </a:tr>
              <a:tr h="482600">
                <a:tc>
                  <a:txBody>
                    <a:bodyPr rtlCol="0"/>
                    <a:lstStyle/>
                    <a:p>
                      <a:pPr marL="0" indent="0" algn="ctr">
                        <a:lnSpc>
                          <a:spcPct val="100000"/>
                        </a:lnSpc>
                        <a:defRPr/>
                      </a:pPr>
                      <a:r>
                        <a:rPr lang="en-US" sz="1800" b="1" i="0" u="none" strike="noStrike">
                          <a:solidFill>
                            <a:srgbClr val="4CC9F0"/>
                          </a:solidFill>
                          <a:latin typeface="Noto Sans SC" panose="020B0500000000000000" charset="-122"/>
                          <a:ea typeface="Noto Sans SC" panose="020B0500000000000000" charset="-122"/>
                          <a:cs typeface="Noto Sans SC" panose="020B0500000000000000" charset="-122"/>
                          <a:sym typeface="Noto Sans SC" panose="020B0500000000000000" charset="-122"/>
                        </a:rPr>
                        <a:t>8</a:t>
                      </a:r>
                      <a:endParaRPr lang="en-US" sz="1800" b="1" i="0" u="none" strike="noStrike">
                        <a:solidFill>
                          <a:srgbClr val="4CC9F0"/>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8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rPr>
                        <a:t>切线/法线/渐近线</a:t>
                      </a:r>
                      <a:endParaRPr lang="en-US" sz="18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8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rPr>
                        <a:t>8分</a:t>
                      </a:r>
                      <a:endParaRPr lang="en-US" sz="18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8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rPr>
                        <a:t>7分</a:t>
                      </a:r>
                      <a:endParaRPr lang="en-US" sz="18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8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rPr>
                        <a:t>14分</a:t>
                      </a:r>
                      <a:endParaRPr lang="en-US" sz="18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600" b="1" i="0" u="none" strike="noStrike">
                          <a:solidFill>
                            <a:srgbClr val="8D99AE"/>
                          </a:solidFill>
                          <a:latin typeface="Noto Sans SC" panose="020B0500000000000000" charset="-122"/>
                          <a:ea typeface="Noto Sans SC" panose="020B0500000000000000" charset="-122"/>
                          <a:cs typeface="Noto Sans SC" panose="020B0500000000000000" charset="-122"/>
                          <a:sym typeface="Noto Sans SC" panose="020B0500000000000000" charset="-122"/>
                        </a:rPr>
                        <a:t>填空高频，导数几何意义</a:t>
                      </a:r>
                      <a:endParaRPr lang="en-US" sz="1600" b="1" i="0" u="none" strike="noStrike">
                        <a:solidFill>
                          <a:srgbClr val="8D99AE"/>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txBody>
                  <a:tcPr marL="101600" marR="101600" marT="101600" marB="101600" anchor="t" anchorCtr="0">
                    <a:lnL>
                      <a:noFill/>
                    </a:lnL>
                    <a:lnR>
                      <a:noFill/>
                    </a:lnR>
                    <a:lnT>
                      <a:noFill/>
                    </a:lnT>
                    <a:lnB>
                      <a:noFill/>
                    </a:lnB>
                    <a:noFill/>
                  </a:tcPr>
                </a:tc>
              </a:tr>
            </a:tbl>
          </a:graphicData>
        </a:graphic>
      </p:graphicFrame>
      <p:cxnSp>
        <p:nvCxnSpPr>
          <p:cNvPr id="7" name="Connector 7"/>
          <p:cNvCxnSpPr/>
          <p:nvPr/>
        </p:nvCxnSpPr>
        <p:spPr>
          <a:xfrm rot="-3906">
            <a:off x="508004" y="6216650"/>
            <a:ext cx="11176000" cy="12700"/>
          </a:xfrm>
          <a:prstGeom prst="straightConnector1">
            <a:avLst/>
          </a:prstGeom>
          <a:solidFill>
            <a:srgbClr val="DEE0E3">
              <a:alpha val="100000"/>
            </a:srgbClr>
          </a:solidFill>
          <a:ln w="12700" cap="flat" cmpd="sng">
            <a:solidFill>
              <a:srgbClr val="8D99AE">
                <a:alpha val="30000"/>
              </a:srgbClr>
            </a:solidFill>
            <a:prstDash val="solid"/>
            <a:round/>
            <a:headEnd type="none" w="med" len="med"/>
            <a:tailEnd type="none" w="med" len="med"/>
          </a:ln>
        </p:spPr>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0D1B2A">
                <a:alpha val="100000"/>
              </a:srgbClr>
            </a:gs>
            <a:gs pos="100000">
              <a:srgbClr val="1B263B">
                <a:alpha val="100000"/>
              </a:srgbClr>
            </a:gs>
          </a:gsLst>
          <a:lin ang="2700000"/>
        </a:gradFill>
        <a:effectLst/>
      </p:bgPr>
    </p:bg>
    <p:spTree>
      <p:nvGrpSpPr>
        <p:cNvPr id="1" name=""/>
        <p:cNvGrpSpPr/>
        <p:nvPr/>
      </p:nvGrpSpPr>
      <p:grpSpPr>
        <a:xfrm>
          <a:off x="0" y="0"/>
          <a:ext cx="0" cy="0"/>
          <a:chOff x="0" y="0"/>
          <a:chExt cx="0" cy="0"/>
        </a:xfrm>
      </p:grpSpPr>
      <p:sp>
        <p:nvSpPr>
          <p:cNvPr id="2" name="AutoShape 2"/>
          <p:cNvSpPr/>
          <p:nvPr/>
        </p:nvSpPr>
        <p:spPr>
          <a:xfrm>
            <a:off x="0" y="0"/>
            <a:ext cx="101600" cy="6858000"/>
          </a:xfrm>
          <a:prstGeom prst="roundRect">
            <a:avLst>
              <a:gd name="adj" fmla="val 0"/>
            </a:avLst>
          </a:prstGeom>
          <a:solidFill>
            <a:srgbClr val="E0A85C">
              <a:alpha val="100000"/>
            </a:srgbClr>
          </a:solidFill>
          <a:ln w="25400" cap="flat" cmpd="sng">
            <a:noFill/>
            <a:prstDash val="solid"/>
            <a:round/>
          </a:ln>
        </p:spPr>
        <p:txBody>
          <a:bodyPr vert="horz" wrap="square" lIns="63500" tIns="63500" rIns="63500" bIns="63500" rtlCol="0" anchor="ctr"/>
          <a:lstStyle/>
          <a:p>
            <a:pPr algn="ctr">
              <a:spcBef>
                <a:spcPts val="0"/>
              </a:spcBef>
              <a:spcAft>
                <a:spcPts val="0"/>
              </a:spcAft>
              <a:defRPr/>
            </a:pPr>
            <a:endParaRPr sz="1400" kern="0">
              <a:solidFill>
                <a:srgbClr val="000000"/>
              </a:solidFill>
              <a:latin typeface="Arial" panose="020B0604020202020204"/>
              <a:ea typeface="Arial" panose="020B0604020202020204"/>
              <a:cs typeface="Arial" panose="020B0604020202020204"/>
              <a:sym typeface="Arial" panose="020B0604020202020204"/>
            </a:endParaRPr>
          </a:p>
        </p:txBody>
      </p:sp>
      <p:sp>
        <p:nvSpPr>
          <p:cNvPr id="3" name="AutoShape 3"/>
          <p:cNvSpPr/>
          <p:nvPr/>
        </p:nvSpPr>
        <p:spPr>
          <a:xfrm>
            <a:off x="508000" y="381000"/>
            <a:ext cx="635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spcBef>
                <a:spcPts val="0"/>
              </a:spcBef>
              <a:spcAft>
                <a:spcPts val="0"/>
              </a:spcAft>
              <a:defRPr/>
            </a:pPr>
            <a:r>
              <a:rPr lang="en-US" sz="2400" b="0" i="0" u="none" strike="noStrike" kern="0">
                <a:solidFill>
                  <a:srgbClr val="8D99AE"/>
                </a:solidFill>
                <a:latin typeface="Noto Sans SC" panose="020B0500000000000000" charset="-122"/>
                <a:ea typeface="Noto Sans SC" panose="020B0500000000000000" charset="-122"/>
                <a:cs typeface="Noto Sans SC" panose="020B0500000000000000" charset="-122"/>
                <a:sym typeface="Noto Sans SC" panose="020B0500000000000000" charset="-122"/>
              </a:rPr>
              <a:t>附录 · 数据总表</a:t>
            </a:r>
            <a:endParaRPr lang="en-US" sz="2400" b="0" i="0" u="none" strike="noStrike" kern="0">
              <a:solidFill>
                <a:srgbClr val="8D99AE"/>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4" name="AutoShape 4"/>
          <p:cNvSpPr/>
          <p:nvPr/>
        </p:nvSpPr>
        <p:spPr>
          <a:xfrm>
            <a:off x="508000" y="736600"/>
            <a:ext cx="1117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spcBef>
                <a:spcPts val="0"/>
              </a:spcBef>
              <a:spcAft>
                <a:spcPts val="0"/>
              </a:spcAft>
              <a:defRPr/>
            </a:pPr>
            <a:r>
              <a:rPr lang="en-US" sz="2600" b="1" i="0" u="none" strike="noStrike" kern="0">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rPr>
              <a:t>2023—2025 知识点分值分布总表（单位：分 / 占比）</a:t>
            </a:r>
            <a:endParaRPr lang="en-US" sz="2600" b="1" i="0" u="none" strike="noStrike" kern="0">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cxnSp>
        <p:nvCxnSpPr>
          <p:cNvPr id="5" name="Connector 5"/>
          <p:cNvCxnSpPr/>
          <p:nvPr/>
        </p:nvCxnSpPr>
        <p:spPr>
          <a:xfrm rot="-3906">
            <a:off x="508004" y="1365250"/>
            <a:ext cx="11176000" cy="12700"/>
          </a:xfrm>
          <a:prstGeom prst="straightConnector1">
            <a:avLst/>
          </a:prstGeom>
          <a:solidFill>
            <a:srgbClr val="DEE0E3">
              <a:alpha val="100000"/>
            </a:srgbClr>
          </a:solidFill>
          <a:ln w="12700" cap="flat" cmpd="sng">
            <a:solidFill>
              <a:srgbClr val="E0A85C">
                <a:alpha val="50000"/>
              </a:srgbClr>
            </a:solidFill>
            <a:prstDash val="solid"/>
            <a:round/>
            <a:headEnd type="none" w="med" len="med"/>
            <a:tailEnd type="none" w="med" len="med"/>
          </a:ln>
        </p:spPr>
      </p:cxnSp>
      <p:graphicFrame>
        <p:nvGraphicFramePr>
          <p:cNvPr id="6" name="Table 6"/>
          <p:cNvGraphicFramePr>
            <a:graphicFrameLocks noGrp="1"/>
          </p:cNvGraphicFramePr>
          <p:nvPr>
            <p:custDataLst>
              <p:tags r:id="rId1"/>
            </p:custDataLst>
          </p:nvPr>
        </p:nvGraphicFramePr>
        <p:xfrm>
          <a:off x="641985" y="1651000"/>
          <a:ext cx="11019790" cy="3556000"/>
        </p:xfrm>
        <a:graphic>
          <a:graphicData uri="http://schemas.openxmlformats.org/drawingml/2006/table">
            <a:tbl>
              <a:tblPr>
                <a:effectLst/>
              </a:tblPr>
              <a:tblGrid>
                <a:gridCol w="3030220"/>
                <a:gridCol w="1997710"/>
                <a:gridCol w="1997075"/>
                <a:gridCol w="1997075"/>
                <a:gridCol w="1997710"/>
              </a:tblGrid>
              <a:tr h="533400">
                <a:tc>
                  <a:txBody>
                    <a:bodyPr rtlCol="0"/>
                    <a:lstStyle/>
                    <a:p>
                      <a:pPr marL="0" indent="0" algn="ctr">
                        <a:lnSpc>
                          <a:spcPct val="100000"/>
                        </a:lnSpc>
                        <a:defRPr/>
                      </a:pPr>
                      <a:r>
                        <a:rPr lang="en-US" sz="2000" b="1" i="0" u="none" strike="noStrike">
                          <a:solidFill>
                            <a:srgbClr val="0D1B2A"/>
                          </a:solidFill>
                          <a:latin typeface="Noto Sans SC" panose="020B0500000000000000" charset="-122"/>
                          <a:ea typeface="Noto Sans SC" panose="020B0500000000000000" charset="-122"/>
                          <a:cs typeface="Noto Sans SC" panose="020B0500000000000000" charset="-122"/>
                          <a:sym typeface="Noto Sans SC" panose="020B0500000000000000" charset="-122"/>
                        </a:rPr>
                        <a:t>知识模块</a:t>
                      </a:r>
                      <a:endParaRPr lang="en-US" sz="2000" b="1" i="0" u="none" strike="noStrike">
                        <a:solidFill>
                          <a:srgbClr val="0D1B2A"/>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txBody>
                  <a:tcPr marL="101600" marR="101600" marT="101600" marB="101600" anchor="t" anchorCtr="0">
                    <a:lnL>
                      <a:noFill/>
                    </a:lnL>
                    <a:lnR>
                      <a:noFill/>
                    </a:lnR>
                    <a:lnT>
                      <a:noFill/>
                    </a:lnT>
                    <a:lnB>
                      <a:noFill/>
                    </a:lnB>
                    <a:solidFill>
                      <a:srgbClr val="E0A85C">
                        <a:alpha val="100000"/>
                      </a:srgbClr>
                    </a:solidFill>
                  </a:tcPr>
                </a:tc>
                <a:tc>
                  <a:txBody>
                    <a:bodyPr rtlCol="0"/>
                    <a:lstStyle/>
                    <a:p>
                      <a:pPr marL="0" indent="0" algn="ctr">
                        <a:lnSpc>
                          <a:spcPct val="100000"/>
                        </a:lnSpc>
                        <a:defRPr/>
                      </a:pPr>
                      <a:r>
                        <a:rPr lang="en-US" sz="2000" b="1" i="0" u="none" strike="noStrike">
                          <a:solidFill>
                            <a:srgbClr val="0D1B2A"/>
                          </a:solidFill>
                          <a:latin typeface="Noto Sans SC" panose="020B0500000000000000" charset="-122"/>
                          <a:ea typeface="Noto Sans SC" panose="020B0500000000000000" charset="-122"/>
                          <a:cs typeface="Noto Sans SC" panose="020B0500000000000000" charset="-122"/>
                          <a:sym typeface="Noto Sans SC" panose="020B0500000000000000" charset="-122"/>
                        </a:rPr>
                        <a:t>2023 年</a:t>
                      </a:r>
                      <a:endParaRPr lang="en-US" sz="2000" b="1" i="0" u="none" strike="noStrike">
                        <a:solidFill>
                          <a:srgbClr val="0D1B2A"/>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txBody>
                  <a:tcPr marL="101600" marR="101600" marT="101600" marB="101600" anchor="t" anchorCtr="0">
                    <a:lnL>
                      <a:noFill/>
                    </a:lnL>
                    <a:lnR>
                      <a:noFill/>
                    </a:lnR>
                    <a:lnT>
                      <a:noFill/>
                    </a:lnT>
                    <a:lnB>
                      <a:noFill/>
                    </a:lnB>
                    <a:solidFill>
                      <a:srgbClr val="E0A85C">
                        <a:alpha val="100000"/>
                      </a:srgbClr>
                    </a:solidFill>
                  </a:tcPr>
                </a:tc>
                <a:tc>
                  <a:txBody>
                    <a:bodyPr rtlCol="0"/>
                    <a:lstStyle/>
                    <a:p>
                      <a:pPr marL="0" indent="0" algn="ctr">
                        <a:lnSpc>
                          <a:spcPct val="100000"/>
                        </a:lnSpc>
                        <a:defRPr/>
                      </a:pPr>
                      <a:r>
                        <a:rPr lang="en-US" sz="2000" b="1" i="0" u="none" strike="noStrike">
                          <a:solidFill>
                            <a:srgbClr val="0D1B2A"/>
                          </a:solidFill>
                          <a:latin typeface="Noto Sans SC" panose="020B0500000000000000" charset="-122"/>
                          <a:ea typeface="Noto Sans SC" panose="020B0500000000000000" charset="-122"/>
                          <a:cs typeface="Noto Sans SC" panose="020B0500000000000000" charset="-122"/>
                          <a:sym typeface="Noto Sans SC" panose="020B0500000000000000" charset="-122"/>
                        </a:rPr>
                        <a:t>2024 年</a:t>
                      </a:r>
                      <a:endParaRPr lang="en-US" sz="2000" b="1" i="0" u="none" strike="noStrike">
                        <a:solidFill>
                          <a:srgbClr val="0D1B2A"/>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txBody>
                  <a:tcPr marL="101600" marR="101600" marT="101600" marB="101600" anchor="t" anchorCtr="0">
                    <a:lnL>
                      <a:noFill/>
                    </a:lnL>
                    <a:lnR>
                      <a:noFill/>
                    </a:lnR>
                    <a:lnT>
                      <a:noFill/>
                    </a:lnT>
                    <a:lnB>
                      <a:noFill/>
                    </a:lnB>
                    <a:solidFill>
                      <a:srgbClr val="E0A85C">
                        <a:alpha val="100000"/>
                      </a:srgbClr>
                    </a:solidFill>
                  </a:tcPr>
                </a:tc>
                <a:tc>
                  <a:txBody>
                    <a:bodyPr rtlCol="0"/>
                    <a:lstStyle/>
                    <a:p>
                      <a:pPr marL="0" indent="0" algn="ctr">
                        <a:lnSpc>
                          <a:spcPct val="100000"/>
                        </a:lnSpc>
                        <a:defRPr/>
                      </a:pPr>
                      <a:r>
                        <a:rPr lang="en-US" sz="2000" b="1" i="0" u="none" strike="noStrike">
                          <a:solidFill>
                            <a:srgbClr val="0D1B2A"/>
                          </a:solidFill>
                          <a:latin typeface="Noto Sans SC" panose="020B0500000000000000" charset="-122"/>
                          <a:ea typeface="Noto Sans SC" panose="020B0500000000000000" charset="-122"/>
                          <a:cs typeface="Noto Sans SC" panose="020B0500000000000000" charset="-122"/>
                          <a:sym typeface="Noto Sans SC" panose="020B0500000000000000" charset="-122"/>
                        </a:rPr>
                        <a:t>2025 年</a:t>
                      </a:r>
                      <a:endParaRPr lang="en-US" sz="2000" b="1" i="0" u="none" strike="noStrike">
                        <a:solidFill>
                          <a:srgbClr val="0D1B2A"/>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txBody>
                  <a:tcPr marL="101600" marR="101600" marT="101600" marB="101600" anchor="t" anchorCtr="0">
                    <a:lnL>
                      <a:noFill/>
                    </a:lnL>
                    <a:lnR>
                      <a:noFill/>
                    </a:lnR>
                    <a:lnT>
                      <a:noFill/>
                    </a:lnT>
                    <a:lnB>
                      <a:noFill/>
                    </a:lnB>
                    <a:solidFill>
                      <a:srgbClr val="E0A85C">
                        <a:alpha val="100000"/>
                      </a:srgbClr>
                    </a:solidFill>
                  </a:tcPr>
                </a:tc>
                <a:tc>
                  <a:txBody>
                    <a:bodyPr rtlCol="0"/>
                    <a:lstStyle/>
                    <a:p>
                      <a:pPr marL="0" indent="0" algn="ctr">
                        <a:lnSpc>
                          <a:spcPct val="100000"/>
                        </a:lnSpc>
                        <a:defRPr/>
                      </a:pPr>
                      <a:r>
                        <a:rPr lang="en-US" sz="2000" b="1" i="0" u="none" strike="noStrike">
                          <a:solidFill>
                            <a:srgbClr val="0D1B2A"/>
                          </a:solidFill>
                          <a:latin typeface="Noto Sans SC" panose="020B0500000000000000" charset="-122"/>
                          <a:ea typeface="Noto Sans SC" panose="020B0500000000000000" charset="-122"/>
                          <a:cs typeface="Noto Sans SC" panose="020B0500000000000000" charset="-122"/>
                          <a:sym typeface="Noto Sans SC" panose="020B0500000000000000" charset="-122"/>
                        </a:rPr>
                        <a:t>三年均值</a:t>
                      </a:r>
                      <a:endParaRPr lang="en-US" sz="2000" b="1" i="0" u="none" strike="noStrike">
                        <a:solidFill>
                          <a:srgbClr val="0D1B2A"/>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txBody>
                  <a:tcPr marL="101600" marR="101600" marT="101600" marB="101600" anchor="t" anchorCtr="0">
                    <a:lnL>
                      <a:noFill/>
                    </a:lnL>
                    <a:lnR>
                      <a:noFill/>
                    </a:lnR>
                    <a:lnT>
                      <a:noFill/>
                    </a:lnT>
                    <a:lnB>
                      <a:noFill/>
                    </a:lnB>
                    <a:solidFill>
                      <a:srgbClr val="E0A85C">
                        <a:alpha val="100000"/>
                      </a:srgbClr>
                    </a:solidFill>
                  </a:tcPr>
                </a:tc>
              </a:tr>
              <a:tr h="495300">
                <a:tc>
                  <a:txBody>
                    <a:bodyPr rtlCol="0"/>
                    <a:lstStyle/>
                    <a:p>
                      <a:pPr marL="0" indent="0" algn="ctr">
                        <a:lnSpc>
                          <a:spcPct val="100000"/>
                        </a:lnSpc>
                        <a:defRPr/>
                      </a:pPr>
                      <a:r>
                        <a:rPr lang="en-US" sz="20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rPr>
                        <a:t>极限与连续</a:t>
                      </a:r>
                      <a:endParaRPr lang="en-US" sz="20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20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rPr>
                        <a:t>20 · 13.3%</a:t>
                      </a:r>
                      <a:endParaRPr lang="en-US" sz="20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20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rPr>
                        <a:t>21 · 14.0%</a:t>
                      </a:r>
                      <a:endParaRPr lang="en-US" sz="20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20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rPr>
                        <a:t>21 · 14.0%</a:t>
                      </a:r>
                      <a:endParaRPr lang="en-US" sz="20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2000" b="1" i="0" u="none" strike="noStrike">
                          <a:solidFill>
                            <a:srgbClr val="9D4EDD"/>
                          </a:solidFill>
                          <a:latin typeface="Noto Sans SC" panose="020B0500000000000000" charset="-122"/>
                          <a:ea typeface="Noto Sans SC" panose="020B0500000000000000" charset="-122"/>
                          <a:cs typeface="Noto Sans SC" panose="020B0500000000000000" charset="-122"/>
                          <a:sym typeface="Noto Sans SC" panose="020B0500000000000000" charset="-122"/>
                        </a:rPr>
                        <a:t>20.7 · 13.8%</a:t>
                      </a:r>
                      <a:endParaRPr lang="en-US" sz="2000" b="1" i="0" u="none" strike="noStrike">
                        <a:solidFill>
                          <a:srgbClr val="9D4EDD"/>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txBody>
                  <a:tcPr marL="101600" marR="101600" marT="101600" marB="101600" anchor="t" anchorCtr="0">
                    <a:lnL>
                      <a:noFill/>
                    </a:lnL>
                    <a:lnR>
                      <a:noFill/>
                    </a:lnR>
                    <a:lnT>
                      <a:noFill/>
                    </a:lnT>
                    <a:lnB>
                      <a:noFill/>
                    </a:lnB>
                    <a:noFill/>
                  </a:tcPr>
                </a:tc>
              </a:tr>
              <a:tr h="495300">
                <a:tc>
                  <a:txBody>
                    <a:bodyPr rtlCol="0"/>
                    <a:lstStyle/>
                    <a:p>
                      <a:pPr marL="0" indent="0" algn="ctr">
                        <a:lnSpc>
                          <a:spcPct val="100000"/>
                        </a:lnSpc>
                        <a:defRPr/>
                      </a:pPr>
                      <a:r>
                        <a:rPr lang="en-US" sz="20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rPr>
                        <a:t>一元函数微分学</a:t>
                      </a:r>
                      <a:endParaRPr lang="en-US" sz="20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20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rPr>
                        <a:t>56 · 37.3%</a:t>
                      </a:r>
                      <a:endParaRPr lang="en-US" sz="20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20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rPr>
                        <a:t>43 · 28.7%</a:t>
                      </a:r>
                      <a:endParaRPr lang="en-US" sz="20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20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rPr>
                        <a:t>50 · 33.3%</a:t>
                      </a:r>
                      <a:endParaRPr lang="en-US" sz="20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2000" b="1" i="0" u="none" strike="noStrike">
                          <a:solidFill>
                            <a:srgbClr val="E0A85C"/>
                          </a:solidFill>
                          <a:latin typeface="Noto Sans SC" panose="020B0500000000000000" charset="-122"/>
                          <a:ea typeface="Noto Sans SC" panose="020B0500000000000000" charset="-122"/>
                          <a:cs typeface="Noto Sans SC" panose="020B0500000000000000" charset="-122"/>
                          <a:sym typeface="Noto Sans SC" panose="020B0500000000000000" charset="-122"/>
                        </a:rPr>
                        <a:t>49.7 · 33.1%</a:t>
                      </a:r>
                      <a:endParaRPr lang="en-US" sz="2000" b="1" i="0" u="none" strike="noStrike">
                        <a:solidFill>
                          <a:srgbClr val="E0A85C"/>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txBody>
                  <a:tcPr marL="101600" marR="101600" marT="101600" marB="101600" anchor="t" anchorCtr="0">
                    <a:lnL>
                      <a:noFill/>
                    </a:lnL>
                    <a:lnR>
                      <a:noFill/>
                    </a:lnR>
                    <a:lnT>
                      <a:noFill/>
                    </a:lnT>
                    <a:lnB>
                      <a:noFill/>
                    </a:lnB>
                    <a:noFill/>
                  </a:tcPr>
                </a:tc>
              </a:tr>
              <a:tr h="495300">
                <a:tc>
                  <a:txBody>
                    <a:bodyPr rtlCol="0"/>
                    <a:lstStyle/>
                    <a:p>
                      <a:pPr marL="0" indent="0" algn="ctr">
                        <a:lnSpc>
                          <a:spcPct val="100000"/>
                        </a:lnSpc>
                        <a:defRPr/>
                      </a:pPr>
                      <a:r>
                        <a:rPr lang="en-US" sz="20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rPr>
                        <a:t>一元函数积分学</a:t>
                      </a:r>
                      <a:endParaRPr lang="en-US" sz="20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20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rPr>
                        <a:t>40 · 26.7%</a:t>
                      </a:r>
                      <a:endParaRPr lang="en-US" sz="20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20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rPr>
                        <a:t>58 · 38.7%</a:t>
                      </a:r>
                      <a:endParaRPr lang="en-US" sz="20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20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rPr>
                        <a:t>43 · 28.7%</a:t>
                      </a:r>
                      <a:endParaRPr lang="en-US" sz="20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2000" b="1" i="0" u="none" strike="noStrike">
                          <a:solidFill>
                            <a:srgbClr val="4CC9F0"/>
                          </a:solidFill>
                          <a:latin typeface="Noto Sans SC" panose="020B0500000000000000" charset="-122"/>
                          <a:ea typeface="Noto Sans SC" panose="020B0500000000000000" charset="-122"/>
                          <a:cs typeface="Noto Sans SC" panose="020B0500000000000000" charset="-122"/>
                          <a:sym typeface="Noto Sans SC" panose="020B0500000000000000" charset="-122"/>
                        </a:rPr>
                        <a:t>47.0 · 31.3%</a:t>
                      </a:r>
                      <a:endParaRPr lang="en-US" sz="2000" b="1" i="0" u="none" strike="noStrike">
                        <a:solidFill>
                          <a:srgbClr val="4CC9F0"/>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txBody>
                  <a:tcPr marL="101600" marR="101600" marT="101600" marB="101600" anchor="t" anchorCtr="0">
                    <a:lnL>
                      <a:noFill/>
                    </a:lnL>
                    <a:lnR>
                      <a:noFill/>
                    </a:lnR>
                    <a:lnT>
                      <a:noFill/>
                    </a:lnT>
                    <a:lnB>
                      <a:noFill/>
                    </a:lnB>
                    <a:noFill/>
                  </a:tcPr>
                </a:tc>
              </a:tr>
              <a:tr h="495300">
                <a:tc>
                  <a:txBody>
                    <a:bodyPr rtlCol="0"/>
                    <a:lstStyle/>
                    <a:p>
                      <a:pPr marL="0" indent="0" algn="ctr">
                        <a:lnSpc>
                          <a:spcPct val="100000"/>
                        </a:lnSpc>
                        <a:defRPr/>
                      </a:pPr>
                      <a:r>
                        <a:rPr lang="en-US" sz="20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rPr>
                        <a:t>多元函数微分学</a:t>
                      </a:r>
                      <a:endParaRPr lang="en-US" sz="20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20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rPr>
                        <a:t>22 · 14.7%</a:t>
                      </a:r>
                      <a:endParaRPr lang="en-US" sz="20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20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rPr>
                        <a:t>14 · 9.3%</a:t>
                      </a:r>
                      <a:endParaRPr lang="en-US" sz="20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20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rPr>
                        <a:t>22 · 14.7%</a:t>
                      </a:r>
                      <a:endParaRPr lang="en-US" sz="20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2000" b="1" i="0" u="none" strike="noStrike">
                          <a:solidFill>
                            <a:srgbClr val="06D6A0"/>
                          </a:solidFill>
                          <a:latin typeface="Noto Sans SC" panose="020B0500000000000000" charset="-122"/>
                          <a:ea typeface="Noto Sans SC" panose="020B0500000000000000" charset="-122"/>
                          <a:cs typeface="Noto Sans SC" panose="020B0500000000000000" charset="-122"/>
                          <a:sym typeface="Noto Sans SC" panose="020B0500000000000000" charset="-122"/>
                        </a:rPr>
                        <a:t>19.3 · 12.9%</a:t>
                      </a:r>
                      <a:endParaRPr lang="en-US" sz="2000" b="1" i="0" u="none" strike="noStrike">
                        <a:solidFill>
                          <a:srgbClr val="06D6A0"/>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txBody>
                  <a:tcPr marL="101600" marR="101600" marT="101600" marB="101600" anchor="t" anchorCtr="0">
                    <a:lnL>
                      <a:noFill/>
                    </a:lnL>
                    <a:lnR>
                      <a:noFill/>
                    </a:lnR>
                    <a:lnT>
                      <a:noFill/>
                    </a:lnT>
                    <a:lnB>
                      <a:noFill/>
                    </a:lnB>
                    <a:noFill/>
                  </a:tcPr>
                </a:tc>
              </a:tr>
              <a:tr h="495300">
                <a:tc>
                  <a:txBody>
                    <a:bodyPr rtlCol="0"/>
                    <a:lstStyle/>
                    <a:p>
                      <a:pPr marL="0" indent="0" algn="ctr">
                        <a:lnSpc>
                          <a:spcPct val="100000"/>
                        </a:lnSpc>
                        <a:defRPr/>
                      </a:pPr>
                      <a:r>
                        <a:rPr lang="en-US" sz="20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rPr>
                        <a:t>概率论初步</a:t>
                      </a:r>
                      <a:endParaRPr lang="en-US" sz="20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20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rPr>
                        <a:t>12 · 8.0%</a:t>
                      </a:r>
                      <a:endParaRPr lang="en-US" sz="20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20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rPr>
                        <a:t>14 · 9.3%</a:t>
                      </a:r>
                      <a:endParaRPr lang="en-US" sz="20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20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rPr>
                        <a:t>14 · 9.3%</a:t>
                      </a:r>
                      <a:endParaRPr lang="en-US" sz="20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2000" b="1" i="0" u="none" strike="noStrike">
                          <a:solidFill>
                            <a:srgbClr val="F72585"/>
                          </a:solidFill>
                          <a:latin typeface="Noto Sans SC" panose="020B0500000000000000" charset="-122"/>
                          <a:ea typeface="Noto Sans SC" panose="020B0500000000000000" charset="-122"/>
                          <a:cs typeface="Noto Sans SC" panose="020B0500000000000000" charset="-122"/>
                          <a:sym typeface="Noto Sans SC" panose="020B0500000000000000" charset="-122"/>
                        </a:rPr>
                        <a:t>13.3 · 8.9%</a:t>
                      </a:r>
                      <a:endParaRPr lang="en-US" sz="2000" b="1" i="0" u="none" strike="noStrike">
                        <a:solidFill>
                          <a:srgbClr val="F72585"/>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txBody>
                  <a:tcPr marL="101600" marR="101600" marT="101600" marB="101600" anchor="t" anchorCtr="0">
                    <a:lnL>
                      <a:noFill/>
                    </a:lnL>
                    <a:lnR>
                      <a:noFill/>
                    </a:lnR>
                    <a:lnT>
                      <a:noFill/>
                    </a:lnT>
                    <a:lnB>
                      <a:noFill/>
                    </a:lnB>
                    <a:noFill/>
                  </a:tcPr>
                </a:tc>
              </a:tr>
              <a:tr h="546100">
                <a:tc>
                  <a:txBody>
                    <a:bodyPr rtlCol="0"/>
                    <a:lstStyle/>
                    <a:p>
                      <a:pPr marL="0" indent="0" algn="ctr">
                        <a:lnSpc>
                          <a:spcPct val="100000"/>
                        </a:lnSpc>
                        <a:defRPr/>
                      </a:pPr>
                      <a:r>
                        <a:rPr lang="en-US" sz="2000" b="1" i="0" u="none" strike="noStrike">
                          <a:solidFill>
                            <a:srgbClr val="E0A85C"/>
                          </a:solidFill>
                          <a:latin typeface="Noto Sans SC" panose="020B0500000000000000" charset="-122"/>
                          <a:ea typeface="Noto Sans SC" panose="020B0500000000000000" charset="-122"/>
                          <a:cs typeface="Noto Sans SC" panose="020B0500000000000000" charset="-122"/>
                          <a:sym typeface="Noto Sans SC" panose="020B0500000000000000" charset="-122"/>
                        </a:rPr>
                        <a:t>合计</a:t>
                      </a:r>
                      <a:endParaRPr lang="en-US" sz="2000" b="1" i="0" u="none" strike="noStrike">
                        <a:solidFill>
                          <a:srgbClr val="E0A85C"/>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txBody>
                  <a:tcPr marL="101600" marR="101600" marT="101600" marB="101600" anchor="t" anchorCtr="0">
                    <a:lnL>
                      <a:noFill/>
                    </a:lnL>
                    <a:lnR>
                      <a:noFill/>
                    </a:lnR>
                    <a:lnT>
                      <a:noFill/>
                    </a:lnT>
                    <a:lnB>
                      <a:noFill/>
                    </a:lnB>
                    <a:solidFill>
                      <a:srgbClr val="0F1E3A">
                        <a:alpha val="100000"/>
                      </a:srgbClr>
                    </a:solidFill>
                  </a:tcPr>
                </a:tc>
                <a:tc>
                  <a:txBody>
                    <a:bodyPr rtlCol="0"/>
                    <a:lstStyle/>
                    <a:p>
                      <a:pPr marL="0" indent="0" algn="ctr">
                        <a:lnSpc>
                          <a:spcPct val="100000"/>
                        </a:lnSpc>
                        <a:defRPr/>
                      </a:pPr>
                      <a:r>
                        <a:rPr lang="en-US" sz="20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rPr>
                        <a:t>150</a:t>
                      </a:r>
                      <a:endParaRPr lang="en-US" sz="20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txBody>
                  <a:tcPr marL="101600" marR="101600" marT="101600" marB="101600" anchor="t" anchorCtr="0">
                    <a:lnL>
                      <a:noFill/>
                    </a:lnL>
                    <a:lnR>
                      <a:noFill/>
                    </a:lnR>
                    <a:lnT>
                      <a:noFill/>
                    </a:lnT>
                    <a:lnB>
                      <a:noFill/>
                    </a:lnB>
                    <a:solidFill>
                      <a:srgbClr val="0F1E3A">
                        <a:alpha val="100000"/>
                      </a:srgbClr>
                    </a:solidFill>
                  </a:tcPr>
                </a:tc>
                <a:tc>
                  <a:txBody>
                    <a:bodyPr rtlCol="0"/>
                    <a:lstStyle/>
                    <a:p>
                      <a:pPr marL="0" indent="0" algn="ctr">
                        <a:lnSpc>
                          <a:spcPct val="100000"/>
                        </a:lnSpc>
                        <a:defRPr/>
                      </a:pPr>
                      <a:r>
                        <a:rPr lang="en-US" sz="20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rPr>
                        <a:t>150</a:t>
                      </a:r>
                      <a:endParaRPr lang="en-US" sz="20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txBody>
                  <a:tcPr marL="101600" marR="101600" marT="101600" marB="101600" anchor="t" anchorCtr="0">
                    <a:lnL>
                      <a:noFill/>
                    </a:lnL>
                    <a:lnR>
                      <a:noFill/>
                    </a:lnR>
                    <a:lnT>
                      <a:noFill/>
                    </a:lnT>
                    <a:lnB>
                      <a:noFill/>
                    </a:lnB>
                    <a:solidFill>
                      <a:srgbClr val="0F1E3A">
                        <a:alpha val="100000"/>
                      </a:srgbClr>
                    </a:solidFill>
                  </a:tcPr>
                </a:tc>
                <a:tc>
                  <a:txBody>
                    <a:bodyPr rtlCol="0"/>
                    <a:lstStyle/>
                    <a:p>
                      <a:pPr marL="0" indent="0" algn="ctr">
                        <a:lnSpc>
                          <a:spcPct val="100000"/>
                        </a:lnSpc>
                        <a:defRPr/>
                      </a:pPr>
                      <a:r>
                        <a:rPr lang="en-US" sz="20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rPr>
                        <a:t>150</a:t>
                      </a:r>
                      <a:endParaRPr lang="en-US" sz="20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txBody>
                  <a:tcPr marL="101600" marR="101600" marT="101600" marB="101600" anchor="t" anchorCtr="0">
                    <a:lnL>
                      <a:noFill/>
                    </a:lnL>
                    <a:lnR>
                      <a:noFill/>
                    </a:lnR>
                    <a:lnT>
                      <a:noFill/>
                    </a:lnT>
                    <a:lnB>
                      <a:noFill/>
                    </a:lnB>
                    <a:solidFill>
                      <a:srgbClr val="0F1E3A">
                        <a:alpha val="100000"/>
                      </a:srgbClr>
                    </a:solidFill>
                  </a:tcPr>
                </a:tc>
                <a:tc>
                  <a:txBody>
                    <a:bodyPr rtlCol="0"/>
                    <a:lstStyle/>
                    <a:p>
                      <a:pPr marL="0" indent="0" algn="ctr">
                        <a:lnSpc>
                          <a:spcPct val="100000"/>
                        </a:lnSpc>
                        <a:defRPr/>
                      </a:pPr>
                      <a:r>
                        <a:rPr lang="en-US" sz="2000" b="1" i="0" u="none" strike="noStrike">
                          <a:solidFill>
                            <a:srgbClr val="E0A85C"/>
                          </a:solidFill>
                          <a:latin typeface="Noto Sans SC" panose="020B0500000000000000" charset="-122"/>
                          <a:ea typeface="Noto Sans SC" panose="020B0500000000000000" charset="-122"/>
                          <a:cs typeface="Noto Sans SC" panose="020B0500000000000000" charset="-122"/>
                          <a:sym typeface="Noto Sans SC" panose="020B0500000000000000" charset="-122"/>
                        </a:rPr>
                        <a:t>150</a:t>
                      </a:r>
                      <a:endParaRPr lang="en-US" sz="2000" b="1" i="0" u="none" strike="noStrike">
                        <a:solidFill>
                          <a:srgbClr val="E0A85C"/>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txBody>
                  <a:tcPr marL="101600" marR="101600" marT="101600" marB="101600" anchor="t" anchorCtr="0">
                    <a:lnL>
                      <a:noFill/>
                    </a:lnL>
                    <a:lnR>
                      <a:noFill/>
                    </a:lnR>
                    <a:lnT>
                      <a:noFill/>
                    </a:lnT>
                    <a:lnB>
                      <a:noFill/>
                    </a:lnB>
                    <a:solidFill>
                      <a:srgbClr val="0F1E3A">
                        <a:alpha val="100000"/>
                      </a:srgbClr>
                    </a:solidFill>
                  </a:tcPr>
                </a:tc>
              </a:tr>
            </a:tbl>
          </a:graphicData>
        </a:graphic>
      </p:graphicFrame>
      <p:sp>
        <p:nvSpPr>
          <p:cNvPr id="7" name="AutoShape 7"/>
          <p:cNvSpPr/>
          <p:nvPr/>
        </p:nvSpPr>
        <p:spPr>
          <a:xfrm>
            <a:off x="1016000" y="5461000"/>
            <a:ext cx="1016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spcBef>
                <a:spcPts val="0"/>
              </a:spcBef>
              <a:spcAft>
                <a:spcPts val="0"/>
              </a:spcAft>
              <a:defRPr/>
            </a:pPr>
            <a:r>
              <a:rPr lang="en-US" sz="2800" b="0" i="0" u="none" strike="noStrike" kern="0">
                <a:solidFill>
                  <a:srgbClr val="8D99AE"/>
                </a:solidFill>
                <a:latin typeface="Noto Sans SC" panose="020B0500000000000000" charset="-122"/>
                <a:ea typeface="Noto Sans SC" panose="020B0500000000000000" charset="-122"/>
                <a:cs typeface="Noto Sans SC" panose="020B0500000000000000" charset="-122"/>
                <a:sym typeface="Noto Sans SC" panose="020B0500000000000000" charset="-122"/>
              </a:rPr>
              <a:t>注：三年均值为简单算术平均。</a:t>
            </a:r>
            <a:endParaRPr lang="en-US" sz="2800" b="0" i="0" u="none" strike="noStrike" kern="0">
              <a:solidFill>
                <a:srgbClr val="8D99AE"/>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cxnSp>
        <p:nvCxnSpPr>
          <p:cNvPr id="8" name="Connector 8"/>
          <p:cNvCxnSpPr/>
          <p:nvPr/>
        </p:nvCxnSpPr>
        <p:spPr>
          <a:xfrm rot="-3906">
            <a:off x="508004" y="6216650"/>
            <a:ext cx="11176000" cy="12700"/>
          </a:xfrm>
          <a:prstGeom prst="straightConnector1">
            <a:avLst/>
          </a:prstGeom>
          <a:solidFill>
            <a:srgbClr val="DEE0E3">
              <a:alpha val="100000"/>
            </a:srgbClr>
          </a:solidFill>
          <a:ln w="12700" cap="flat" cmpd="sng">
            <a:solidFill>
              <a:srgbClr val="8D99AE">
                <a:alpha val="30000"/>
              </a:srgbClr>
            </a:solidFill>
            <a:prstDash val="solid"/>
            <a:round/>
            <a:headEnd type="none" w="med" len="med"/>
            <a:tailEnd type="none" w="med" len="med"/>
          </a:ln>
        </p:spPr>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rgbClr val="0D1B2A"/>
            </a:gs>
            <a:gs pos="60000">
              <a:srgbClr val="1B263B"/>
            </a:gs>
            <a:gs pos="100000">
              <a:srgbClr val="102A43"/>
            </a:gs>
          </a:gsLst>
          <a:lin ang="2700000" scaled="0"/>
        </a:gradFill>
        <a:effectLst/>
      </p:bgPr>
    </p:bg>
    <p:spTree>
      <p:nvGrpSpPr>
        <p:cNvPr id="1" name=""/>
        <p:cNvGrpSpPr/>
        <p:nvPr/>
      </p:nvGrpSpPr>
      <p:grpSpPr/>
      <p:sp>
        <p:nvSpPr>
          <p:cNvPr id="3" name="矩形 2"/>
          <p:cNvSpPr/>
          <p:nvPr/>
        </p:nvSpPr>
        <p:spPr>
          <a:xfrm>
            <a:off x="2057400" y="304800"/>
            <a:ext cx="5998210" cy="583565"/>
          </a:xfrm>
          <a:prstGeom prst="rect">
            <a:avLst/>
          </a:prstGeom>
        </p:spPr>
        <p:style>
          <a:lnRef idx="1">
            <a:schemeClr val="accent6"/>
          </a:lnRef>
          <a:fillRef idx="3">
            <a:schemeClr val="accent6"/>
          </a:fillRef>
          <a:effectRef idx="2">
            <a:schemeClr val="accent6"/>
          </a:effectRef>
          <a:fontRef idx="minor">
            <a:schemeClr val="lt1"/>
          </a:fontRef>
        </p:style>
        <p:txBody>
          <a:bodyPr wrap="square">
            <a:spAutoFit/>
            <a:scene3d>
              <a:camera prst="orthographicFront"/>
              <a:lightRig rig="threePt" dir="t"/>
            </a:scene3d>
          </a:bodyPr>
          <a:p>
            <a:pPr lvl="0" algn="ctr"/>
            <a:r>
              <a:rPr lang="zh-CN" altLang="en-US" sz="3200" b="1" dirty="0">
                <a:solidFill>
                  <a:schemeClr val="bg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Times New Roman" panose="02020603050405020304" pitchFamily="18" charset="0"/>
              </a:rPr>
              <a:t>预备知识</a:t>
            </a:r>
            <a:endParaRPr lang="zh-CN" altLang="en-US" sz="3200" b="1" dirty="0">
              <a:solidFill>
                <a:schemeClr val="bg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Times New Roman" panose="02020603050405020304" pitchFamily="18" charset="0"/>
            </a:endParaRPr>
          </a:p>
        </p:txBody>
      </p:sp>
      <p:sp>
        <p:nvSpPr>
          <p:cNvPr id="13" name="文本框 12"/>
          <p:cNvSpPr txBox="1"/>
          <p:nvPr/>
        </p:nvSpPr>
        <p:spPr>
          <a:xfrm>
            <a:off x="762000" y="1295400"/>
            <a:ext cx="5930265" cy="521970"/>
          </a:xfrm>
          <a:prstGeom prst="rect">
            <a:avLst/>
          </a:prstGeom>
          <a:noFill/>
        </p:spPr>
        <p:txBody>
          <a:bodyPr wrap="square" rtlCol="0">
            <a:spAutoFit/>
          </a:bodyPr>
          <a:p>
            <a:r>
              <a:rPr lang="en-US" altLang="zh-CN" sz="2800" b="1" dirty="0">
                <a:solidFill>
                  <a:schemeClr val="bg1"/>
                </a:solidFill>
                <a:latin typeface="微软雅黑" panose="020B0503020204020204" charset="-122"/>
                <a:ea typeface="微软雅黑" panose="020B0503020204020204" charset="-122"/>
              </a:rPr>
              <a:t>1</a:t>
            </a:r>
            <a:r>
              <a:rPr lang="zh-CN" altLang="en-US" sz="2800" b="1" dirty="0">
                <a:solidFill>
                  <a:schemeClr val="bg1"/>
                </a:solidFill>
                <a:latin typeface="微软雅黑" panose="020B0503020204020204" charset="-122"/>
                <a:ea typeface="微软雅黑" panose="020B0503020204020204" charset="-122"/>
              </a:rPr>
              <a:t>、初等函数</a:t>
            </a:r>
            <a:endParaRPr lang="zh-CN" altLang="en-US" sz="2800" b="1" dirty="0">
              <a:solidFill>
                <a:schemeClr val="bg1"/>
              </a:solidFill>
              <a:latin typeface="微软雅黑" panose="020B0503020204020204" charset="-122"/>
              <a:ea typeface="微软雅黑" panose="020B0503020204020204" charset="-122"/>
            </a:endParaRPr>
          </a:p>
        </p:txBody>
      </p:sp>
      <mc:AlternateContent xmlns:mc="http://schemas.openxmlformats.org/markup-compatibility/2006">
        <mc:Choice xmlns:a14="http://schemas.microsoft.com/office/drawing/2010/main" Requires="a14">
          <p:sp>
            <p:nvSpPr>
              <p:cNvPr id="18" name="文本框 17"/>
              <p:cNvSpPr txBox="1"/>
              <p:nvPr>
                <p:custDataLst>
                  <p:tags r:id="rId1"/>
                </p:custDataLst>
              </p:nvPr>
            </p:nvSpPr>
            <p:spPr>
              <a:xfrm>
                <a:off x="990600" y="1981200"/>
                <a:ext cx="8392160" cy="769620"/>
              </a:xfrm>
              <a:prstGeom prst="rect">
                <a:avLst/>
              </a:prstGeom>
              <a:noFill/>
            </p:spPr>
            <p:txBody>
              <a:bodyPr wrap="square" rtlCol="0">
                <a:spAutoFit/>
              </a:bodyPr>
              <a:p>
                <a:r>
                  <a:rPr lang="zh-CN" altLang="en-US" sz="2800" b="1" dirty="0">
                    <a:solidFill>
                      <a:schemeClr val="bg1"/>
                    </a:solidFill>
                    <a:latin typeface="微软雅黑" panose="020B0503020204020204" charset="-122"/>
                    <a:ea typeface="微软雅黑" panose="020B0503020204020204" charset="-122"/>
                  </a:rPr>
                  <a:t>（</a:t>
                </a:r>
                <a:r>
                  <a:rPr lang="en-US" altLang="zh-CN" sz="2800" b="1" dirty="0">
                    <a:solidFill>
                      <a:schemeClr val="bg1"/>
                    </a:solidFill>
                    <a:latin typeface="微软雅黑" panose="020B0503020204020204" charset="-122"/>
                    <a:ea typeface="微软雅黑" panose="020B0503020204020204" charset="-122"/>
                  </a:rPr>
                  <a:t>1</a:t>
                </a:r>
                <a:r>
                  <a:rPr lang="zh-CN" altLang="en-US" sz="2800" b="1" dirty="0">
                    <a:solidFill>
                      <a:schemeClr val="bg1"/>
                    </a:solidFill>
                    <a:latin typeface="微软雅黑" panose="020B0503020204020204" charset="-122"/>
                    <a:ea typeface="微软雅黑" panose="020B0503020204020204" charset="-122"/>
                  </a:rPr>
                  <a:t>）幂函数</a:t>
                </a:r>
                <a:r>
                  <a:rPr lang="en-US" altLang="zh-CN" sz="2800" b="1" dirty="0">
                    <a:solidFill>
                      <a:schemeClr val="bg1"/>
                    </a:solidFill>
                    <a:latin typeface="微软雅黑" panose="020B0503020204020204" charset="-122"/>
                    <a:ea typeface="微软雅黑" panose="020B0503020204020204" charset="-122"/>
                  </a:rPr>
                  <a:t>  </a:t>
                </a:r>
                <a14:m>
                  <m:oMath xmlns:m="http://schemas.openxmlformats.org/officeDocument/2006/math">
                    <m:r>
                      <a:rPr lang="en-US" altLang="zh-CN" sz="2800" b="1" dirty="0">
                        <a:solidFill>
                          <a:schemeClr val="bg1"/>
                        </a:solidFill>
                        <a:latin typeface="Cambria Math" panose="02040503050406030204" pitchFamily="18" charset="0"/>
                        <a:ea typeface="微软雅黑" panose="020B0503020204020204" charset="-122"/>
                        <a:cs typeface="Cambria Math" panose="02040503050406030204" pitchFamily="18" charset="0"/>
                      </a:rPr>
                      <m:t>𝐲</m:t>
                    </m:r>
                    <m:r>
                      <a:rPr lang="en-US" altLang="zh-CN" sz="2800" b="1" dirty="0">
                        <a:solidFill>
                          <a:schemeClr val="bg1"/>
                        </a:solidFill>
                        <a:latin typeface="Cambria Math" panose="02040503050406030204" pitchFamily="18" charset="0"/>
                        <a:ea typeface="微软雅黑" panose="020B0503020204020204" charset="-122"/>
                        <a:cs typeface="Cambria Math" panose="02040503050406030204" pitchFamily="18" charset="0"/>
                      </a:rPr>
                      <m:t>=</m:t>
                    </m:r>
                    <m:sSup>
                      <m:sSupPr>
                        <m:ctrlPr>
                          <a:rPr lang="en-US" altLang="zh-CN" sz="2800" b="1" i="1" dirty="0">
                            <a:solidFill>
                              <a:schemeClr val="bg1"/>
                            </a:solidFill>
                            <a:latin typeface="Cambria Math" panose="02040503050406030204" pitchFamily="18" charset="0"/>
                            <a:ea typeface="微软雅黑" panose="020B0503020204020204" charset="-122"/>
                            <a:cs typeface="Cambria Math" panose="02040503050406030204" pitchFamily="18" charset="0"/>
                          </a:rPr>
                        </m:ctrlPr>
                      </m:sSupPr>
                      <m:e>
                        <m:r>
                          <a:rPr lang="en-US" altLang="zh-CN" sz="2800" b="1" i="1" dirty="0">
                            <a:solidFill>
                              <a:schemeClr val="bg1"/>
                            </a:solidFill>
                            <a:latin typeface="Cambria Math" panose="02040503050406030204" pitchFamily="18" charset="0"/>
                            <a:ea typeface="微软雅黑" panose="020B0503020204020204" charset="-122"/>
                            <a:cs typeface="Cambria Math" panose="02040503050406030204" pitchFamily="18" charset="0"/>
                          </a:rPr>
                          <m:t>𝒙</m:t>
                        </m:r>
                      </m:e>
                      <m:sup>
                        <m:r>
                          <a:rPr lang="en-US" altLang="zh-CN" sz="2800" b="1" i="1" dirty="0">
                            <a:solidFill>
                              <a:schemeClr val="bg1"/>
                            </a:solidFill>
                            <a:latin typeface="Cambria Math" panose="02040503050406030204" pitchFamily="18" charset="0"/>
                            <a:ea typeface="微软雅黑" panose="020B0503020204020204" charset="-122"/>
                            <a:cs typeface="Cambria Math" panose="02040503050406030204" pitchFamily="18" charset="0"/>
                          </a:rPr>
                          <m:t>𝒂</m:t>
                        </m:r>
                      </m:sup>
                    </m:sSup>
                  </m:oMath>
                </a14:m>
                <a:r>
                  <a:rPr lang="en-US" altLang="zh-CN" sz="2800" b="1" dirty="0">
                    <a:solidFill>
                      <a:schemeClr val="bg1"/>
                    </a:solidFill>
                    <a:latin typeface="微软雅黑" panose="020B0503020204020204" charset="-122"/>
                    <a:ea typeface="微软雅黑" panose="020B0503020204020204" charset="-122"/>
                  </a:rPr>
                  <a:t>    (</a:t>
                </a:r>
                <a14:m>
                  <m:oMath xmlns:m="http://schemas.openxmlformats.org/officeDocument/2006/math">
                    <m:rad>
                      <m:radPr>
                        <m:degHide m:val="on"/>
                        <m:ctrlPr>
                          <a:rPr lang="en-US" altLang="zh-CN" sz="2800" b="1" i="1" dirty="0">
                            <a:solidFill>
                              <a:schemeClr val="bg1"/>
                            </a:solidFill>
                            <a:latin typeface="Cambria Math" panose="02040503050406030204" pitchFamily="18" charset="0"/>
                            <a:ea typeface="微软雅黑" panose="020B0503020204020204" charset="-122"/>
                            <a:cs typeface="Cambria Math" panose="02040503050406030204" pitchFamily="18" charset="0"/>
                          </a:rPr>
                        </m:ctrlPr>
                      </m:radPr>
                      <m:deg/>
                      <m:e>
                        <m:r>
                          <a:rPr lang="en-US" altLang="zh-CN" sz="2800" b="1" i="1" dirty="0">
                            <a:solidFill>
                              <a:schemeClr val="bg1"/>
                            </a:solidFill>
                            <a:latin typeface="Cambria Math" panose="02040503050406030204" pitchFamily="18" charset="0"/>
                            <a:ea typeface="微软雅黑" panose="020B0503020204020204" charset="-122"/>
                            <a:cs typeface="Cambria Math" panose="02040503050406030204" pitchFamily="18" charset="0"/>
                          </a:rPr>
                          <m:t>𝒙</m:t>
                        </m:r>
                      </m:e>
                    </m:rad>
                    <m:r>
                      <a:rPr lang="en-US" altLang="zh-CN" sz="2800" b="1" i="1" dirty="0">
                        <a:solidFill>
                          <a:schemeClr val="bg1"/>
                        </a:solidFill>
                        <a:latin typeface="Cambria Math" panose="02040503050406030204" pitchFamily="18" charset="0"/>
                        <a:ea typeface="微软雅黑" panose="020B0503020204020204" charset="-122"/>
                        <a:cs typeface="Cambria Math" panose="02040503050406030204" pitchFamily="18" charset="0"/>
                      </a:rPr>
                      <m:t>=</m:t>
                    </m:r>
                    <m:sSup>
                      <m:sSupPr>
                        <m:ctrlPr>
                          <a:rPr lang="en-US" altLang="zh-CN" sz="2800" b="1" i="1" dirty="0">
                            <a:solidFill>
                              <a:schemeClr val="bg1"/>
                            </a:solidFill>
                            <a:latin typeface="Cambria Math" panose="02040503050406030204" pitchFamily="18" charset="0"/>
                            <a:ea typeface="微软雅黑" panose="020B0503020204020204" charset="-122"/>
                            <a:cs typeface="Cambria Math" panose="02040503050406030204" pitchFamily="18" charset="0"/>
                          </a:rPr>
                        </m:ctrlPr>
                      </m:sSupPr>
                      <m:e>
                        <m:r>
                          <a:rPr lang="en-US" altLang="zh-CN" sz="2800" b="1" i="1" dirty="0">
                            <a:solidFill>
                              <a:schemeClr val="bg1"/>
                            </a:solidFill>
                            <a:latin typeface="Cambria Math" panose="02040503050406030204" pitchFamily="18" charset="0"/>
                            <a:ea typeface="微软雅黑" panose="020B0503020204020204" charset="-122"/>
                            <a:cs typeface="Cambria Math" panose="02040503050406030204" pitchFamily="18" charset="0"/>
                          </a:rPr>
                          <m:t>𝒙</m:t>
                        </m:r>
                      </m:e>
                      <m:sup>
                        <m:f>
                          <m:fPr>
                            <m:ctrlPr>
                              <a:rPr lang="en-US" altLang="zh-CN" sz="2800" b="1" i="1" dirty="0">
                                <a:solidFill>
                                  <a:schemeClr val="bg1"/>
                                </a:solidFill>
                                <a:latin typeface="Cambria Math" panose="02040503050406030204" pitchFamily="18" charset="0"/>
                                <a:ea typeface="微软雅黑" panose="020B0503020204020204" charset="-122"/>
                                <a:cs typeface="Cambria Math" panose="02040503050406030204" pitchFamily="18" charset="0"/>
                              </a:rPr>
                            </m:ctrlPr>
                          </m:fPr>
                          <m:num>
                            <m:r>
                              <a:rPr lang="en-US" altLang="zh-CN" sz="2800" b="1" i="1" dirty="0">
                                <a:solidFill>
                                  <a:schemeClr val="bg1"/>
                                </a:solidFill>
                                <a:latin typeface="Cambria Math" panose="02040503050406030204" pitchFamily="18" charset="0"/>
                                <a:ea typeface="微软雅黑" panose="020B0503020204020204" charset="-122"/>
                                <a:cs typeface="Cambria Math" panose="02040503050406030204" pitchFamily="18" charset="0"/>
                              </a:rPr>
                              <m:t>𝟏</m:t>
                            </m:r>
                          </m:num>
                          <m:den>
                            <m:r>
                              <a:rPr lang="en-US" altLang="zh-CN" sz="2800" b="1" i="1" dirty="0">
                                <a:solidFill>
                                  <a:schemeClr val="bg1"/>
                                </a:solidFill>
                                <a:latin typeface="Cambria Math" panose="02040503050406030204" pitchFamily="18" charset="0"/>
                                <a:ea typeface="微软雅黑" panose="020B0503020204020204" charset="-122"/>
                                <a:cs typeface="Cambria Math" panose="02040503050406030204" pitchFamily="18" charset="0"/>
                              </a:rPr>
                              <m:t>𝟐</m:t>
                            </m:r>
                          </m:den>
                        </m:f>
                      </m:sup>
                    </m:sSup>
                  </m:oMath>
                </a14:m>
                <a:r>
                  <a:rPr lang="en-US" altLang="zh-CN" sz="2800" b="1" dirty="0">
                    <a:solidFill>
                      <a:schemeClr val="bg1"/>
                    </a:solidFill>
                    <a:latin typeface="微软雅黑" panose="020B0503020204020204" charset="-122"/>
                    <a:ea typeface="微软雅黑" panose="020B0503020204020204" charset="-122"/>
                  </a:rPr>
                  <a:t>  ,    </a:t>
                </a:r>
                <a14:m>
                  <m:oMath xmlns:m="http://schemas.openxmlformats.org/officeDocument/2006/math">
                    <m:sSup>
                      <m:sSupPr>
                        <m:ctrlPr>
                          <a:rPr lang="en-US" altLang="zh-CN" sz="2800" b="1" i="1" dirty="0">
                            <a:solidFill>
                              <a:schemeClr val="bg1"/>
                            </a:solidFill>
                            <a:latin typeface="Cambria Math" panose="02040503050406030204" pitchFamily="18" charset="0"/>
                            <a:ea typeface="微软雅黑" panose="020B0503020204020204" charset="-122"/>
                            <a:cs typeface="Cambria Math" panose="02040503050406030204" pitchFamily="18" charset="0"/>
                          </a:rPr>
                        </m:ctrlPr>
                      </m:sSupPr>
                      <m:e>
                        <m:r>
                          <a:rPr lang="en-US" altLang="zh-CN" sz="2800" b="1" i="1" dirty="0">
                            <a:solidFill>
                              <a:schemeClr val="bg1"/>
                            </a:solidFill>
                            <a:latin typeface="Cambria Math" panose="02040503050406030204" pitchFamily="18" charset="0"/>
                            <a:ea typeface="微软雅黑" panose="020B0503020204020204" charset="-122"/>
                            <a:cs typeface="Cambria Math" panose="02040503050406030204" pitchFamily="18" charset="0"/>
                          </a:rPr>
                          <m:t>𝒙</m:t>
                        </m:r>
                      </m:e>
                      <m:sup>
                        <m:r>
                          <a:rPr lang="en-US" altLang="zh-CN" sz="2800" b="1" i="1" dirty="0">
                            <a:solidFill>
                              <a:schemeClr val="bg1"/>
                            </a:solidFill>
                            <a:latin typeface="Cambria Math" panose="02040503050406030204" pitchFamily="18" charset="0"/>
                            <a:ea typeface="微软雅黑" panose="020B0503020204020204" charset="-122"/>
                            <a:cs typeface="Cambria Math" panose="02040503050406030204" pitchFamily="18" charset="0"/>
                          </a:rPr>
                          <m:t>−</m:t>
                        </m:r>
                        <m:r>
                          <a:rPr lang="en-US" altLang="zh-CN" sz="2800" b="1" i="1" dirty="0">
                            <a:solidFill>
                              <a:schemeClr val="bg1"/>
                            </a:solidFill>
                            <a:latin typeface="Cambria Math" panose="02040503050406030204" pitchFamily="18" charset="0"/>
                            <a:ea typeface="微软雅黑" panose="020B0503020204020204" charset="-122"/>
                            <a:cs typeface="Cambria Math" panose="02040503050406030204" pitchFamily="18" charset="0"/>
                          </a:rPr>
                          <m:t>𝟐</m:t>
                        </m:r>
                      </m:sup>
                    </m:sSup>
                    <m:r>
                      <a:rPr lang="en-US" altLang="zh-CN" sz="2800" b="1" i="1" dirty="0">
                        <a:solidFill>
                          <a:schemeClr val="bg1"/>
                        </a:solidFill>
                        <a:latin typeface="Cambria Math" panose="02040503050406030204" pitchFamily="18" charset="0"/>
                        <a:ea typeface="微软雅黑" panose="020B0503020204020204" charset="-122"/>
                        <a:cs typeface="Cambria Math" panose="02040503050406030204" pitchFamily="18" charset="0"/>
                      </a:rPr>
                      <m:t>=</m:t>
                    </m:r>
                    <m:f>
                      <m:fPr>
                        <m:ctrlPr>
                          <a:rPr lang="en-US" altLang="zh-CN" sz="2800" b="1" i="1" dirty="0">
                            <a:solidFill>
                              <a:schemeClr val="bg1"/>
                            </a:solidFill>
                            <a:latin typeface="Cambria Math" panose="02040503050406030204" pitchFamily="18" charset="0"/>
                            <a:ea typeface="微软雅黑" panose="020B0503020204020204" charset="-122"/>
                            <a:cs typeface="Cambria Math" panose="02040503050406030204" pitchFamily="18" charset="0"/>
                          </a:rPr>
                        </m:ctrlPr>
                      </m:fPr>
                      <m:num>
                        <m:r>
                          <a:rPr lang="en-US" altLang="zh-CN" sz="2800" b="1" i="1" dirty="0">
                            <a:solidFill>
                              <a:schemeClr val="bg1"/>
                            </a:solidFill>
                            <a:latin typeface="Cambria Math" panose="02040503050406030204" pitchFamily="18" charset="0"/>
                            <a:ea typeface="微软雅黑" panose="020B0503020204020204" charset="-122"/>
                            <a:cs typeface="Cambria Math" panose="02040503050406030204" pitchFamily="18" charset="0"/>
                          </a:rPr>
                          <m:t>𝟏</m:t>
                        </m:r>
                      </m:num>
                      <m:den>
                        <m:sSup>
                          <m:sSupPr>
                            <m:ctrlPr>
                              <a:rPr lang="en-US" altLang="zh-CN" sz="2800" b="1" i="1" dirty="0">
                                <a:solidFill>
                                  <a:schemeClr val="bg1"/>
                                </a:solidFill>
                                <a:latin typeface="Cambria Math" panose="02040503050406030204" pitchFamily="18" charset="0"/>
                                <a:ea typeface="微软雅黑" panose="020B0503020204020204" charset="-122"/>
                                <a:cs typeface="Cambria Math" panose="02040503050406030204" pitchFamily="18" charset="0"/>
                              </a:rPr>
                            </m:ctrlPr>
                          </m:sSupPr>
                          <m:e>
                            <m:r>
                              <a:rPr lang="en-US" altLang="zh-CN" sz="2800" b="1" i="1" dirty="0">
                                <a:solidFill>
                                  <a:schemeClr val="bg1"/>
                                </a:solidFill>
                                <a:latin typeface="Cambria Math" panose="02040503050406030204" pitchFamily="18" charset="0"/>
                                <a:ea typeface="微软雅黑" panose="020B0503020204020204" charset="-122"/>
                                <a:cs typeface="Cambria Math" panose="02040503050406030204" pitchFamily="18" charset="0"/>
                              </a:rPr>
                              <m:t>𝒙</m:t>
                            </m:r>
                          </m:e>
                          <m:sup>
                            <m:r>
                              <a:rPr lang="en-US" altLang="zh-CN" sz="2800" b="1" i="1" dirty="0">
                                <a:solidFill>
                                  <a:schemeClr val="bg1"/>
                                </a:solidFill>
                                <a:latin typeface="Cambria Math" panose="02040503050406030204" pitchFamily="18" charset="0"/>
                                <a:ea typeface="微软雅黑" panose="020B0503020204020204" charset="-122"/>
                                <a:cs typeface="Cambria Math" panose="02040503050406030204" pitchFamily="18" charset="0"/>
                              </a:rPr>
                              <m:t>𝟐</m:t>
                            </m:r>
                          </m:sup>
                        </m:sSup>
                      </m:den>
                    </m:f>
                  </m:oMath>
                </a14:m>
                <a:r>
                  <a:rPr lang="en-US" altLang="zh-CN" sz="2800" b="1" dirty="0">
                    <a:solidFill>
                      <a:schemeClr val="bg1"/>
                    </a:solidFill>
                    <a:latin typeface="微软雅黑" panose="020B0503020204020204" charset="-122"/>
                    <a:ea typeface="微软雅黑" panose="020B0503020204020204" charset="-122"/>
                  </a:rPr>
                  <a:t> )      </a:t>
                </a:r>
                <a:endParaRPr lang="en-US" altLang="zh-CN" sz="2800" b="1" dirty="0">
                  <a:solidFill>
                    <a:schemeClr val="bg1"/>
                  </a:solidFill>
                  <a:latin typeface="微软雅黑" panose="020B0503020204020204" charset="-122"/>
                  <a:ea typeface="微软雅黑" panose="020B0503020204020204" charset="-122"/>
                </a:endParaRPr>
              </a:p>
            </p:txBody>
          </p:sp>
        </mc:Choice>
        <mc:Fallback>
          <p:sp>
            <p:nvSpPr>
              <p:cNvPr id="18" name="文本框 17"/>
              <p:cNvSpPr txBox="1">
                <a:spLocks noRot="1" noChangeAspect="1" noMove="1" noResize="1" noEditPoints="1" noAdjustHandles="1" noChangeArrowheads="1" noChangeShapeType="1" noTextEdit="1"/>
              </p:cNvSpPr>
              <p:nvPr>
                <p:custDataLst>
                  <p:tags r:id="rId2"/>
                </p:custDataLst>
              </p:nvPr>
            </p:nvSpPr>
            <p:spPr>
              <a:xfrm>
                <a:off x="990600" y="1981200"/>
                <a:ext cx="8392160" cy="769620"/>
              </a:xfrm>
              <a:prstGeom prst="rect">
                <a:avLst/>
              </a:prstGeom>
              <a:blipFill rotWithShape="1">
                <a:blip r:embed="rId3"/>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文本框 3"/>
              <p:cNvSpPr txBox="1"/>
              <p:nvPr>
                <p:custDataLst>
                  <p:tags r:id="rId4"/>
                </p:custDataLst>
              </p:nvPr>
            </p:nvSpPr>
            <p:spPr>
              <a:xfrm>
                <a:off x="5304155" y="2853055"/>
                <a:ext cx="5090160" cy="1111885"/>
              </a:xfrm>
              <a:prstGeom prst="rect">
                <a:avLst/>
              </a:prstGeom>
              <a:noFill/>
            </p:spPr>
            <p:txBody>
              <a:bodyPr wrap="square" rtlCol="0">
                <a:spAutoFit/>
              </a:bodyPr>
              <a:p>
                <a:r>
                  <a:rPr lang="zh-CN" altLang="en-US" sz="2800" b="1" dirty="0">
                    <a:solidFill>
                      <a:schemeClr val="bg1"/>
                    </a:solidFill>
                    <a:latin typeface="微软雅黑" panose="020B0503020204020204" charset="-122"/>
                    <a:ea typeface="微软雅黑" panose="020B0503020204020204" charset="-122"/>
                  </a:rPr>
                  <a:t>（</a:t>
                </a:r>
                <a:r>
                  <a:rPr lang="en-US" altLang="zh-CN" sz="2800" b="1" dirty="0">
                    <a:solidFill>
                      <a:schemeClr val="bg1"/>
                    </a:solidFill>
                    <a:latin typeface="微软雅黑" panose="020B0503020204020204" charset="-122"/>
                    <a:ea typeface="微软雅黑" panose="020B0503020204020204" charset="-122"/>
                  </a:rPr>
                  <a:t>3</a:t>
                </a:r>
                <a:r>
                  <a:rPr lang="zh-CN" altLang="en-US" sz="2800" b="1" dirty="0">
                    <a:solidFill>
                      <a:schemeClr val="bg1"/>
                    </a:solidFill>
                    <a:latin typeface="微软雅黑" panose="020B0503020204020204" charset="-122"/>
                    <a:ea typeface="微软雅黑" panose="020B0503020204020204" charset="-122"/>
                  </a:rPr>
                  <a:t>）对数函数</a:t>
                </a:r>
                <a14:m>
                  <m:oMath xmlns:m="http://schemas.openxmlformats.org/officeDocument/2006/math">
                    <m:r>
                      <a:rPr lang="en-US" altLang="zh-CN" sz="2800" b="1" dirty="0">
                        <a:solidFill>
                          <a:schemeClr val="bg1"/>
                        </a:solidFill>
                        <a:latin typeface="Cambria Math" panose="02040503050406030204" pitchFamily="18" charset="0"/>
                        <a:ea typeface="微软雅黑" panose="020B0503020204020204" charset="-122"/>
                        <a:cs typeface="Cambria Math" panose="02040503050406030204" pitchFamily="18" charset="0"/>
                      </a:rPr>
                      <m:t>  </m:t>
                    </m:r>
                    <m:r>
                      <a:rPr lang="en-US" altLang="zh-CN" sz="2800" b="1" dirty="0">
                        <a:solidFill>
                          <a:schemeClr val="bg1"/>
                        </a:solidFill>
                        <a:latin typeface="Cambria Math" panose="02040503050406030204" pitchFamily="18" charset="0"/>
                        <a:ea typeface="微软雅黑" panose="020B0503020204020204" charset="-122"/>
                        <a:cs typeface="Cambria Math" panose="02040503050406030204" pitchFamily="18" charset="0"/>
                      </a:rPr>
                      <m:t>𝐲</m:t>
                    </m:r>
                    <m:r>
                      <a:rPr lang="en-US" altLang="zh-CN" sz="2800" b="1" dirty="0">
                        <a:solidFill>
                          <a:schemeClr val="bg1"/>
                        </a:solidFill>
                        <a:latin typeface="Cambria Math" panose="02040503050406030204" pitchFamily="18" charset="0"/>
                        <a:ea typeface="微软雅黑" panose="020B0503020204020204" charset="-122"/>
                        <a:cs typeface="Cambria Math" panose="02040503050406030204" pitchFamily="18" charset="0"/>
                      </a:rPr>
                      <m:t>=</m:t>
                    </m:r>
                    <m:sSub>
                      <m:sSubPr>
                        <m:ctrlPr>
                          <a:rPr lang="en-US" altLang="zh-CN" sz="2800" b="1" i="1" dirty="0">
                            <a:solidFill>
                              <a:schemeClr val="bg1"/>
                            </a:solidFill>
                            <a:latin typeface="Cambria Math" panose="02040503050406030204" pitchFamily="18" charset="0"/>
                            <a:ea typeface="微软雅黑" panose="020B0503020204020204" charset="-122"/>
                            <a:cs typeface="Cambria Math" panose="02040503050406030204" pitchFamily="18" charset="0"/>
                          </a:rPr>
                        </m:ctrlPr>
                      </m:sSubPr>
                      <m:e>
                        <m:r>
                          <a:rPr lang="en-US" altLang="zh-CN" sz="2800" b="1" i="1" dirty="0">
                            <a:solidFill>
                              <a:schemeClr val="bg1"/>
                            </a:solidFill>
                            <a:latin typeface="Cambria Math" panose="02040503050406030204" pitchFamily="18" charset="0"/>
                            <a:ea typeface="微软雅黑" panose="020B0503020204020204" charset="-122"/>
                            <a:cs typeface="Cambria Math" panose="02040503050406030204" pitchFamily="18" charset="0"/>
                          </a:rPr>
                          <m:t>𝒍𝒐𝒈</m:t>
                        </m:r>
                      </m:e>
                      <m:sub>
                        <m:r>
                          <a:rPr lang="en-US" altLang="zh-CN" sz="2800" b="1" i="1" dirty="0">
                            <a:solidFill>
                              <a:schemeClr val="bg1"/>
                            </a:solidFill>
                            <a:latin typeface="Cambria Math" panose="02040503050406030204" pitchFamily="18" charset="0"/>
                            <a:ea typeface="微软雅黑" panose="020B0503020204020204" charset="-122"/>
                            <a:cs typeface="Cambria Math" panose="02040503050406030204" pitchFamily="18" charset="0"/>
                          </a:rPr>
                          <m:t>𝒂</m:t>
                        </m:r>
                      </m:sub>
                    </m:sSub>
                    <m:r>
                      <a:rPr lang="en-US" altLang="zh-CN" sz="2800" b="1" i="1" dirty="0">
                        <a:solidFill>
                          <a:schemeClr val="bg1"/>
                        </a:solidFill>
                        <a:latin typeface="Cambria Math" panose="02040503050406030204" pitchFamily="18" charset="0"/>
                        <a:ea typeface="微软雅黑" panose="020B0503020204020204" charset="-122"/>
                        <a:cs typeface="Cambria Math" panose="02040503050406030204" pitchFamily="18" charset="0"/>
                      </a:rPr>
                      <m:t>𝒙</m:t>
                    </m:r>
                  </m:oMath>
                </a14:m>
                <a:r>
                  <a:rPr lang="en-US" altLang="zh-CN" sz="2800" b="1" dirty="0">
                    <a:solidFill>
                      <a:schemeClr val="bg1"/>
                    </a:solidFill>
                    <a:latin typeface="微软雅黑" panose="020B0503020204020204" charset="-122"/>
                    <a:ea typeface="微软雅黑" panose="020B0503020204020204" charset="-122"/>
                  </a:rPr>
                  <a:t>   </a:t>
                </a:r>
                <a14:m>
                  <m:oMath xmlns:m="http://schemas.openxmlformats.org/officeDocument/2006/math">
                    <m:r>
                      <a:rPr lang="en-US" altLang="zh-CN" sz="2800" b="1" i="1" dirty="0">
                        <a:solidFill>
                          <a:schemeClr val="bg1"/>
                        </a:solidFill>
                        <a:latin typeface="Cambria Math" panose="02040503050406030204" pitchFamily="18" charset="0"/>
                        <a:ea typeface="微软雅黑" panose="020B0503020204020204" charset="-122"/>
                        <a:cs typeface="Cambria Math" panose="02040503050406030204" pitchFamily="18" charset="0"/>
                      </a:rPr>
                      <m:t>（</m:t>
                    </m:r>
                    <m:r>
                      <a:rPr lang="en-US" altLang="zh-CN" sz="2800" b="1" i="1" dirty="0">
                        <a:solidFill>
                          <a:schemeClr val="bg1"/>
                        </a:solidFill>
                        <a:latin typeface="Cambria Math" panose="02040503050406030204" pitchFamily="18" charset="0"/>
                        <a:ea typeface="微软雅黑" panose="020B0503020204020204" charset="-122"/>
                        <a:cs typeface="Cambria Math" panose="02040503050406030204" pitchFamily="18" charset="0"/>
                      </a:rPr>
                      <m:t>𝒍𝒏𝒙</m:t>
                    </m:r>
                    <m:r>
                      <a:rPr lang="en-US" altLang="zh-CN" sz="2800" b="1" i="1" dirty="0">
                        <a:solidFill>
                          <a:schemeClr val="bg1"/>
                        </a:solidFill>
                        <a:latin typeface="Cambria Math" panose="02040503050406030204" pitchFamily="18" charset="0"/>
                        <a:ea typeface="微软雅黑" panose="020B0503020204020204" charset="-122"/>
                        <a:cs typeface="Cambria Math" panose="02040503050406030204" pitchFamily="18" charset="0"/>
                      </a:rPr>
                      <m:t>）</m:t>
                    </m:r>
                  </m:oMath>
                </a14:m>
                <a:r>
                  <a:rPr lang="en-US" altLang="zh-CN" sz="2800" b="1" dirty="0">
                    <a:solidFill>
                      <a:schemeClr val="bg1"/>
                    </a:solidFill>
                    <a:latin typeface="微软雅黑" panose="020B0503020204020204" charset="-122"/>
                    <a:ea typeface="微软雅黑" panose="020B0503020204020204" charset="-122"/>
                  </a:rPr>
                  <a:t> </a:t>
                </a:r>
                <a:endParaRPr lang="en-US" altLang="zh-CN" sz="2800" b="1" dirty="0">
                  <a:solidFill>
                    <a:schemeClr val="bg1"/>
                  </a:solidFill>
                  <a:latin typeface="微软雅黑" panose="020B0503020204020204" charset="-122"/>
                  <a:ea typeface="微软雅黑" panose="020B0503020204020204" charset="-122"/>
                </a:endParaRPr>
              </a:p>
            </p:txBody>
          </p:sp>
        </mc:Choice>
        <mc:Fallback>
          <p:sp>
            <p:nvSpPr>
              <p:cNvPr id="4" name="文本框 3"/>
              <p:cNvSpPr txBox="1">
                <a:spLocks noRot="1" noChangeAspect="1" noMove="1" noResize="1" noEditPoints="1" noAdjustHandles="1" noChangeArrowheads="1" noChangeShapeType="1" noTextEdit="1"/>
              </p:cNvSpPr>
              <p:nvPr>
                <p:custDataLst>
                  <p:tags r:id="rId5"/>
                </p:custDataLst>
              </p:nvPr>
            </p:nvSpPr>
            <p:spPr>
              <a:xfrm>
                <a:off x="5304155" y="2853055"/>
                <a:ext cx="5090160" cy="1111885"/>
              </a:xfrm>
              <a:prstGeom prst="rect">
                <a:avLst/>
              </a:prstGeom>
              <a:blipFill rotWithShape="1">
                <a:blip r:embed="rId6"/>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文本框 4"/>
              <p:cNvSpPr txBox="1"/>
              <p:nvPr>
                <p:custDataLst>
                  <p:tags r:id="rId7"/>
                </p:custDataLst>
              </p:nvPr>
            </p:nvSpPr>
            <p:spPr>
              <a:xfrm>
                <a:off x="1005205" y="3581400"/>
                <a:ext cx="8392160" cy="2132965"/>
              </a:xfrm>
              <a:prstGeom prst="rect">
                <a:avLst/>
              </a:prstGeom>
              <a:noFill/>
            </p:spPr>
            <p:txBody>
              <a:bodyPr wrap="square" rtlCol="0">
                <a:spAutoFit/>
              </a:bodyPr>
              <a:p>
                <a:br>
                  <a:rPr lang="zh-CN" altLang="en-US" sz="2800" b="1" dirty="0">
                    <a:solidFill>
                      <a:schemeClr val="bg1"/>
                    </a:solidFill>
                    <a:latin typeface="微软雅黑" panose="020B0503020204020204" charset="-122"/>
                    <a:ea typeface="微软雅黑" panose="020B0503020204020204" charset="-122"/>
                  </a:rPr>
                </a:br>
                <a:r>
                  <a:rPr lang="zh-CN" altLang="en-US" sz="2800" b="1" dirty="0">
                    <a:solidFill>
                      <a:schemeClr val="bg1"/>
                    </a:solidFill>
                    <a:latin typeface="微软雅黑" panose="020B0503020204020204" charset="-122"/>
                    <a:ea typeface="微软雅黑" panose="020B0503020204020204" charset="-122"/>
                  </a:rPr>
                  <a:t>（</a:t>
                </a:r>
                <a:r>
                  <a:rPr lang="en-US" altLang="zh-CN" sz="2800" b="1" dirty="0">
                    <a:solidFill>
                      <a:schemeClr val="bg1"/>
                    </a:solidFill>
                    <a:latin typeface="微软雅黑" panose="020B0503020204020204" charset="-122"/>
                    <a:ea typeface="微软雅黑" panose="020B0503020204020204" charset="-122"/>
                  </a:rPr>
                  <a:t>4</a:t>
                </a:r>
                <a:r>
                  <a:rPr lang="zh-CN" altLang="en-US" sz="2800" b="1" dirty="0">
                    <a:solidFill>
                      <a:schemeClr val="bg1"/>
                    </a:solidFill>
                    <a:latin typeface="微软雅黑" panose="020B0503020204020204" charset="-122"/>
                    <a:ea typeface="微软雅黑" panose="020B0503020204020204" charset="-122"/>
                  </a:rPr>
                  <a:t>）</a:t>
                </a:r>
                <a14:m>
                  <m:oMath xmlns:m="http://schemas.openxmlformats.org/officeDocument/2006/math">
                    <m:r>
                      <a:rPr lang="zh-CN" altLang="en-US" sz="2800" b="1" dirty="0">
                        <a:solidFill>
                          <a:schemeClr val="bg1"/>
                        </a:solidFill>
                        <a:latin typeface="Cambria Math" panose="02040503050406030204" pitchFamily="18" charset="0"/>
                        <a:ea typeface="微软雅黑" panose="020B0503020204020204" charset="-122"/>
                        <a:cs typeface="Cambria Math" panose="02040503050406030204" pitchFamily="18" charset="0"/>
                      </a:rPr>
                      <m:t>三角函数</m:t>
                    </m:r>
                    <m:r>
                      <a:rPr lang="en-US" altLang="zh-CN" sz="2800" b="1" dirty="0">
                        <a:solidFill>
                          <a:schemeClr val="bg1"/>
                        </a:solidFill>
                        <a:latin typeface="Cambria Math" panose="02040503050406030204" pitchFamily="18" charset="0"/>
                        <a:ea typeface="微软雅黑" panose="020B0503020204020204" charset="-122"/>
                        <a:cs typeface="Cambria Math" panose="02040503050406030204" pitchFamily="18" charset="0"/>
                      </a:rPr>
                      <m:t>    </m:t>
                    </m:r>
                    <m:r>
                      <a:rPr lang="en-US" altLang="zh-CN" sz="2800" b="1" dirty="0">
                        <a:solidFill>
                          <a:schemeClr val="bg1"/>
                        </a:solidFill>
                        <a:latin typeface="Cambria Math" panose="02040503050406030204" pitchFamily="18" charset="0"/>
                        <a:ea typeface="微软雅黑" panose="020B0503020204020204" charset="-122"/>
                        <a:cs typeface="Cambria Math" panose="02040503050406030204" pitchFamily="18" charset="0"/>
                      </a:rPr>
                      <m:t>𝐲</m:t>
                    </m:r>
                    <m:r>
                      <a:rPr lang="en-US" altLang="zh-CN" sz="2800" b="1" dirty="0">
                        <a:solidFill>
                          <a:schemeClr val="bg1"/>
                        </a:solidFill>
                        <a:latin typeface="Cambria Math" panose="02040503050406030204" pitchFamily="18" charset="0"/>
                        <a:ea typeface="微软雅黑" panose="020B0503020204020204" charset="-122"/>
                        <a:cs typeface="Cambria Math" panose="02040503050406030204" pitchFamily="18" charset="0"/>
                      </a:rPr>
                      <m:t>=</m:t>
                    </m:r>
                    <m:r>
                      <a:rPr lang="en-US" altLang="zh-CN" sz="2800" b="1" i="1" dirty="0">
                        <a:solidFill>
                          <a:schemeClr val="bg1"/>
                        </a:solidFill>
                        <a:latin typeface="Cambria Math" panose="02040503050406030204" pitchFamily="18" charset="0"/>
                        <a:ea typeface="微软雅黑" panose="020B0503020204020204" charset="-122"/>
                        <a:cs typeface="Cambria Math" panose="02040503050406030204" pitchFamily="18" charset="0"/>
                      </a:rPr>
                      <m:t>𝒔𝒊𝒏𝒙</m:t>
                    </m:r>
                    <m:r>
                      <a:rPr lang="en-US" altLang="zh-CN" sz="2800" b="1" i="1" dirty="0">
                        <a:solidFill>
                          <a:schemeClr val="bg1"/>
                        </a:solidFill>
                        <a:latin typeface="Cambria Math" panose="02040503050406030204" pitchFamily="18" charset="0"/>
                        <a:ea typeface="微软雅黑" panose="020B0503020204020204" charset="-122"/>
                        <a:cs typeface="Cambria Math" panose="02040503050406030204" pitchFamily="18" charset="0"/>
                      </a:rPr>
                      <m:t>,</m:t>
                    </m:r>
                    <m:r>
                      <a:rPr lang="en-US" altLang="zh-CN" sz="2800" b="1" i="1" dirty="0">
                        <a:solidFill>
                          <a:schemeClr val="bg1"/>
                        </a:solidFill>
                        <a:latin typeface="Cambria Math" panose="02040503050406030204" pitchFamily="18" charset="0"/>
                        <a:ea typeface="微软雅黑" panose="020B0503020204020204" charset="-122"/>
                        <a:cs typeface="Cambria Math" panose="02040503050406030204" pitchFamily="18" charset="0"/>
                      </a:rPr>
                      <m:t>𝒚</m:t>
                    </m:r>
                    <m:r>
                      <a:rPr lang="en-US" altLang="zh-CN" sz="2800" b="1" i="1" dirty="0">
                        <a:solidFill>
                          <a:schemeClr val="bg1"/>
                        </a:solidFill>
                        <a:latin typeface="Cambria Math" panose="02040503050406030204" pitchFamily="18" charset="0"/>
                        <a:ea typeface="微软雅黑" panose="020B0503020204020204" charset="-122"/>
                        <a:cs typeface="Cambria Math" panose="02040503050406030204" pitchFamily="18" charset="0"/>
                      </a:rPr>
                      <m:t>=</m:t>
                    </m:r>
                    <m:r>
                      <a:rPr lang="en-US" altLang="zh-CN" sz="2800" b="1" i="1" dirty="0">
                        <a:solidFill>
                          <a:schemeClr val="bg1"/>
                        </a:solidFill>
                        <a:latin typeface="Cambria Math" panose="02040503050406030204" pitchFamily="18" charset="0"/>
                        <a:ea typeface="微软雅黑" panose="020B0503020204020204" charset="-122"/>
                        <a:cs typeface="Cambria Math" panose="02040503050406030204" pitchFamily="18" charset="0"/>
                      </a:rPr>
                      <m:t>𝒄𝒐𝒔𝒙</m:t>
                    </m:r>
                    <m:r>
                      <a:rPr lang="en-US" altLang="zh-CN" sz="2800" b="1" i="1" dirty="0">
                        <a:solidFill>
                          <a:schemeClr val="bg1"/>
                        </a:solidFill>
                        <a:latin typeface="Cambria Math" panose="02040503050406030204" pitchFamily="18" charset="0"/>
                        <a:ea typeface="微软雅黑" panose="020B0503020204020204" charset="-122"/>
                        <a:cs typeface="Cambria Math" panose="02040503050406030204" pitchFamily="18" charset="0"/>
                      </a:rPr>
                      <m:t>,</m:t>
                    </m:r>
                    <m:r>
                      <a:rPr lang="en-US" altLang="zh-CN" sz="2800" b="1" i="1" dirty="0">
                        <a:solidFill>
                          <a:schemeClr val="bg1"/>
                        </a:solidFill>
                        <a:latin typeface="Cambria Math" panose="02040503050406030204" pitchFamily="18" charset="0"/>
                        <a:ea typeface="微软雅黑" panose="020B0503020204020204" charset="-122"/>
                        <a:cs typeface="Cambria Math" panose="02040503050406030204" pitchFamily="18" charset="0"/>
                      </a:rPr>
                      <m:t>𝒚</m:t>
                    </m:r>
                    <m:r>
                      <a:rPr lang="en-US" altLang="zh-CN" sz="2800" b="1" i="1" dirty="0">
                        <a:solidFill>
                          <a:schemeClr val="bg1"/>
                        </a:solidFill>
                        <a:latin typeface="Cambria Math" panose="02040503050406030204" pitchFamily="18" charset="0"/>
                        <a:ea typeface="微软雅黑" panose="020B0503020204020204" charset="-122"/>
                        <a:cs typeface="Cambria Math" panose="02040503050406030204" pitchFamily="18" charset="0"/>
                      </a:rPr>
                      <m:t>=</m:t>
                    </m:r>
                    <m:r>
                      <a:rPr lang="en-US" altLang="zh-CN" sz="2800" b="1" i="1" dirty="0">
                        <a:solidFill>
                          <a:schemeClr val="bg1"/>
                        </a:solidFill>
                        <a:latin typeface="Cambria Math" panose="02040503050406030204" pitchFamily="18" charset="0"/>
                        <a:ea typeface="微软雅黑" panose="020B0503020204020204" charset="-122"/>
                        <a:cs typeface="Cambria Math" panose="02040503050406030204" pitchFamily="18" charset="0"/>
                      </a:rPr>
                      <m:t>𝒕𝒂𝒏𝒙</m:t>
                    </m:r>
                    <m:r>
                      <a:rPr lang="en-US" altLang="zh-CN" sz="2800" b="1" i="1" dirty="0">
                        <a:solidFill>
                          <a:schemeClr val="bg1"/>
                        </a:solidFill>
                        <a:latin typeface="Cambria Math" panose="02040503050406030204" pitchFamily="18" charset="0"/>
                        <a:ea typeface="微软雅黑" panose="020B0503020204020204" charset="-122"/>
                        <a:cs typeface="Cambria Math" panose="02040503050406030204" pitchFamily="18" charset="0"/>
                      </a:rPr>
                      <m:t>,</m:t>
                    </m:r>
                    <m:r>
                      <a:rPr lang="en-US" altLang="zh-CN" sz="2800" b="1" i="1" dirty="0">
                        <a:solidFill>
                          <a:schemeClr val="bg1"/>
                        </a:solidFill>
                        <a:latin typeface="Cambria Math" panose="02040503050406030204" pitchFamily="18" charset="0"/>
                        <a:ea typeface="微软雅黑" panose="020B0503020204020204" charset="-122"/>
                        <a:cs typeface="Cambria Math" panose="02040503050406030204" pitchFamily="18" charset="0"/>
                      </a:rPr>
                      <m:t>𝒚</m:t>
                    </m:r>
                    <m:r>
                      <a:rPr lang="en-US" altLang="zh-CN" sz="2800" b="1" i="1" dirty="0">
                        <a:solidFill>
                          <a:schemeClr val="bg1"/>
                        </a:solidFill>
                        <a:latin typeface="Cambria Math" panose="02040503050406030204" pitchFamily="18" charset="0"/>
                        <a:ea typeface="微软雅黑" panose="020B0503020204020204" charset="-122"/>
                        <a:cs typeface="Cambria Math" panose="02040503050406030204" pitchFamily="18" charset="0"/>
                      </a:rPr>
                      <m:t>=</m:t>
                    </m:r>
                    <m:r>
                      <a:rPr lang="en-US" altLang="zh-CN" sz="2800" b="1" i="1" dirty="0">
                        <a:solidFill>
                          <a:schemeClr val="bg1"/>
                        </a:solidFill>
                        <a:latin typeface="Cambria Math" panose="02040503050406030204" pitchFamily="18" charset="0"/>
                        <a:ea typeface="微软雅黑" panose="020B0503020204020204" charset="-122"/>
                        <a:cs typeface="Cambria Math" panose="02040503050406030204" pitchFamily="18" charset="0"/>
                      </a:rPr>
                      <m:t>𝒄𝒐𝒕𝒙</m:t>
                    </m:r>
                    <m:r>
                      <a:rPr lang="en-US" altLang="zh-CN" sz="2800" b="1" i="1" dirty="0">
                        <a:solidFill>
                          <a:schemeClr val="bg1"/>
                        </a:solidFill>
                        <a:latin typeface="Cambria Math" panose="02040503050406030204" pitchFamily="18" charset="0"/>
                        <a:ea typeface="微软雅黑" panose="020B0503020204020204" charset="-122"/>
                        <a:cs typeface="Cambria Math" panose="02040503050406030204" pitchFamily="18" charset="0"/>
                      </a:rPr>
                      <m:t>,</m:t>
                    </m:r>
                  </m:oMath>
                </a14:m>
                <a:endParaRPr lang="en-US" altLang="zh-CN" sz="2800" b="1" i="1" dirty="0">
                  <a:solidFill>
                    <a:schemeClr val="bg1"/>
                  </a:solidFill>
                  <a:latin typeface="Cambria Math" panose="02040503050406030204" pitchFamily="18" charset="0"/>
                  <a:ea typeface="微软雅黑" panose="020B0503020204020204" charset="-122"/>
                  <a:cs typeface="Cambria Math" panose="02040503050406030204" pitchFamily="18" charset="0"/>
                </a:endParaRPr>
              </a:p>
              <a:p>
                <a14:m>
                  <m:oMathPara xmlns:m="http://schemas.openxmlformats.org/officeDocument/2006/math">
                    <m:oMathParaPr>
                      <m:jc m:val="centerGroup"/>
                    </m:oMathParaPr>
                    <m:oMath xmlns:m="http://schemas.openxmlformats.org/officeDocument/2006/math">
                      <m:r>
                        <a:rPr lang="en-US" altLang="zh-CN" sz="2800" b="1" i="1" dirty="0">
                          <a:solidFill>
                            <a:schemeClr val="bg1"/>
                          </a:solidFill>
                          <a:latin typeface="Cambria Math" panose="02040503050406030204" pitchFamily="18" charset="0"/>
                          <a:ea typeface="微软雅黑" panose="020B0503020204020204" charset="-122"/>
                          <a:cs typeface="Cambria Math" panose="02040503050406030204" pitchFamily="18" charset="0"/>
                        </a:rPr>
                        <m:t>𝒚</m:t>
                      </m:r>
                      <m:r>
                        <a:rPr lang="en-US" altLang="zh-CN" sz="2800" b="1" i="1" dirty="0">
                          <a:solidFill>
                            <a:schemeClr val="bg1"/>
                          </a:solidFill>
                          <a:latin typeface="Cambria Math" panose="02040503050406030204" pitchFamily="18" charset="0"/>
                          <a:ea typeface="微软雅黑" panose="020B0503020204020204" charset="-122"/>
                          <a:cs typeface="Cambria Math" panose="02040503050406030204" pitchFamily="18" charset="0"/>
                        </a:rPr>
                        <m:t>=</m:t>
                      </m:r>
                      <m:r>
                        <a:rPr lang="en-US" altLang="zh-CN" sz="2800" b="1" i="1" dirty="0">
                          <a:solidFill>
                            <a:schemeClr val="bg1"/>
                          </a:solidFill>
                          <a:latin typeface="Cambria Math" panose="02040503050406030204" pitchFamily="18" charset="0"/>
                          <a:ea typeface="微软雅黑" panose="020B0503020204020204" charset="-122"/>
                          <a:cs typeface="Cambria Math" panose="02040503050406030204" pitchFamily="18" charset="0"/>
                        </a:rPr>
                        <m:t>𝒔𝒆𝒄𝒙</m:t>
                      </m:r>
                      <m:r>
                        <a:rPr lang="en-US" altLang="zh-CN" sz="2800" b="1" i="1" dirty="0">
                          <a:solidFill>
                            <a:schemeClr val="bg1"/>
                          </a:solidFill>
                          <a:latin typeface="Cambria Math" panose="02040503050406030204" pitchFamily="18" charset="0"/>
                          <a:ea typeface="微软雅黑" panose="020B0503020204020204" charset="-122"/>
                          <a:cs typeface="Cambria Math" panose="02040503050406030204" pitchFamily="18" charset="0"/>
                        </a:rPr>
                        <m:t>,</m:t>
                      </m:r>
                      <m:r>
                        <a:rPr lang="en-US" altLang="zh-CN" sz="2800" b="1" i="1" dirty="0">
                          <a:solidFill>
                            <a:schemeClr val="bg1"/>
                          </a:solidFill>
                          <a:latin typeface="Cambria Math" panose="02040503050406030204" pitchFamily="18" charset="0"/>
                          <a:ea typeface="微软雅黑" panose="020B0503020204020204" charset="-122"/>
                          <a:cs typeface="Cambria Math" panose="02040503050406030204" pitchFamily="18" charset="0"/>
                        </a:rPr>
                        <m:t>𝒚</m:t>
                      </m:r>
                      <m:r>
                        <a:rPr lang="en-US" altLang="zh-CN" sz="2800" b="1" i="1" dirty="0">
                          <a:solidFill>
                            <a:schemeClr val="bg1"/>
                          </a:solidFill>
                          <a:latin typeface="Cambria Math" panose="02040503050406030204" pitchFamily="18" charset="0"/>
                          <a:ea typeface="微软雅黑" panose="020B0503020204020204" charset="-122"/>
                          <a:cs typeface="Cambria Math" panose="02040503050406030204" pitchFamily="18" charset="0"/>
                        </a:rPr>
                        <m:t>=</m:t>
                      </m:r>
                      <m:r>
                        <a:rPr lang="en-US" altLang="zh-CN" sz="2800" b="1" i="1" dirty="0">
                          <a:solidFill>
                            <a:schemeClr val="bg1"/>
                          </a:solidFill>
                          <a:latin typeface="Cambria Math" panose="02040503050406030204" pitchFamily="18" charset="0"/>
                          <a:ea typeface="微软雅黑" panose="020B0503020204020204" charset="-122"/>
                          <a:cs typeface="Cambria Math" panose="02040503050406030204" pitchFamily="18" charset="0"/>
                        </a:rPr>
                        <m:t>𝒄𝒔𝒄𝒙</m:t>
                      </m:r>
                    </m:oMath>
                  </m:oMathPara>
                </a14:m>
                <a:endParaRPr lang="en-US" altLang="zh-CN" sz="2800" b="1" i="1" dirty="0">
                  <a:solidFill>
                    <a:schemeClr val="bg1"/>
                  </a:solidFill>
                  <a:latin typeface="Cambria Math" panose="02040503050406030204" pitchFamily="18" charset="0"/>
                  <a:ea typeface="微软雅黑" panose="020B0503020204020204" charset="-122"/>
                  <a:cs typeface="Cambria Math" panose="02040503050406030204" pitchFamily="18" charset="0"/>
                </a:endParaRPr>
              </a:p>
            </p:txBody>
          </p:sp>
        </mc:Choice>
        <mc:Fallback>
          <p:sp>
            <p:nvSpPr>
              <p:cNvPr id="5" name="文本框 4"/>
              <p:cNvSpPr txBox="1">
                <a:spLocks noRot="1" noChangeAspect="1" noMove="1" noResize="1" noEditPoints="1" noAdjustHandles="1" noChangeArrowheads="1" noChangeShapeType="1" noTextEdit="1"/>
              </p:cNvSpPr>
              <p:nvPr>
                <p:custDataLst>
                  <p:tags r:id="rId8"/>
                </p:custDataLst>
              </p:nvPr>
            </p:nvSpPr>
            <p:spPr>
              <a:xfrm>
                <a:off x="1005205" y="3581400"/>
                <a:ext cx="8392160" cy="2132965"/>
              </a:xfrm>
              <a:prstGeom prst="rect">
                <a:avLst/>
              </a:prstGeom>
              <a:blipFill rotWithShape="1">
                <a:blip r:embed="rId9"/>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文本框 5"/>
              <p:cNvSpPr txBox="1"/>
              <p:nvPr/>
            </p:nvSpPr>
            <p:spPr>
              <a:xfrm>
                <a:off x="1066800" y="4724400"/>
                <a:ext cx="9327515" cy="1704340"/>
              </a:xfrm>
              <a:prstGeom prst="rect">
                <a:avLst/>
              </a:prstGeom>
              <a:noFill/>
            </p:spPr>
            <p:txBody>
              <a:bodyPr wrap="square" rtlCol="0">
                <a:spAutoFit/>
              </a:bodyPr>
              <a:p>
                <a:br>
                  <a:rPr lang="zh-CN" altLang="en-US" sz="2400" b="1" dirty="0">
                    <a:solidFill>
                      <a:schemeClr val="bg1"/>
                    </a:solidFill>
                    <a:latin typeface="微软雅黑" panose="020B0503020204020204" charset="-122"/>
                    <a:ea typeface="微软雅黑" panose="020B0503020204020204" charset="-122"/>
                  </a:rPr>
                </a:br>
                <a:r>
                  <a:rPr lang="zh-CN" altLang="en-US" sz="2400" b="1" dirty="0">
                    <a:solidFill>
                      <a:schemeClr val="bg1"/>
                    </a:solidFill>
                    <a:latin typeface="微软雅黑" panose="020B0503020204020204" charset="-122"/>
                    <a:ea typeface="微软雅黑" panose="020B0503020204020204" charset="-122"/>
                  </a:rPr>
                  <a:t>（</a:t>
                </a:r>
                <a:r>
                  <a:rPr lang="en-US" altLang="zh-CN" sz="2400" b="1" dirty="0">
                    <a:solidFill>
                      <a:schemeClr val="bg1"/>
                    </a:solidFill>
                    <a:latin typeface="微软雅黑" panose="020B0503020204020204" charset="-122"/>
                    <a:ea typeface="微软雅黑" panose="020B0503020204020204" charset="-122"/>
                  </a:rPr>
                  <a:t>5</a:t>
                </a:r>
                <a:r>
                  <a:rPr lang="zh-CN" altLang="en-US" sz="2400" b="1" dirty="0">
                    <a:solidFill>
                      <a:schemeClr val="bg1"/>
                    </a:solidFill>
                    <a:latin typeface="微软雅黑" panose="020B0503020204020204" charset="-122"/>
                    <a:ea typeface="微软雅黑" panose="020B0503020204020204" charset="-122"/>
                  </a:rPr>
                  <a:t>）</a:t>
                </a:r>
                <a14:m>
                  <m:oMath xmlns:m="http://schemas.openxmlformats.org/officeDocument/2006/math">
                    <m:r>
                      <a:rPr lang="zh-CN" altLang="en-US" sz="2400" b="1" dirty="0">
                        <a:solidFill>
                          <a:schemeClr val="bg1"/>
                        </a:solidFill>
                        <a:latin typeface="Cambria Math" panose="02040503050406030204" pitchFamily="18" charset="0"/>
                        <a:ea typeface="微软雅黑" panose="020B0503020204020204" charset="-122"/>
                        <a:cs typeface="Cambria Math" panose="02040503050406030204" pitchFamily="18" charset="0"/>
                      </a:rPr>
                      <m:t>反三角函数</m:t>
                    </m:r>
                    <m:r>
                      <a:rPr lang="en-US" altLang="zh-CN" sz="2400" b="1" dirty="0">
                        <a:solidFill>
                          <a:schemeClr val="bg1"/>
                        </a:solidFill>
                        <a:latin typeface="Cambria Math" panose="02040503050406030204" pitchFamily="18" charset="0"/>
                        <a:ea typeface="微软雅黑" panose="020B0503020204020204" charset="-122"/>
                        <a:cs typeface="Cambria Math" panose="02040503050406030204" pitchFamily="18" charset="0"/>
                      </a:rPr>
                      <m:t>        </m:t>
                    </m:r>
                  </m:oMath>
                </a14:m>
                <a:br>
                  <a:rPr lang="en-US" altLang="zh-CN" sz="2400" b="1" dirty="0">
                    <a:solidFill>
                      <a:schemeClr val="bg1"/>
                    </a:solidFill>
                    <a:latin typeface="Cambria Math" panose="02040503050406030204" pitchFamily="18" charset="0"/>
                    <a:ea typeface="微软雅黑" panose="020B0503020204020204" charset="-122"/>
                    <a:cs typeface="Cambria Math" panose="02040503050406030204" pitchFamily="18" charset="0"/>
                  </a:rPr>
                </a:br>
                <a14:m>
                  <m:oMathPara xmlns:m="http://schemas.openxmlformats.org/officeDocument/2006/math">
                    <m:oMathParaPr>
                      <m:jc m:val="centerGroup"/>
                    </m:oMathParaPr>
                    <m:oMath xmlns:m="http://schemas.openxmlformats.org/officeDocument/2006/math">
                      <m:r>
                        <a:rPr lang="en-US" altLang="zh-CN" sz="2400" b="1" dirty="0">
                          <a:solidFill>
                            <a:schemeClr val="bg1"/>
                          </a:solidFill>
                          <a:latin typeface="Cambria Math" panose="02040503050406030204" pitchFamily="18" charset="0"/>
                          <a:ea typeface="微软雅黑" panose="020B0503020204020204" charset="-122"/>
                          <a:cs typeface="Cambria Math" panose="02040503050406030204" pitchFamily="18" charset="0"/>
                        </a:rPr>
                        <m:t>𝐲</m:t>
                      </m:r>
                      <m:r>
                        <a:rPr lang="en-US" altLang="zh-CN" sz="2400" b="1" dirty="0">
                          <a:solidFill>
                            <a:schemeClr val="bg1"/>
                          </a:solidFill>
                          <a:latin typeface="Cambria Math" panose="02040503050406030204" pitchFamily="18" charset="0"/>
                          <a:ea typeface="微软雅黑" panose="020B0503020204020204" charset="-122"/>
                          <a:cs typeface="Cambria Math" panose="02040503050406030204" pitchFamily="18" charset="0"/>
                        </a:rPr>
                        <m:t>=</m:t>
                      </m:r>
                      <m:r>
                        <a:rPr lang="en-US" altLang="zh-CN" sz="2400" b="1" dirty="0">
                          <a:solidFill>
                            <a:schemeClr val="bg1"/>
                          </a:solidFill>
                          <a:latin typeface="Cambria Math" panose="02040503050406030204" pitchFamily="18" charset="0"/>
                          <a:ea typeface="微软雅黑" panose="020B0503020204020204" charset="-122"/>
                          <a:cs typeface="Cambria Math" panose="02040503050406030204" pitchFamily="18" charset="0"/>
                        </a:rPr>
                        <m:t>𝐚𝐫𝐜</m:t>
                      </m:r>
                      <m:r>
                        <a:rPr lang="en-US" altLang="zh-CN" sz="2400" b="1" i="1" dirty="0">
                          <a:solidFill>
                            <a:schemeClr val="bg1"/>
                          </a:solidFill>
                          <a:latin typeface="Cambria Math" panose="02040503050406030204" pitchFamily="18" charset="0"/>
                          <a:ea typeface="微软雅黑" panose="020B0503020204020204" charset="-122"/>
                          <a:cs typeface="Cambria Math" panose="02040503050406030204" pitchFamily="18" charset="0"/>
                        </a:rPr>
                        <m:t>𝒔𝒊𝒏𝒙</m:t>
                      </m:r>
                      <m:r>
                        <a:rPr lang="en-US" altLang="zh-CN" sz="2400" b="1" i="1" dirty="0">
                          <a:solidFill>
                            <a:schemeClr val="bg1"/>
                          </a:solidFill>
                          <a:latin typeface="Cambria Math" panose="02040503050406030204" pitchFamily="18" charset="0"/>
                          <a:ea typeface="微软雅黑" panose="020B0503020204020204" charset="-122"/>
                          <a:cs typeface="Cambria Math" panose="02040503050406030204" pitchFamily="18" charset="0"/>
                        </a:rPr>
                        <m:t>,</m:t>
                      </m:r>
                      <m:r>
                        <a:rPr lang="en-US" altLang="zh-CN" sz="2400" b="1" i="1" dirty="0">
                          <a:solidFill>
                            <a:schemeClr val="bg1"/>
                          </a:solidFill>
                          <a:latin typeface="Cambria Math" panose="02040503050406030204" pitchFamily="18" charset="0"/>
                          <a:ea typeface="微软雅黑" panose="020B0503020204020204" charset="-122"/>
                          <a:cs typeface="Cambria Math" panose="02040503050406030204" pitchFamily="18" charset="0"/>
                        </a:rPr>
                        <m:t>𝒚</m:t>
                      </m:r>
                      <m:r>
                        <a:rPr lang="en-US" altLang="zh-CN" sz="2400" b="1" i="1" dirty="0">
                          <a:solidFill>
                            <a:schemeClr val="bg1"/>
                          </a:solidFill>
                          <a:latin typeface="Cambria Math" panose="02040503050406030204" pitchFamily="18" charset="0"/>
                          <a:ea typeface="微软雅黑" panose="020B0503020204020204" charset="-122"/>
                          <a:cs typeface="Cambria Math" panose="02040503050406030204" pitchFamily="18" charset="0"/>
                        </a:rPr>
                        <m:t>=</m:t>
                      </m:r>
                      <m:r>
                        <a:rPr lang="en-US" altLang="zh-CN" sz="2400" b="1" i="1" dirty="0">
                          <a:solidFill>
                            <a:schemeClr val="bg1"/>
                          </a:solidFill>
                          <a:latin typeface="Cambria Math" panose="02040503050406030204" pitchFamily="18" charset="0"/>
                          <a:ea typeface="微软雅黑" panose="020B0503020204020204" charset="-122"/>
                          <a:cs typeface="Cambria Math" panose="02040503050406030204" pitchFamily="18" charset="0"/>
                        </a:rPr>
                        <m:t>𝒂𝒓𝒄𝒄𝒐𝒔𝒙</m:t>
                      </m:r>
                      <m:r>
                        <a:rPr lang="en-US" altLang="zh-CN" sz="2400" b="1" i="1" dirty="0">
                          <a:solidFill>
                            <a:schemeClr val="bg1"/>
                          </a:solidFill>
                          <a:latin typeface="Cambria Math" panose="02040503050406030204" pitchFamily="18" charset="0"/>
                          <a:ea typeface="微软雅黑" panose="020B0503020204020204" charset="-122"/>
                          <a:cs typeface="Cambria Math" panose="02040503050406030204" pitchFamily="18" charset="0"/>
                        </a:rPr>
                        <m:t>,</m:t>
                      </m:r>
                    </m:oMath>
                  </m:oMathPara>
                </a14:m>
                <a:endParaRPr lang="en-US" altLang="zh-CN" sz="2400" b="1" i="1" dirty="0">
                  <a:solidFill>
                    <a:schemeClr val="bg1"/>
                  </a:solidFill>
                  <a:latin typeface="Cambria Math" panose="02040503050406030204" pitchFamily="18" charset="0"/>
                  <a:ea typeface="微软雅黑" panose="020B0503020204020204" charset="-122"/>
                  <a:cs typeface="Cambria Math" panose="02040503050406030204" pitchFamily="18" charset="0"/>
                </a:endParaRPr>
              </a:p>
              <a:p>
                <a14:m>
                  <m:oMathPara xmlns:m="http://schemas.openxmlformats.org/officeDocument/2006/math">
                    <m:oMathParaPr>
                      <m:jc m:val="centerGroup"/>
                    </m:oMathParaPr>
                    <m:oMath xmlns:m="http://schemas.openxmlformats.org/officeDocument/2006/math">
                      <m:r>
                        <a:rPr lang="en-US" altLang="zh-CN" sz="2400" b="1" i="1" dirty="0">
                          <a:solidFill>
                            <a:schemeClr val="bg1"/>
                          </a:solidFill>
                          <a:latin typeface="Cambria Math" panose="02040503050406030204" pitchFamily="18" charset="0"/>
                          <a:ea typeface="微软雅黑" panose="020B0503020204020204" charset="-122"/>
                          <a:cs typeface="Cambria Math" panose="02040503050406030204" pitchFamily="18" charset="0"/>
                        </a:rPr>
                        <m:t>𝒚</m:t>
                      </m:r>
                      <m:r>
                        <a:rPr lang="en-US" altLang="zh-CN" sz="2400" b="1" i="1" dirty="0">
                          <a:solidFill>
                            <a:schemeClr val="bg1"/>
                          </a:solidFill>
                          <a:latin typeface="Cambria Math" panose="02040503050406030204" pitchFamily="18" charset="0"/>
                          <a:ea typeface="微软雅黑" panose="020B0503020204020204" charset="-122"/>
                          <a:cs typeface="Cambria Math" panose="02040503050406030204" pitchFamily="18" charset="0"/>
                        </a:rPr>
                        <m:t>=</m:t>
                      </m:r>
                      <m:r>
                        <a:rPr lang="en-US" altLang="zh-CN" sz="2400" b="1" i="1" dirty="0">
                          <a:solidFill>
                            <a:schemeClr val="bg1"/>
                          </a:solidFill>
                          <a:latin typeface="Cambria Math" panose="02040503050406030204" pitchFamily="18" charset="0"/>
                          <a:ea typeface="微软雅黑" panose="020B0503020204020204" charset="-122"/>
                          <a:cs typeface="Cambria Math" panose="02040503050406030204" pitchFamily="18" charset="0"/>
                        </a:rPr>
                        <m:t>𝒂𝒓𝒄𝒕𝒂𝒏𝒙</m:t>
                      </m:r>
                      <m:r>
                        <a:rPr lang="en-US" altLang="zh-CN" sz="2400" b="1" i="1" dirty="0">
                          <a:solidFill>
                            <a:schemeClr val="bg1"/>
                          </a:solidFill>
                          <a:latin typeface="Cambria Math" panose="02040503050406030204" pitchFamily="18" charset="0"/>
                          <a:ea typeface="微软雅黑" panose="020B0503020204020204" charset="-122"/>
                          <a:cs typeface="Cambria Math" panose="02040503050406030204" pitchFamily="18" charset="0"/>
                        </a:rPr>
                        <m:t>,</m:t>
                      </m:r>
                      <m:r>
                        <a:rPr lang="en-US" altLang="zh-CN" sz="2400" b="1" i="1" dirty="0">
                          <a:solidFill>
                            <a:schemeClr val="bg1"/>
                          </a:solidFill>
                          <a:latin typeface="Cambria Math" panose="02040503050406030204" pitchFamily="18" charset="0"/>
                          <a:ea typeface="微软雅黑" panose="020B0503020204020204" charset="-122"/>
                          <a:cs typeface="Cambria Math" panose="02040503050406030204" pitchFamily="18" charset="0"/>
                        </a:rPr>
                        <m:t>𝒚</m:t>
                      </m:r>
                      <m:r>
                        <a:rPr lang="en-US" altLang="zh-CN" sz="2400" b="1" i="1" dirty="0">
                          <a:solidFill>
                            <a:schemeClr val="bg1"/>
                          </a:solidFill>
                          <a:latin typeface="Cambria Math" panose="02040503050406030204" pitchFamily="18" charset="0"/>
                          <a:ea typeface="微软雅黑" panose="020B0503020204020204" charset="-122"/>
                          <a:cs typeface="Cambria Math" panose="02040503050406030204" pitchFamily="18" charset="0"/>
                        </a:rPr>
                        <m:t>=</m:t>
                      </m:r>
                      <m:r>
                        <a:rPr lang="en-US" altLang="zh-CN" sz="2400" b="1" i="1" dirty="0">
                          <a:solidFill>
                            <a:schemeClr val="bg1"/>
                          </a:solidFill>
                          <a:latin typeface="Cambria Math" panose="02040503050406030204" pitchFamily="18" charset="0"/>
                          <a:ea typeface="微软雅黑" panose="020B0503020204020204" charset="-122"/>
                          <a:cs typeface="Cambria Math" panose="02040503050406030204" pitchFamily="18" charset="0"/>
                        </a:rPr>
                        <m:t>𝒂𝒓𝒄𝒄𝒐𝒕𝒙</m:t>
                      </m:r>
                    </m:oMath>
                  </m:oMathPara>
                </a14:m>
                <a:endParaRPr lang="en-US" altLang="zh-CN" sz="2400" b="1" i="1" dirty="0">
                  <a:solidFill>
                    <a:schemeClr val="bg1"/>
                  </a:solidFill>
                  <a:latin typeface="Cambria Math" panose="02040503050406030204" pitchFamily="18" charset="0"/>
                  <a:ea typeface="微软雅黑" panose="020B0503020204020204" charset="-122"/>
                  <a:cs typeface="Cambria Math" panose="02040503050406030204" pitchFamily="18" charset="0"/>
                </a:endParaRPr>
              </a:p>
            </p:txBody>
          </p:sp>
        </mc:Choice>
        <mc:Fallback>
          <p:sp>
            <p:nvSpPr>
              <p:cNvPr id="6" name="文本框 5"/>
              <p:cNvSpPr txBox="1">
                <a:spLocks noRot="1" noChangeAspect="1" noMove="1" noResize="1" noEditPoints="1" noAdjustHandles="1" noChangeArrowheads="1" noChangeShapeType="1" noTextEdit="1"/>
              </p:cNvSpPr>
              <p:nvPr/>
            </p:nvSpPr>
            <p:spPr>
              <a:xfrm>
                <a:off x="1066800" y="4724400"/>
                <a:ext cx="9327515" cy="1704340"/>
              </a:xfrm>
              <a:prstGeom prst="rect">
                <a:avLst/>
              </a:prstGeom>
              <a:blipFill rotWithShape="1">
                <a:blip r:embed="rId10"/>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文本框 6"/>
              <p:cNvSpPr txBox="1"/>
              <p:nvPr>
                <p:custDataLst>
                  <p:tags r:id="rId11"/>
                </p:custDataLst>
              </p:nvPr>
            </p:nvSpPr>
            <p:spPr>
              <a:xfrm>
                <a:off x="695960" y="2807970"/>
                <a:ext cx="4282440" cy="1271270"/>
              </a:xfrm>
              <a:prstGeom prst="rect">
                <a:avLst/>
              </a:prstGeom>
              <a:noFill/>
            </p:spPr>
            <p:txBody>
              <a:bodyPr wrap="square" rtlCol="0" anchor="t">
                <a:spAutoFit/>
              </a:bodyPr>
              <a:p>
                <a:r>
                  <a:rPr lang="zh-CN" altLang="en-US" sz="2800" b="1" dirty="0">
                    <a:solidFill>
                      <a:schemeClr val="bg1"/>
                    </a:solidFill>
                    <a:latin typeface="微软雅黑" panose="020B0503020204020204" charset="-122"/>
                    <a:ea typeface="微软雅黑" panose="020B0503020204020204" charset="-122"/>
                    <a:sym typeface="+mn-ea"/>
                  </a:rPr>
                  <a:t>（</a:t>
                </a:r>
                <a:r>
                  <a:rPr lang="en-US" altLang="zh-CN" sz="2800" b="1" dirty="0">
                    <a:solidFill>
                      <a:schemeClr val="bg1"/>
                    </a:solidFill>
                    <a:latin typeface="微软雅黑" panose="020B0503020204020204" charset="-122"/>
                    <a:ea typeface="微软雅黑" panose="020B0503020204020204" charset="-122"/>
                    <a:sym typeface="+mn-ea"/>
                  </a:rPr>
                  <a:t>2</a:t>
                </a:r>
                <a:r>
                  <a:rPr lang="zh-CN" altLang="en-US" sz="2800" b="1" dirty="0">
                    <a:solidFill>
                      <a:schemeClr val="bg1"/>
                    </a:solidFill>
                    <a:latin typeface="微软雅黑" panose="020B0503020204020204" charset="-122"/>
                    <a:ea typeface="微软雅黑" panose="020B0503020204020204" charset="-122"/>
                    <a:sym typeface="+mn-ea"/>
                  </a:rPr>
                  <a:t>）</a:t>
                </a:r>
                <a14:m>
                  <m:oMath xmlns:m="http://schemas.openxmlformats.org/officeDocument/2006/math">
                    <m:r>
                      <a:rPr lang="zh-CN" altLang="en-US" sz="2800" b="1" dirty="0">
                        <a:solidFill>
                          <a:schemeClr val="bg1"/>
                        </a:solidFill>
                        <a:latin typeface="Cambria Math" panose="02040503050406030204" pitchFamily="18" charset="0"/>
                        <a:ea typeface="微软雅黑" panose="020B0503020204020204" charset="-122"/>
                        <a:cs typeface="Cambria Math" panose="02040503050406030204" pitchFamily="18" charset="0"/>
                      </a:rPr>
                      <m:t>指数函数</m:t>
                    </m:r>
                    <m:r>
                      <a:rPr lang="en-US" altLang="zh-CN" sz="2800" b="1" dirty="0">
                        <a:solidFill>
                          <a:schemeClr val="bg1"/>
                        </a:solidFill>
                        <a:latin typeface="Cambria Math" panose="02040503050406030204" pitchFamily="18" charset="0"/>
                        <a:ea typeface="微软雅黑" panose="020B0503020204020204" charset="-122"/>
                        <a:cs typeface="Cambria Math" panose="02040503050406030204" pitchFamily="18" charset="0"/>
                      </a:rPr>
                      <m:t>  </m:t>
                    </m:r>
                    <m:r>
                      <a:rPr lang="en-US" altLang="zh-CN" sz="2800" b="1" dirty="0">
                        <a:solidFill>
                          <a:schemeClr val="bg1"/>
                        </a:solidFill>
                        <a:latin typeface="Cambria Math" panose="02040503050406030204" pitchFamily="18" charset="0"/>
                        <a:ea typeface="微软雅黑" panose="020B0503020204020204" charset="-122"/>
                        <a:cs typeface="Cambria Math" panose="02040503050406030204" pitchFamily="18" charset="0"/>
                      </a:rPr>
                      <m:t>𝐲</m:t>
                    </m:r>
                    <m:r>
                      <a:rPr lang="en-US" altLang="zh-CN" sz="2800" b="1" dirty="0">
                        <a:solidFill>
                          <a:schemeClr val="bg1"/>
                        </a:solidFill>
                        <a:latin typeface="Cambria Math" panose="02040503050406030204" pitchFamily="18" charset="0"/>
                        <a:ea typeface="微软雅黑" panose="020B0503020204020204" charset="-122"/>
                        <a:cs typeface="Cambria Math" panose="02040503050406030204" pitchFamily="18" charset="0"/>
                      </a:rPr>
                      <m:t>=</m:t>
                    </m:r>
                    <m:sSup>
                      <m:sSupPr>
                        <m:ctrlPr>
                          <a:rPr lang="en-US" altLang="zh-CN" sz="2800" b="1" i="1" dirty="0">
                            <a:solidFill>
                              <a:schemeClr val="bg1"/>
                            </a:solidFill>
                            <a:latin typeface="Cambria Math" panose="02040503050406030204" pitchFamily="18" charset="0"/>
                            <a:ea typeface="微软雅黑" panose="020B0503020204020204" charset="-122"/>
                            <a:cs typeface="Cambria Math" panose="02040503050406030204" pitchFamily="18" charset="0"/>
                          </a:rPr>
                        </m:ctrlPr>
                      </m:sSupPr>
                      <m:e>
                        <m:r>
                          <a:rPr lang="en-US" altLang="zh-CN" sz="2800" b="1" i="1" dirty="0">
                            <a:solidFill>
                              <a:schemeClr val="bg1"/>
                            </a:solidFill>
                            <a:latin typeface="Cambria Math" panose="02040503050406030204" pitchFamily="18" charset="0"/>
                            <a:ea typeface="微软雅黑" panose="020B0503020204020204" charset="-122"/>
                            <a:cs typeface="Cambria Math" panose="02040503050406030204" pitchFamily="18" charset="0"/>
                          </a:rPr>
                          <m:t>𝒂</m:t>
                        </m:r>
                      </m:e>
                      <m:sup>
                        <m:r>
                          <a:rPr lang="en-US" altLang="zh-CN" sz="2800" b="1" i="1" dirty="0">
                            <a:solidFill>
                              <a:schemeClr val="bg1"/>
                            </a:solidFill>
                            <a:latin typeface="Cambria Math" panose="02040503050406030204" pitchFamily="18" charset="0"/>
                            <a:ea typeface="微软雅黑" panose="020B0503020204020204" charset="-122"/>
                            <a:cs typeface="Cambria Math" panose="02040503050406030204" pitchFamily="18" charset="0"/>
                          </a:rPr>
                          <m:t>𝒙</m:t>
                        </m:r>
                      </m:sup>
                    </m:sSup>
                  </m:oMath>
                </a14:m>
                <a:r>
                  <a:rPr lang="en-US" altLang="zh-CN" sz="2800" b="1" i="1" dirty="0">
                    <a:solidFill>
                      <a:schemeClr val="bg1"/>
                    </a:solidFill>
                    <a:latin typeface="Cambria Math" panose="02040503050406030204" pitchFamily="18" charset="0"/>
                    <a:ea typeface="微软雅黑" panose="020B0503020204020204" charset="-122"/>
                    <a:cs typeface="Cambria Math" panose="02040503050406030204" pitchFamily="18" charset="0"/>
                  </a:rPr>
                  <a:t>   </a:t>
                </a:r>
                <a14:m>
                  <m:oMath xmlns:m="http://schemas.openxmlformats.org/officeDocument/2006/math">
                    <m:r>
                      <a:rPr lang="en-US" altLang="zh-CN" sz="2800" b="1" i="1" dirty="0">
                        <a:solidFill>
                          <a:schemeClr val="bg1"/>
                        </a:solidFill>
                        <a:latin typeface="Cambria Math" panose="02040503050406030204" pitchFamily="18" charset="0"/>
                        <a:ea typeface="微软雅黑" panose="020B0503020204020204" charset="-122"/>
                        <a:cs typeface="Cambria Math" panose="02040503050406030204" pitchFamily="18" charset="0"/>
                      </a:rPr>
                      <m:t>（</m:t>
                    </m:r>
                    <m:sSup>
                      <m:sSupPr>
                        <m:ctrlPr>
                          <a:rPr lang="en-US" altLang="zh-CN" sz="2800" b="1" i="1" dirty="0">
                            <a:solidFill>
                              <a:schemeClr val="bg1"/>
                            </a:solidFill>
                            <a:latin typeface="Cambria Math" panose="02040503050406030204" pitchFamily="18" charset="0"/>
                            <a:ea typeface="微软雅黑" panose="020B0503020204020204" charset="-122"/>
                            <a:cs typeface="Cambria Math" panose="02040503050406030204" pitchFamily="18" charset="0"/>
                          </a:rPr>
                        </m:ctrlPr>
                      </m:sSupPr>
                      <m:e>
                        <m:r>
                          <a:rPr lang="en-US" altLang="zh-CN" sz="2800" b="1" i="1" dirty="0">
                            <a:solidFill>
                              <a:schemeClr val="bg1"/>
                            </a:solidFill>
                            <a:latin typeface="Cambria Math" panose="02040503050406030204" pitchFamily="18" charset="0"/>
                            <a:ea typeface="微软雅黑" panose="020B0503020204020204" charset="-122"/>
                            <a:cs typeface="Cambria Math" panose="02040503050406030204" pitchFamily="18" charset="0"/>
                          </a:rPr>
                          <m:t>𝒆</m:t>
                        </m:r>
                      </m:e>
                      <m:sup>
                        <m:r>
                          <a:rPr lang="en-US" altLang="zh-CN" sz="2800" b="1" i="1" dirty="0">
                            <a:solidFill>
                              <a:schemeClr val="bg1"/>
                            </a:solidFill>
                            <a:latin typeface="Cambria Math" panose="02040503050406030204" pitchFamily="18" charset="0"/>
                            <a:ea typeface="微软雅黑" panose="020B0503020204020204" charset="-122"/>
                            <a:cs typeface="Cambria Math" panose="02040503050406030204" pitchFamily="18" charset="0"/>
                          </a:rPr>
                          <m:t>𝒙</m:t>
                        </m:r>
                      </m:sup>
                    </m:sSup>
                  </m:oMath>
                </a14:m>
                <a:r>
                  <a:rPr lang="zh-CN" altLang="en-US" sz="2800" b="1" dirty="0">
                    <a:solidFill>
                      <a:schemeClr val="bg1"/>
                    </a:solidFill>
                    <a:latin typeface="Cambria Math" panose="02040503050406030204" pitchFamily="18" charset="0"/>
                    <a:ea typeface="微软雅黑" panose="020B0503020204020204" charset="-122"/>
                    <a:cs typeface="Cambria Math" panose="02040503050406030204" pitchFamily="18" charset="0"/>
                  </a:rPr>
                  <a:t>）</a:t>
                </a:r>
                <a:endParaRPr lang="zh-CN" altLang="en-US" sz="2800" b="1" dirty="0">
                  <a:solidFill>
                    <a:schemeClr val="bg1"/>
                  </a:solidFill>
                  <a:latin typeface="Cambria Math" panose="02040503050406030204" pitchFamily="18" charset="0"/>
                  <a:ea typeface="微软雅黑" panose="020B0503020204020204" charset="-122"/>
                  <a:cs typeface="Cambria Math" panose="02040503050406030204" pitchFamily="18" charset="0"/>
                </a:endParaRPr>
              </a:p>
            </p:txBody>
          </p:sp>
        </mc:Choice>
        <mc:Fallback>
          <p:sp>
            <p:nvSpPr>
              <p:cNvPr id="7" name="文本框 6"/>
              <p:cNvSpPr txBox="1">
                <a:spLocks noRot="1" noChangeAspect="1" noMove="1" noResize="1" noEditPoints="1" noAdjustHandles="1" noChangeArrowheads="1" noChangeShapeType="1" noTextEdit="1"/>
              </p:cNvSpPr>
              <p:nvPr>
                <p:custDataLst>
                  <p:tags r:id="rId12"/>
                </p:custDataLst>
              </p:nvPr>
            </p:nvSpPr>
            <p:spPr>
              <a:xfrm>
                <a:off x="695960" y="2807970"/>
                <a:ext cx="4282440" cy="1271270"/>
              </a:xfrm>
              <a:prstGeom prst="rect">
                <a:avLst/>
              </a:prstGeom>
              <a:blipFill rotWithShape="1">
                <a:blip r:embed="rId13"/>
                <a:stretch>
                  <a:fillRect/>
                </a:stretch>
              </a:blipFill>
            </p:spPr>
            <p:txBody>
              <a:bodyPr/>
              <a:lstStyle/>
              <a:p>
                <a:r>
                  <a:rPr lang="zh-CN" altLang="en-US">
                    <a:noFill/>
                  </a:rPr>
                  <a:t> </a:t>
                </a:r>
              </a:p>
            </p:txBody>
          </p:sp>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rgbClr val="0D1B2A"/>
            </a:gs>
            <a:gs pos="60000">
              <a:srgbClr val="1B263B"/>
            </a:gs>
            <a:gs pos="100000">
              <a:srgbClr val="102A43"/>
            </a:gs>
          </a:gsLst>
          <a:lin ang="2700000" scaled="0"/>
        </a:gradFill>
        <a:effectLst/>
      </p:bgPr>
    </p:bg>
    <p:spTree>
      <p:nvGrpSpPr>
        <p:cNvPr id="1" name=""/>
        <p:cNvGrpSpPr/>
        <p:nvPr/>
      </p:nvGrpSpPr>
      <p:grpSpPr/>
      <p:sp>
        <p:nvSpPr>
          <p:cNvPr id="7" name="矩形 6"/>
          <p:cNvSpPr/>
          <p:nvPr/>
        </p:nvSpPr>
        <p:spPr>
          <a:xfrm>
            <a:off x="2057400" y="304800"/>
            <a:ext cx="5998210" cy="645160"/>
          </a:xfrm>
          <a:prstGeom prst="rect">
            <a:avLst/>
          </a:prstGeom>
        </p:spPr>
        <p:style>
          <a:lnRef idx="1">
            <a:schemeClr val="accent6"/>
          </a:lnRef>
          <a:fillRef idx="3">
            <a:schemeClr val="accent6"/>
          </a:fillRef>
          <a:effectRef idx="2">
            <a:schemeClr val="accent6"/>
          </a:effectRef>
          <a:fontRef idx="minor">
            <a:schemeClr val="lt1"/>
          </a:fontRef>
        </p:style>
        <p:txBody>
          <a:bodyPr wrap="square">
            <a:spAutoFit/>
            <a:scene3d>
              <a:camera prst="orthographicFront"/>
              <a:lightRig rig="threePt" dir="t"/>
            </a:scene3d>
          </a:bodyPr>
          <a:p>
            <a:pPr lvl="0" algn="ctr"/>
            <a:r>
              <a:rPr lang="zh-CN" altLang="en-US" sz="3600" b="1" dirty="0">
                <a:solidFill>
                  <a:schemeClr val="bg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Times New Roman" panose="02020603050405020304" pitchFamily="18" charset="0"/>
              </a:rPr>
              <a:t>预备知识</a:t>
            </a:r>
            <a:endParaRPr lang="zh-CN" altLang="en-US" sz="3600" b="1" dirty="0">
              <a:solidFill>
                <a:schemeClr val="bg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Times New Roman" panose="02020603050405020304" pitchFamily="18" charset="0"/>
            </a:endParaRPr>
          </a:p>
        </p:txBody>
      </p:sp>
      <p:sp>
        <p:nvSpPr>
          <p:cNvPr id="8" name="文本框 7"/>
          <p:cNvSpPr txBox="1"/>
          <p:nvPr/>
        </p:nvSpPr>
        <p:spPr>
          <a:xfrm>
            <a:off x="762000" y="1295400"/>
            <a:ext cx="5930265" cy="583565"/>
          </a:xfrm>
          <a:prstGeom prst="rect">
            <a:avLst/>
          </a:prstGeom>
          <a:noFill/>
        </p:spPr>
        <p:txBody>
          <a:bodyPr wrap="square" rtlCol="0">
            <a:spAutoFit/>
          </a:bodyPr>
          <a:p>
            <a:r>
              <a:rPr lang="en-US" altLang="zh-CN" sz="3200" b="1" dirty="0">
                <a:solidFill>
                  <a:schemeClr val="bg1"/>
                </a:solidFill>
                <a:latin typeface="微软雅黑" panose="020B0503020204020204" charset="-122"/>
                <a:ea typeface="微软雅黑" panose="020B0503020204020204" charset="-122"/>
              </a:rPr>
              <a:t>2</a:t>
            </a:r>
            <a:r>
              <a:rPr lang="zh-CN" altLang="en-US" sz="3200" b="1" dirty="0">
                <a:solidFill>
                  <a:schemeClr val="bg1"/>
                </a:solidFill>
                <a:latin typeface="微软雅黑" panose="020B0503020204020204" charset="-122"/>
                <a:ea typeface="微软雅黑" panose="020B0503020204020204" charset="-122"/>
              </a:rPr>
              <a:t>、常用的基本公式</a:t>
            </a:r>
            <a:endParaRPr lang="zh-CN" altLang="en-US" sz="3200" b="1" dirty="0">
              <a:solidFill>
                <a:schemeClr val="bg1"/>
              </a:solidFill>
              <a:latin typeface="微软雅黑" panose="020B0503020204020204" charset="-122"/>
              <a:ea typeface="微软雅黑" panose="020B0503020204020204" charset="-122"/>
            </a:endParaRPr>
          </a:p>
        </p:txBody>
      </p:sp>
      <mc:AlternateContent xmlns:mc="http://schemas.openxmlformats.org/markup-compatibility/2006">
        <mc:Choice xmlns:a14="http://schemas.microsoft.com/office/drawing/2010/main" Requires="a14">
          <p:sp>
            <p:nvSpPr>
              <p:cNvPr id="9" name="文本框 8"/>
              <p:cNvSpPr txBox="1"/>
              <p:nvPr/>
            </p:nvSpPr>
            <p:spPr>
              <a:xfrm>
                <a:off x="990600" y="1981200"/>
                <a:ext cx="8392160" cy="1694815"/>
              </a:xfrm>
              <a:prstGeom prst="rect">
                <a:avLst/>
              </a:prstGeom>
              <a:noFill/>
            </p:spPr>
            <p:txBody>
              <a:bodyPr wrap="square" rtlCol="0">
                <a:spAutoFit/>
              </a:bodyPr>
              <a:p>
                <a:r>
                  <a:rPr lang="zh-CN" altLang="en-US" sz="3200" b="1" dirty="0">
                    <a:solidFill>
                      <a:schemeClr val="bg1"/>
                    </a:solidFill>
                    <a:latin typeface="微软雅黑" panose="020B0503020204020204" charset="-122"/>
                    <a:ea typeface="微软雅黑" panose="020B0503020204020204" charset="-122"/>
                  </a:rPr>
                  <a:t>（</a:t>
                </a:r>
                <a:r>
                  <a:rPr lang="en-US" altLang="zh-CN" sz="3200" b="1" dirty="0">
                    <a:solidFill>
                      <a:schemeClr val="bg1"/>
                    </a:solidFill>
                    <a:latin typeface="微软雅黑" panose="020B0503020204020204" charset="-122"/>
                    <a:ea typeface="微软雅黑" panose="020B0503020204020204" charset="-122"/>
                  </a:rPr>
                  <a:t>1</a:t>
                </a:r>
                <a:r>
                  <a:rPr lang="zh-CN" altLang="en-US" sz="3200" b="1" dirty="0">
                    <a:solidFill>
                      <a:schemeClr val="bg1"/>
                    </a:solidFill>
                    <a:latin typeface="微软雅黑" panose="020B0503020204020204" charset="-122"/>
                    <a:ea typeface="微软雅黑" panose="020B0503020204020204" charset="-122"/>
                  </a:rPr>
                  <a:t>）和差的平方</a:t>
                </a:r>
                <a:r>
                  <a:rPr lang="en-US" altLang="zh-CN" sz="3200" b="1" dirty="0">
                    <a:solidFill>
                      <a:schemeClr val="bg1"/>
                    </a:solidFill>
                    <a:latin typeface="微软雅黑" panose="020B0503020204020204" charset="-122"/>
                    <a:ea typeface="微软雅黑" panose="020B0503020204020204" charset="-122"/>
                  </a:rPr>
                  <a:t>  </a:t>
                </a:r>
                <a14:m>
                  <m:oMath xmlns:m="http://schemas.openxmlformats.org/officeDocument/2006/math">
                    <m:sSup>
                      <m:sSupPr>
                        <m:ctrlPr>
                          <a:rPr lang="en-US" altLang="zh-CN" sz="3200" b="1" i="1" dirty="0">
                            <a:solidFill>
                              <a:schemeClr val="bg1"/>
                            </a:solidFill>
                            <a:latin typeface="Cambria Math" panose="02040503050406030204" pitchFamily="18" charset="0"/>
                            <a:ea typeface="微软雅黑" panose="020B0503020204020204" charset="-122"/>
                            <a:cs typeface="Cambria Math" panose="02040503050406030204" pitchFamily="18" charset="0"/>
                          </a:rPr>
                        </m:ctrlPr>
                      </m:sSupPr>
                      <m:e>
                        <m:r>
                          <a:rPr lang="en-US" altLang="zh-CN" sz="3200" b="1" i="1" dirty="0">
                            <a:solidFill>
                              <a:schemeClr val="bg1"/>
                            </a:solidFill>
                            <a:latin typeface="Cambria Math" panose="02040503050406030204" pitchFamily="18" charset="0"/>
                            <a:ea typeface="微软雅黑" panose="020B0503020204020204" charset="-122"/>
                            <a:cs typeface="Cambria Math" panose="02040503050406030204" pitchFamily="18" charset="0"/>
                          </a:rPr>
                          <m:t>（</m:t>
                        </m:r>
                        <m:r>
                          <a:rPr lang="en-US" altLang="zh-CN" sz="3200" b="1" i="1" dirty="0">
                            <a:solidFill>
                              <a:schemeClr val="bg1"/>
                            </a:solidFill>
                            <a:latin typeface="Cambria Math" panose="02040503050406030204" pitchFamily="18" charset="0"/>
                            <a:ea typeface="微软雅黑" panose="020B0503020204020204" charset="-122"/>
                            <a:cs typeface="Cambria Math" panose="02040503050406030204" pitchFamily="18" charset="0"/>
                          </a:rPr>
                          <m:t>𝒂</m:t>
                        </m:r>
                        <m:r>
                          <a:rPr lang="en-US" altLang="zh-CN" sz="3200" b="1" i="1" dirty="0">
                            <a:solidFill>
                              <a:schemeClr val="bg1"/>
                            </a:solidFill>
                            <a:latin typeface="Cambria Math" panose="02040503050406030204" pitchFamily="18" charset="0"/>
                            <a:ea typeface="微软雅黑" panose="020B0503020204020204" charset="-122"/>
                            <a:cs typeface="Cambria Math" panose="02040503050406030204" pitchFamily="18" charset="0"/>
                          </a:rPr>
                          <m:t>±</m:t>
                        </m:r>
                        <m:r>
                          <a:rPr lang="en-US" altLang="zh-CN" sz="3200" b="1" i="1" dirty="0">
                            <a:solidFill>
                              <a:schemeClr val="bg1"/>
                            </a:solidFill>
                            <a:latin typeface="Cambria Math" panose="02040503050406030204" pitchFamily="18" charset="0"/>
                            <a:ea typeface="微软雅黑" panose="020B0503020204020204" charset="-122"/>
                            <a:cs typeface="Cambria Math" panose="02040503050406030204" pitchFamily="18" charset="0"/>
                          </a:rPr>
                          <m:t>𝒃</m:t>
                        </m:r>
                        <m:r>
                          <a:rPr lang="en-US" altLang="zh-CN" sz="3200" b="1" i="1" dirty="0">
                            <a:solidFill>
                              <a:schemeClr val="bg1"/>
                            </a:solidFill>
                            <a:latin typeface="Cambria Math" panose="02040503050406030204" pitchFamily="18" charset="0"/>
                            <a:ea typeface="微软雅黑" panose="020B0503020204020204" charset="-122"/>
                            <a:cs typeface="Cambria Math" panose="02040503050406030204" pitchFamily="18" charset="0"/>
                          </a:rPr>
                          <m:t>）</m:t>
                        </m:r>
                      </m:e>
                      <m:sup>
                        <m:r>
                          <a:rPr lang="en-US" altLang="zh-CN" sz="3200" b="1" i="1" dirty="0">
                            <a:solidFill>
                              <a:schemeClr val="bg1"/>
                            </a:solidFill>
                            <a:latin typeface="Cambria Math" panose="02040503050406030204" pitchFamily="18" charset="0"/>
                            <a:ea typeface="微软雅黑" panose="020B0503020204020204" charset="-122"/>
                            <a:cs typeface="Cambria Math" panose="02040503050406030204" pitchFamily="18" charset="0"/>
                          </a:rPr>
                          <m:t>𝟐</m:t>
                        </m:r>
                      </m:sup>
                    </m:sSup>
                    <m:r>
                      <a:rPr lang="en-US" altLang="zh-CN" sz="3200" b="1" i="1" dirty="0">
                        <a:solidFill>
                          <a:schemeClr val="bg1"/>
                        </a:solidFill>
                        <a:latin typeface="Cambria Math" panose="02040503050406030204" pitchFamily="18" charset="0"/>
                        <a:ea typeface="微软雅黑" panose="020B0503020204020204" charset="-122"/>
                        <a:cs typeface="Cambria Math" panose="02040503050406030204" pitchFamily="18" charset="0"/>
                      </a:rPr>
                      <m:t>=</m:t>
                    </m:r>
                    <m:sSup>
                      <m:sSupPr>
                        <m:ctrlPr>
                          <a:rPr lang="en-US" altLang="zh-CN" sz="3200" b="1" i="1" dirty="0">
                            <a:solidFill>
                              <a:schemeClr val="bg1"/>
                            </a:solidFill>
                            <a:latin typeface="Cambria Math" panose="02040503050406030204" pitchFamily="18" charset="0"/>
                            <a:ea typeface="微软雅黑" panose="020B0503020204020204" charset="-122"/>
                            <a:cs typeface="Cambria Math" panose="02040503050406030204" pitchFamily="18" charset="0"/>
                          </a:rPr>
                        </m:ctrlPr>
                      </m:sSupPr>
                      <m:e>
                        <m:r>
                          <a:rPr lang="en-US" altLang="zh-CN" sz="3200" b="1" i="1" dirty="0">
                            <a:solidFill>
                              <a:schemeClr val="bg1"/>
                            </a:solidFill>
                            <a:latin typeface="Cambria Math" panose="02040503050406030204" pitchFamily="18" charset="0"/>
                            <a:ea typeface="微软雅黑" panose="020B0503020204020204" charset="-122"/>
                            <a:cs typeface="Cambria Math" panose="02040503050406030204" pitchFamily="18" charset="0"/>
                          </a:rPr>
                          <m:t>𝒂</m:t>
                        </m:r>
                      </m:e>
                      <m:sup>
                        <m:r>
                          <a:rPr lang="en-US" altLang="zh-CN" sz="3200" b="1" i="1" dirty="0">
                            <a:solidFill>
                              <a:schemeClr val="bg1"/>
                            </a:solidFill>
                            <a:latin typeface="Cambria Math" panose="02040503050406030204" pitchFamily="18" charset="0"/>
                            <a:ea typeface="微软雅黑" panose="020B0503020204020204" charset="-122"/>
                            <a:cs typeface="Cambria Math" panose="02040503050406030204" pitchFamily="18" charset="0"/>
                          </a:rPr>
                          <m:t>𝟐</m:t>
                        </m:r>
                      </m:sup>
                    </m:sSup>
                    <m:r>
                      <a:rPr lang="en-US" altLang="zh-CN" sz="3200" b="1" i="1" dirty="0">
                        <a:solidFill>
                          <a:schemeClr val="bg1"/>
                        </a:solidFill>
                        <a:latin typeface="Cambria Math" panose="02040503050406030204" pitchFamily="18" charset="0"/>
                        <a:ea typeface="微软雅黑" panose="020B0503020204020204" charset="-122"/>
                        <a:cs typeface="Cambria Math" panose="02040503050406030204" pitchFamily="18" charset="0"/>
                      </a:rPr>
                      <m:t>±</m:t>
                    </m:r>
                    <m:r>
                      <a:rPr lang="en-US" altLang="zh-CN" sz="3200" b="1" i="1" dirty="0">
                        <a:solidFill>
                          <a:schemeClr val="bg1"/>
                        </a:solidFill>
                        <a:latin typeface="Cambria Math" panose="02040503050406030204" pitchFamily="18" charset="0"/>
                        <a:ea typeface="微软雅黑" panose="020B0503020204020204" charset="-122"/>
                        <a:cs typeface="Cambria Math" panose="02040503050406030204" pitchFamily="18" charset="0"/>
                      </a:rPr>
                      <m:t>𝟐</m:t>
                    </m:r>
                    <m:r>
                      <a:rPr lang="en-US" altLang="zh-CN" sz="3200" b="1" i="1" dirty="0">
                        <a:solidFill>
                          <a:schemeClr val="bg1"/>
                        </a:solidFill>
                        <a:latin typeface="Cambria Math" panose="02040503050406030204" pitchFamily="18" charset="0"/>
                        <a:ea typeface="微软雅黑" panose="020B0503020204020204" charset="-122"/>
                        <a:cs typeface="Cambria Math" panose="02040503050406030204" pitchFamily="18" charset="0"/>
                      </a:rPr>
                      <m:t>𝒂𝒃</m:t>
                    </m:r>
                    <m:r>
                      <a:rPr lang="en-US" altLang="zh-CN" sz="3200" b="1" i="1" dirty="0">
                        <a:solidFill>
                          <a:schemeClr val="bg1"/>
                        </a:solidFill>
                        <a:latin typeface="Cambria Math" panose="02040503050406030204" pitchFamily="18" charset="0"/>
                        <a:ea typeface="微软雅黑" panose="020B0503020204020204" charset="-122"/>
                        <a:cs typeface="Cambria Math" panose="02040503050406030204" pitchFamily="18" charset="0"/>
                      </a:rPr>
                      <m:t>+</m:t>
                    </m:r>
                    <m:sSup>
                      <m:sSupPr>
                        <m:ctrlPr>
                          <a:rPr lang="en-US" altLang="zh-CN" sz="3200" b="1" i="1" dirty="0">
                            <a:solidFill>
                              <a:schemeClr val="bg1"/>
                            </a:solidFill>
                            <a:latin typeface="Cambria Math" panose="02040503050406030204" pitchFamily="18" charset="0"/>
                            <a:ea typeface="微软雅黑" panose="020B0503020204020204" charset="-122"/>
                            <a:cs typeface="Cambria Math" panose="02040503050406030204" pitchFamily="18" charset="0"/>
                          </a:rPr>
                        </m:ctrlPr>
                      </m:sSupPr>
                      <m:e>
                        <m:r>
                          <a:rPr lang="en-US" altLang="zh-CN" sz="3200" b="1" i="1" dirty="0">
                            <a:solidFill>
                              <a:schemeClr val="bg1"/>
                            </a:solidFill>
                            <a:latin typeface="Cambria Math" panose="02040503050406030204" pitchFamily="18" charset="0"/>
                            <a:ea typeface="微软雅黑" panose="020B0503020204020204" charset="-122"/>
                            <a:cs typeface="Cambria Math" panose="02040503050406030204" pitchFamily="18" charset="0"/>
                          </a:rPr>
                          <m:t>𝒃</m:t>
                        </m:r>
                      </m:e>
                      <m:sup>
                        <m:r>
                          <a:rPr lang="en-US" altLang="zh-CN" sz="3200" b="1" i="1" dirty="0">
                            <a:solidFill>
                              <a:schemeClr val="bg1"/>
                            </a:solidFill>
                            <a:latin typeface="Cambria Math" panose="02040503050406030204" pitchFamily="18" charset="0"/>
                            <a:ea typeface="微软雅黑" panose="020B0503020204020204" charset="-122"/>
                            <a:cs typeface="Cambria Math" panose="02040503050406030204" pitchFamily="18" charset="0"/>
                          </a:rPr>
                          <m:t>𝟐</m:t>
                        </m:r>
                      </m:sup>
                    </m:sSup>
                  </m:oMath>
                </a14:m>
                <a:r>
                  <a:rPr lang="en-US" altLang="zh-CN" sz="3200" b="1" dirty="0">
                    <a:solidFill>
                      <a:schemeClr val="bg1"/>
                    </a:solidFill>
                    <a:latin typeface="微软雅黑" panose="020B0503020204020204" charset="-122"/>
                    <a:ea typeface="微软雅黑" panose="020B0503020204020204" charset="-122"/>
                  </a:rPr>
                  <a:t>               </a:t>
                </a:r>
                <a:endParaRPr lang="en-US" altLang="zh-CN" sz="3200" b="1" dirty="0">
                  <a:solidFill>
                    <a:schemeClr val="bg1"/>
                  </a:solidFill>
                  <a:latin typeface="微软雅黑" panose="020B0503020204020204" charset="-122"/>
                  <a:ea typeface="微软雅黑" panose="020B0503020204020204" charset="-122"/>
                </a:endParaRPr>
              </a:p>
              <a:p>
                <a:endParaRPr lang="en-US" altLang="zh-CN" sz="3200" b="1" dirty="0">
                  <a:solidFill>
                    <a:schemeClr val="bg1"/>
                  </a:solidFill>
                  <a:latin typeface="微软雅黑" panose="020B0503020204020204" charset="-122"/>
                  <a:ea typeface="微软雅黑" panose="020B0503020204020204" charset="-122"/>
                </a:endParaRPr>
              </a:p>
            </p:txBody>
          </p:sp>
        </mc:Choice>
        <mc:Fallback>
          <p:sp>
            <p:nvSpPr>
              <p:cNvPr id="9" name="文本框 8"/>
              <p:cNvSpPr txBox="1">
                <a:spLocks noRot="1" noChangeAspect="1" noMove="1" noResize="1" noEditPoints="1" noAdjustHandles="1" noChangeArrowheads="1" noChangeShapeType="1" noTextEdit="1"/>
              </p:cNvSpPr>
              <p:nvPr/>
            </p:nvSpPr>
            <p:spPr>
              <a:xfrm>
                <a:off x="990600" y="1981200"/>
                <a:ext cx="8392160" cy="1694815"/>
              </a:xfrm>
              <a:prstGeom prst="rect">
                <a:avLst/>
              </a:prstGeom>
              <a:blipFill rotWithShape="1">
                <a:blip r:embed="rId1"/>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文本框 9"/>
              <p:cNvSpPr txBox="1"/>
              <p:nvPr/>
            </p:nvSpPr>
            <p:spPr>
              <a:xfrm>
                <a:off x="990600" y="3886200"/>
                <a:ext cx="8392160" cy="931545"/>
              </a:xfrm>
              <a:prstGeom prst="rect">
                <a:avLst/>
              </a:prstGeom>
              <a:noFill/>
            </p:spPr>
            <p:txBody>
              <a:bodyPr wrap="square" rtlCol="0">
                <a:noAutofit/>
              </a:bodyPr>
              <a:p>
                <a:r>
                  <a:rPr lang="zh-CN" altLang="en-US" sz="3200" b="1" dirty="0">
                    <a:solidFill>
                      <a:schemeClr val="bg1"/>
                    </a:solidFill>
                    <a:latin typeface="微软雅黑" panose="020B0503020204020204" charset="-122"/>
                    <a:ea typeface="微软雅黑" panose="020B0503020204020204" charset="-122"/>
                  </a:rPr>
                  <a:t>（</a:t>
                </a:r>
                <a:r>
                  <a:rPr lang="en-US" altLang="zh-CN" sz="3200" b="1" dirty="0">
                    <a:solidFill>
                      <a:schemeClr val="bg1"/>
                    </a:solidFill>
                    <a:latin typeface="微软雅黑" panose="020B0503020204020204" charset="-122"/>
                    <a:ea typeface="微软雅黑" panose="020B0503020204020204" charset="-122"/>
                  </a:rPr>
                  <a:t>3</a:t>
                </a:r>
                <a:r>
                  <a:rPr lang="zh-CN" altLang="en-US" sz="3200" b="1" dirty="0">
                    <a:solidFill>
                      <a:schemeClr val="bg1"/>
                    </a:solidFill>
                    <a:latin typeface="微软雅黑" panose="020B0503020204020204" charset="-122"/>
                    <a:ea typeface="微软雅黑" panose="020B0503020204020204" charset="-122"/>
                  </a:rPr>
                  <a:t>）</a:t>
                </a:r>
                <a14:m>
                  <m:oMath xmlns:m="http://schemas.openxmlformats.org/officeDocument/2006/math">
                    <m:r>
                      <a:rPr lang="zh-CN" altLang="en-US" sz="3600" b="1" dirty="0">
                        <a:solidFill>
                          <a:schemeClr val="bg1"/>
                        </a:solidFill>
                        <a:latin typeface="Cambria Math" panose="02040503050406030204" pitchFamily="18" charset="0"/>
                        <a:ea typeface="微软雅黑" panose="020B0503020204020204" charset="-122"/>
                        <a:cs typeface="Cambria Math" panose="02040503050406030204" pitchFamily="18" charset="0"/>
                      </a:rPr>
                      <m:t>因式分解</m:t>
                    </m:r>
                    <m:r>
                      <a:rPr lang="en-US" altLang="zh-CN" sz="3600" b="1" dirty="0">
                        <a:solidFill>
                          <a:schemeClr val="bg1"/>
                        </a:solidFill>
                        <a:latin typeface="Cambria Math" panose="02040503050406030204" pitchFamily="18" charset="0"/>
                        <a:ea typeface="微软雅黑" panose="020B0503020204020204" charset="-122"/>
                        <a:cs typeface="Cambria Math" panose="02040503050406030204" pitchFamily="18" charset="0"/>
                      </a:rPr>
                      <m:t>   </m:t>
                    </m:r>
                    <m:f>
                      <m:fPr>
                        <m:ctrlPr>
                          <a:rPr lang="en-US" altLang="zh-CN" sz="3600" b="1" i="1" dirty="0">
                            <a:solidFill>
                              <a:schemeClr val="bg1"/>
                            </a:solidFill>
                            <a:latin typeface="Cambria Math" panose="02040503050406030204" pitchFamily="18" charset="0"/>
                            <a:ea typeface="微软雅黑" panose="020B0503020204020204" charset="-122"/>
                            <a:cs typeface="Cambria Math" panose="02040503050406030204" pitchFamily="18" charset="0"/>
                          </a:rPr>
                        </m:ctrlPr>
                      </m:fPr>
                      <m:num>
                        <m:r>
                          <a:rPr lang="en-US" altLang="zh-CN" sz="3600" b="1" i="1" dirty="0">
                            <a:solidFill>
                              <a:schemeClr val="bg1"/>
                            </a:solidFill>
                            <a:latin typeface="Cambria Math" panose="02040503050406030204" pitchFamily="18" charset="0"/>
                            <a:ea typeface="微软雅黑" panose="020B0503020204020204" charset="-122"/>
                            <a:cs typeface="Cambria Math" panose="02040503050406030204" pitchFamily="18" charset="0"/>
                          </a:rPr>
                          <m:t>𝟏</m:t>
                        </m:r>
                      </m:num>
                      <m:den>
                        <m:r>
                          <a:rPr lang="en-US" altLang="zh-CN" sz="3600" b="1" i="1" dirty="0">
                            <a:solidFill>
                              <a:schemeClr val="bg1"/>
                            </a:solidFill>
                            <a:latin typeface="Cambria Math" panose="02040503050406030204" pitchFamily="18" charset="0"/>
                            <a:ea typeface="微软雅黑" panose="020B0503020204020204" charset="-122"/>
                            <a:cs typeface="Cambria Math" panose="02040503050406030204" pitchFamily="18" charset="0"/>
                          </a:rPr>
                          <m:t>𝒂</m:t>
                        </m:r>
                        <m:r>
                          <a:rPr lang="en-US" altLang="zh-CN" sz="3600" b="1" i="1" dirty="0">
                            <a:solidFill>
                              <a:schemeClr val="bg1"/>
                            </a:solidFill>
                            <a:latin typeface="Cambria Math" panose="02040503050406030204" pitchFamily="18" charset="0"/>
                            <a:ea typeface="微软雅黑" panose="020B0503020204020204" charset="-122"/>
                            <a:cs typeface="Cambria Math" panose="02040503050406030204" pitchFamily="18" charset="0"/>
                          </a:rPr>
                          <m:t>(</m:t>
                        </m:r>
                        <m:r>
                          <a:rPr lang="en-US" altLang="zh-CN" sz="3600" b="1" i="1" dirty="0">
                            <a:solidFill>
                              <a:schemeClr val="bg1"/>
                            </a:solidFill>
                            <a:latin typeface="Cambria Math" panose="02040503050406030204" pitchFamily="18" charset="0"/>
                            <a:ea typeface="微软雅黑" panose="020B0503020204020204" charset="-122"/>
                            <a:cs typeface="Cambria Math" panose="02040503050406030204" pitchFamily="18" charset="0"/>
                          </a:rPr>
                          <m:t>𝒂</m:t>
                        </m:r>
                        <m:r>
                          <a:rPr lang="en-US" altLang="zh-CN" sz="3600" b="1" i="1" dirty="0">
                            <a:solidFill>
                              <a:schemeClr val="bg1"/>
                            </a:solidFill>
                            <a:latin typeface="Cambria Math" panose="02040503050406030204" pitchFamily="18" charset="0"/>
                            <a:ea typeface="微软雅黑" panose="020B0503020204020204" charset="-122"/>
                            <a:cs typeface="Cambria Math" panose="02040503050406030204" pitchFamily="18" charset="0"/>
                          </a:rPr>
                          <m:t>+</m:t>
                        </m:r>
                        <m:r>
                          <a:rPr lang="en-US" altLang="zh-CN" sz="3600" b="1" i="1" dirty="0">
                            <a:solidFill>
                              <a:schemeClr val="bg1"/>
                            </a:solidFill>
                            <a:latin typeface="Cambria Math" panose="02040503050406030204" pitchFamily="18" charset="0"/>
                            <a:ea typeface="微软雅黑" panose="020B0503020204020204" charset="-122"/>
                            <a:cs typeface="Cambria Math" panose="02040503050406030204" pitchFamily="18" charset="0"/>
                          </a:rPr>
                          <m:t>𝟏</m:t>
                        </m:r>
                        <m:r>
                          <a:rPr lang="en-US" altLang="zh-CN" sz="3600" b="1" i="1" dirty="0">
                            <a:solidFill>
                              <a:schemeClr val="bg1"/>
                            </a:solidFill>
                            <a:latin typeface="Cambria Math" panose="02040503050406030204" pitchFamily="18" charset="0"/>
                            <a:ea typeface="微软雅黑" panose="020B0503020204020204" charset="-122"/>
                            <a:cs typeface="Cambria Math" panose="02040503050406030204" pitchFamily="18" charset="0"/>
                          </a:rPr>
                          <m:t>)</m:t>
                        </m:r>
                      </m:den>
                    </m:f>
                    <m:r>
                      <a:rPr lang="en-US" altLang="zh-CN" sz="3600" b="1" i="1" dirty="0">
                        <a:solidFill>
                          <a:schemeClr val="bg1"/>
                        </a:solidFill>
                        <a:latin typeface="Cambria Math" panose="02040503050406030204" pitchFamily="18" charset="0"/>
                        <a:ea typeface="微软雅黑" panose="020B0503020204020204" charset="-122"/>
                        <a:cs typeface="Cambria Math" panose="02040503050406030204" pitchFamily="18" charset="0"/>
                      </a:rPr>
                      <m:t>=</m:t>
                    </m:r>
                    <m:f>
                      <m:fPr>
                        <m:ctrlPr>
                          <a:rPr lang="en-US" altLang="zh-CN" sz="3600" b="1" i="1" dirty="0">
                            <a:solidFill>
                              <a:schemeClr val="bg1"/>
                            </a:solidFill>
                            <a:latin typeface="Cambria Math" panose="02040503050406030204" pitchFamily="18" charset="0"/>
                            <a:ea typeface="微软雅黑" panose="020B0503020204020204" charset="-122"/>
                            <a:cs typeface="Cambria Math" panose="02040503050406030204" pitchFamily="18" charset="0"/>
                          </a:rPr>
                        </m:ctrlPr>
                      </m:fPr>
                      <m:num>
                        <m:r>
                          <a:rPr lang="en-US" altLang="zh-CN" sz="3600" b="1" i="1" dirty="0">
                            <a:solidFill>
                              <a:schemeClr val="bg1"/>
                            </a:solidFill>
                            <a:latin typeface="Cambria Math" panose="02040503050406030204" pitchFamily="18" charset="0"/>
                            <a:ea typeface="微软雅黑" panose="020B0503020204020204" charset="-122"/>
                            <a:cs typeface="Cambria Math" panose="02040503050406030204" pitchFamily="18" charset="0"/>
                          </a:rPr>
                          <m:t>𝟏</m:t>
                        </m:r>
                      </m:num>
                      <m:den>
                        <m:r>
                          <a:rPr lang="en-US" altLang="zh-CN" sz="3600" b="1" i="1" dirty="0">
                            <a:solidFill>
                              <a:schemeClr val="bg1"/>
                            </a:solidFill>
                            <a:latin typeface="Cambria Math" panose="02040503050406030204" pitchFamily="18" charset="0"/>
                            <a:ea typeface="微软雅黑" panose="020B0503020204020204" charset="-122"/>
                            <a:cs typeface="Cambria Math" panose="02040503050406030204" pitchFamily="18" charset="0"/>
                          </a:rPr>
                          <m:t>𝒂</m:t>
                        </m:r>
                      </m:den>
                    </m:f>
                    <m:r>
                      <a:rPr lang="en-US" altLang="zh-CN" sz="3600" b="1" i="1" dirty="0">
                        <a:solidFill>
                          <a:schemeClr val="bg1"/>
                        </a:solidFill>
                        <a:latin typeface="Cambria Math" panose="02040503050406030204" pitchFamily="18" charset="0"/>
                        <a:ea typeface="微软雅黑" panose="020B0503020204020204" charset="-122"/>
                        <a:cs typeface="Cambria Math" panose="02040503050406030204" pitchFamily="18" charset="0"/>
                      </a:rPr>
                      <m:t>−</m:t>
                    </m:r>
                    <m:f>
                      <m:fPr>
                        <m:ctrlPr>
                          <a:rPr lang="en-US" altLang="zh-CN" sz="3600" b="1" i="1" dirty="0">
                            <a:solidFill>
                              <a:schemeClr val="bg1"/>
                            </a:solidFill>
                            <a:latin typeface="Cambria Math" panose="02040503050406030204" pitchFamily="18" charset="0"/>
                            <a:ea typeface="微软雅黑" panose="020B0503020204020204" charset="-122"/>
                            <a:cs typeface="Cambria Math" panose="02040503050406030204" pitchFamily="18" charset="0"/>
                          </a:rPr>
                        </m:ctrlPr>
                      </m:fPr>
                      <m:num>
                        <m:r>
                          <a:rPr lang="en-US" altLang="zh-CN" sz="3600" b="1" i="1" dirty="0">
                            <a:solidFill>
                              <a:schemeClr val="bg1"/>
                            </a:solidFill>
                            <a:latin typeface="Cambria Math" panose="02040503050406030204" pitchFamily="18" charset="0"/>
                            <a:ea typeface="微软雅黑" panose="020B0503020204020204" charset="-122"/>
                            <a:cs typeface="Cambria Math" panose="02040503050406030204" pitchFamily="18" charset="0"/>
                          </a:rPr>
                          <m:t>𝟏</m:t>
                        </m:r>
                      </m:num>
                      <m:den>
                        <m:r>
                          <a:rPr lang="en-US" altLang="zh-CN" sz="3600" b="1" i="1" dirty="0">
                            <a:solidFill>
                              <a:schemeClr val="bg1"/>
                            </a:solidFill>
                            <a:latin typeface="Cambria Math" panose="02040503050406030204" pitchFamily="18" charset="0"/>
                            <a:ea typeface="微软雅黑" panose="020B0503020204020204" charset="-122"/>
                            <a:cs typeface="Cambria Math" panose="02040503050406030204" pitchFamily="18" charset="0"/>
                          </a:rPr>
                          <m:t>𝒂</m:t>
                        </m:r>
                        <m:r>
                          <a:rPr lang="en-US" altLang="zh-CN" sz="3600" b="1" i="1" dirty="0">
                            <a:solidFill>
                              <a:schemeClr val="bg1"/>
                            </a:solidFill>
                            <a:latin typeface="Cambria Math" panose="02040503050406030204" pitchFamily="18" charset="0"/>
                            <a:ea typeface="微软雅黑" panose="020B0503020204020204" charset="-122"/>
                            <a:cs typeface="Cambria Math" panose="02040503050406030204" pitchFamily="18" charset="0"/>
                          </a:rPr>
                          <m:t>+</m:t>
                        </m:r>
                        <m:r>
                          <a:rPr lang="en-US" altLang="zh-CN" sz="3600" b="1" i="1" dirty="0">
                            <a:solidFill>
                              <a:schemeClr val="bg1"/>
                            </a:solidFill>
                            <a:latin typeface="Cambria Math" panose="02040503050406030204" pitchFamily="18" charset="0"/>
                            <a:ea typeface="微软雅黑" panose="020B0503020204020204" charset="-122"/>
                            <a:cs typeface="Cambria Math" panose="02040503050406030204" pitchFamily="18" charset="0"/>
                          </a:rPr>
                          <m:t>𝟏</m:t>
                        </m:r>
                      </m:den>
                    </m:f>
                  </m:oMath>
                </a14:m>
                <a:r>
                  <a:rPr lang="en-US" altLang="zh-CN" sz="3200" b="1" dirty="0">
                    <a:solidFill>
                      <a:schemeClr val="bg1"/>
                    </a:solidFill>
                    <a:latin typeface="微软雅黑" panose="020B0503020204020204" charset="-122"/>
                    <a:ea typeface="微软雅黑" panose="020B0503020204020204" charset="-122"/>
                  </a:rPr>
                  <a:t>         </a:t>
                </a:r>
                <a:endParaRPr lang="en-US" altLang="zh-CN" sz="3200" b="1" dirty="0">
                  <a:solidFill>
                    <a:schemeClr val="bg1"/>
                  </a:solidFill>
                  <a:latin typeface="微软雅黑" panose="020B0503020204020204" charset="-122"/>
                  <a:ea typeface="微软雅黑" panose="020B0503020204020204" charset="-122"/>
                </a:endParaRPr>
              </a:p>
            </p:txBody>
          </p:sp>
        </mc:Choice>
        <mc:Fallback>
          <p:sp>
            <p:nvSpPr>
              <p:cNvPr id="10" name="文本框 9"/>
              <p:cNvSpPr txBox="1">
                <a:spLocks noRot="1" noChangeAspect="1" noMove="1" noResize="1" noEditPoints="1" noAdjustHandles="1" noChangeArrowheads="1" noChangeShapeType="1" noTextEdit="1"/>
              </p:cNvSpPr>
              <p:nvPr/>
            </p:nvSpPr>
            <p:spPr>
              <a:xfrm>
                <a:off x="990600" y="3886200"/>
                <a:ext cx="8392160" cy="931545"/>
              </a:xfrm>
              <a:prstGeom prst="rect">
                <a:avLst/>
              </a:prstGeom>
              <a:blipFill rotWithShape="1">
                <a:blip r:embed="rId2"/>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文本框 10"/>
              <p:cNvSpPr txBox="1"/>
              <p:nvPr/>
            </p:nvSpPr>
            <p:spPr>
              <a:xfrm>
                <a:off x="990600" y="2884170"/>
                <a:ext cx="8392160" cy="1110615"/>
              </a:xfrm>
              <a:prstGeom prst="rect">
                <a:avLst/>
              </a:prstGeom>
              <a:noFill/>
            </p:spPr>
            <p:txBody>
              <a:bodyPr wrap="square" rtlCol="0">
                <a:spAutoFit/>
              </a:bodyPr>
              <a:p>
                <a:r>
                  <a:rPr lang="zh-CN" altLang="en-US" sz="3200" b="1" dirty="0">
                    <a:solidFill>
                      <a:schemeClr val="bg1"/>
                    </a:solidFill>
                    <a:latin typeface="微软雅黑" panose="020B0503020204020204" charset="-122"/>
                    <a:ea typeface="微软雅黑" panose="020B0503020204020204" charset="-122"/>
                  </a:rPr>
                  <a:t>（</a:t>
                </a:r>
                <a:r>
                  <a:rPr lang="en-US" altLang="zh-CN" sz="3200" b="1" dirty="0">
                    <a:solidFill>
                      <a:schemeClr val="bg1"/>
                    </a:solidFill>
                    <a:latin typeface="微软雅黑" panose="020B0503020204020204" charset="-122"/>
                    <a:ea typeface="微软雅黑" panose="020B0503020204020204" charset="-122"/>
                  </a:rPr>
                  <a:t>2</a:t>
                </a:r>
                <a:r>
                  <a:rPr lang="zh-CN" altLang="en-US" sz="3200" b="1" dirty="0">
                    <a:solidFill>
                      <a:schemeClr val="bg1"/>
                    </a:solidFill>
                    <a:latin typeface="微软雅黑" panose="020B0503020204020204" charset="-122"/>
                    <a:ea typeface="微软雅黑" panose="020B0503020204020204" charset="-122"/>
                  </a:rPr>
                  <a:t>）平方差</a:t>
                </a:r>
                <a:r>
                  <a:rPr lang="en-US" altLang="zh-CN" sz="3200" b="1" dirty="0">
                    <a:solidFill>
                      <a:schemeClr val="bg1"/>
                    </a:solidFill>
                    <a:latin typeface="微软雅黑" panose="020B0503020204020204" charset="-122"/>
                    <a:ea typeface="微软雅黑" panose="020B0503020204020204" charset="-122"/>
                  </a:rPr>
                  <a:t>  </a:t>
                </a:r>
                <a14:m>
                  <m:oMath xmlns:m="http://schemas.openxmlformats.org/officeDocument/2006/math">
                    <m:sSup>
                      <m:sSupPr>
                        <m:ctrlPr>
                          <a:rPr lang="en-US" altLang="zh-CN" sz="3200" b="1" i="1" dirty="0">
                            <a:solidFill>
                              <a:schemeClr val="bg1"/>
                            </a:solidFill>
                            <a:latin typeface="Cambria Math" panose="02040503050406030204" pitchFamily="18" charset="0"/>
                            <a:ea typeface="微软雅黑" panose="020B0503020204020204" charset="-122"/>
                            <a:cs typeface="Cambria Math" panose="02040503050406030204" pitchFamily="18" charset="0"/>
                          </a:rPr>
                        </m:ctrlPr>
                      </m:sSupPr>
                      <m:e>
                        <m:r>
                          <a:rPr lang="en-US" altLang="zh-CN" sz="3200" b="1" i="1" dirty="0">
                            <a:solidFill>
                              <a:schemeClr val="bg1"/>
                            </a:solidFill>
                            <a:latin typeface="Cambria Math" panose="02040503050406030204" pitchFamily="18" charset="0"/>
                            <a:ea typeface="微软雅黑" panose="020B0503020204020204" charset="-122"/>
                            <a:cs typeface="Cambria Math" panose="02040503050406030204" pitchFamily="18" charset="0"/>
                          </a:rPr>
                          <m:t>𝒂</m:t>
                        </m:r>
                      </m:e>
                      <m:sup>
                        <m:r>
                          <a:rPr lang="en-US" altLang="zh-CN" sz="3200" b="1" i="1" dirty="0">
                            <a:solidFill>
                              <a:schemeClr val="bg1"/>
                            </a:solidFill>
                            <a:latin typeface="Cambria Math" panose="02040503050406030204" pitchFamily="18" charset="0"/>
                            <a:ea typeface="微软雅黑" panose="020B0503020204020204" charset="-122"/>
                            <a:cs typeface="Cambria Math" panose="02040503050406030204" pitchFamily="18" charset="0"/>
                          </a:rPr>
                          <m:t>𝟐</m:t>
                        </m:r>
                      </m:sup>
                    </m:sSup>
                    <m:r>
                      <a:rPr lang="en-US" altLang="zh-CN" sz="3200" b="1" i="1" dirty="0">
                        <a:solidFill>
                          <a:schemeClr val="bg1"/>
                        </a:solidFill>
                        <a:latin typeface="Cambria Math" panose="02040503050406030204" pitchFamily="18" charset="0"/>
                        <a:ea typeface="微软雅黑" panose="020B0503020204020204" charset="-122"/>
                        <a:cs typeface="Cambria Math" panose="02040503050406030204" pitchFamily="18" charset="0"/>
                      </a:rPr>
                      <m:t>−</m:t>
                    </m:r>
                    <m:sSup>
                      <m:sSupPr>
                        <m:ctrlPr>
                          <a:rPr lang="en-US" altLang="zh-CN" sz="3200" b="1" i="1" dirty="0">
                            <a:solidFill>
                              <a:schemeClr val="bg1"/>
                            </a:solidFill>
                            <a:latin typeface="Cambria Math" panose="02040503050406030204" pitchFamily="18" charset="0"/>
                            <a:ea typeface="微软雅黑" panose="020B0503020204020204" charset="-122"/>
                            <a:cs typeface="Cambria Math" panose="02040503050406030204" pitchFamily="18" charset="0"/>
                          </a:rPr>
                        </m:ctrlPr>
                      </m:sSupPr>
                      <m:e>
                        <m:r>
                          <a:rPr lang="en-US" altLang="zh-CN" sz="3200" b="1" i="1" dirty="0">
                            <a:solidFill>
                              <a:schemeClr val="bg1"/>
                            </a:solidFill>
                            <a:latin typeface="Cambria Math" panose="02040503050406030204" pitchFamily="18" charset="0"/>
                            <a:ea typeface="微软雅黑" panose="020B0503020204020204" charset="-122"/>
                            <a:cs typeface="Cambria Math" panose="02040503050406030204" pitchFamily="18" charset="0"/>
                          </a:rPr>
                          <m:t>𝒃</m:t>
                        </m:r>
                      </m:e>
                      <m:sup>
                        <m:r>
                          <a:rPr lang="en-US" altLang="zh-CN" sz="3200" b="1" i="1" dirty="0">
                            <a:solidFill>
                              <a:schemeClr val="bg1"/>
                            </a:solidFill>
                            <a:latin typeface="Cambria Math" panose="02040503050406030204" pitchFamily="18" charset="0"/>
                            <a:ea typeface="微软雅黑" panose="020B0503020204020204" charset="-122"/>
                            <a:cs typeface="Cambria Math" panose="02040503050406030204" pitchFamily="18" charset="0"/>
                          </a:rPr>
                          <m:t>𝟐</m:t>
                        </m:r>
                      </m:sup>
                    </m:sSup>
                    <m:r>
                      <a:rPr lang="en-US" altLang="zh-CN" sz="3200" b="1" i="1" dirty="0">
                        <a:solidFill>
                          <a:schemeClr val="bg1"/>
                        </a:solidFill>
                        <a:latin typeface="Cambria Math" panose="02040503050406030204" pitchFamily="18" charset="0"/>
                        <a:ea typeface="微软雅黑" panose="020B0503020204020204" charset="-122"/>
                        <a:cs typeface="Cambria Math" panose="02040503050406030204" pitchFamily="18" charset="0"/>
                      </a:rPr>
                      <m:t>=(</m:t>
                    </m:r>
                    <m:r>
                      <a:rPr lang="en-US" altLang="zh-CN" sz="3200" b="1" i="1" dirty="0">
                        <a:solidFill>
                          <a:schemeClr val="bg1"/>
                        </a:solidFill>
                        <a:latin typeface="Cambria Math" panose="02040503050406030204" pitchFamily="18" charset="0"/>
                        <a:ea typeface="微软雅黑" panose="020B0503020204020204" charset="-122"/>
                        <a:cs typeface="Cambria Math" panose="02040503050406030204" pitchFamily="18" charset="0"/>
                      </a:rPr>
                      <m:t>𝒂</m:t>
                    </m:r>
                    <m:r>
                      <a:rPr lang="en-US" altLang="zh-CN" sz="3200" b="1" i="1" dirty="0">
                        <a:solidFill>
                          <a:schemeClr val="bg1"/>
                        </a:solidFill>
                        <a:latin typeface="Cambria Math" panose="02040503050406030204" pitchFamily="18" charset="0"/>
                        <a:ea typeface="微软雅黑" panose="020B0503020204020204" charset="-122"/>
                        <a:cs typeface="Cambria Math" panose="02040503050406030204" pitchFamily="18" charset="0"/>
                      </a:rPr>
                      <m:t>+</m:t>
                    </m:r>
                    <m:r>
                      <a:rPr lang="en-US" altLang="zh-CN" sz="3200" b="1" i="1" dirty="0">
                        <a:solidFill>
                          <a:schemeClr val="bg1"/>
                        </a:solidFill>
                        <a:latin typeface="Cambria Math" panose="02040503050406030204" pitchFamily="18" charset="0"/>
                        <a:ea typeface="微软雅黑" panose="020B0503020204020204" charset="-122"/>
                        <a:cs typeface="Cambria Math" panose="02040503050406030204" pitchFamily="18" charset="0"/>
                      </a:rPr>
                      <m:t>𝒃</m:t>
                    </m:r>
                    <m:r>
                      <a:rPr lang="en-US" altLang="zh-CN" sz="3200" b="1" i="1" dirty="0">
                        <a:solidFill>
                          <a:schemeClr val="bg1"/>
                        </a:solidFill>
                        <a:latin typeface="Cambria Math" panose="02040503050406030204" pitchFamily="18" charset="0"/>
                        <a:ea typeface="微软雅黑" panose="020B0503020204020204" charset="-122"/>
                        <a:cs typeface="Cambria Math" panose="02040503050406030204" pitchFamily="18" charset="0"/>
                      </a:rPr>
                      <m:t>)(</m:t>
                    </m:r>
                    <m:r>
                      <a:rPr lang="en-US" altLang="zh-CN" sz="3200" b="1" i="1" dirty="0">
                        <a:solidFill>
                          <a:schemeClr val="bg1"/>
                        </a:solidFill>
                        <a:latin typeface="Cambria Math" panose="02040503050406030204" pitchFamily="18" charset="0"/>
                        <a:ea typeface="微软雅黑" panose="020B0503020204020204" charset="-122"/>
                        <a:cs typeface="Cambria Math" panose="02040503050406030204" pitchFamily="18" charset="0"/>
                      </a:rPr>
                      <m:t>𝒂</m:t>
                    </m:r>
                    <m:r>
                      <a:rPr lang="en-US" altLang="zh-CN" sz="3200" b="1" i="1" dirty="0">
                        <a:solidFill>
                          <a:schemeClr val="bg1"/>
                        </a:solidFill>
                        <a:latin typeface="Cambria Math" panose="02040503050406030204" pitchFamily="18" charset="0"/>
                        <a:ea typeface="微软雅黑" panose="020B0503020204020204" charset="-122"/>
                        <a:cs typeface="Cambria Math" panose="02040503050406030204" pitchFamily="18" charset="0"/>
                      </a:rPr>
                      <m:t>−</m:t>
                    </m:r>
                    <m:r>
                      <a:rPr lang="en-US" altLang="zh-CN" sz="3200" b="1" i="1" dirty="0">
                        <a:solidFill>
                          <a:schemeClr val="bg1"/>
                        </a:solidFill>
                        <a:latin typeface="Cambria Math" panose="02040503050406030204" pitchFamily="18" charset="0"/>
                        <a:ea typeface="微软雅黑" panose="020B0503020204020204" charset="-122"/>
                        <a:cs typeface="Cambria Math" panose="02040503050406030204" pitchFamily="18" charset="0"/>
                      </a:rPr>
                      <m:t>𝒃</m:t>
                    </m:r>
                    <m:r>
                      <a:rPr lang="en-US" altLang="zh-CN" sz="3200" b="1" i="1" dirty="0">
                        <a:solidFill>
                          <a:schemeClr val="bg1"/>
                        </a:solidFill>
                        <a:latin typeface="Cambria Math" panose="02040503050406030204" pitchFamily="18" charset="0"/>
                        <a:ea typeface="微软雅黑" panose="020B0503020204020204" charset="-122"/>
                        <a:cs typeface="Cambria Math" panose="02040503050406030204" pitchFamily="18" charset="0"/>
                      </a:rPr>
                      <m:t>)</m:t>
                    </m:r>
                  </m:oMath>
                </a14:m>
                <a:r>
                  <a:rPr lang="en-US" altLang="zh-CN" sz="3200" b="1" dirty="0">
                    <a:solidFill>
                      <a:schemeClr val="bg1"/>
                    </a:solidFill>
                    <a:latin typeface="微软雅黑" panose="020B0503020204020204" charset="-122"/>
                    <a:ea typeface="微软雅黑" panose="020B0503020204020204" charset="-122"/>
                  </a:rPr>
                  <a:t>               </a:t>
                </a:r>
                <a:endParaRPr lang="en-US" altLang="zh-CN" sz="3200" b="1" dirty="0">
                  <a:solidFill>
                    <a:schemeClr val="bg1"/>
                  </a:solidFill>
                  <a:latin typeface="微软雅黑" panose="020B0503020204020204" charset="-122"/>
                  <a:ea typeface="微软雅黑" panose="020B0503020204020204" charset="-122"/>
                </a:endParaRPr>
              </a:p>
              <a:p>
                <a:endParaRPr lang="en-US" altLang="zh-CN" sz="3200" b="1" dirty="0">
                  <a:solidFill>
                    <a:schemeClr val="bg1"/>
                  </a:solidFill>
                  <a:latin typeface="微软雅黑" panose="020B0503020204020204" charset="-122"/>
                  <a:ea typeface="微软雅黑" panose="020B0503020204020204" charset="-122"/>
                </a:endParaRPr>
              </a:p>
            </p:txBody>
          </p:sp>
        </mc:Choice>
        <mc:Fallback>
          <p:sp>
            <p:nvSpPr>
              <p:cNvPr id="11" name="文本框 10"/>
              <p:cNvSpPr txBox="1">
                <a:spLocks noRot="1" noChangeAspect="1" noMove="1" noResize="1" noEditPoints="1" noAdjustHandles="1" noChangeArrowheads="1" noChangeShapeType="1" noTextEdit="1"/>
              </p:cNvSpPr>
              <p:nvPr/>
            </p:nvSpPr>
            <p:spPr>
              <a:xfrm>
                <a:off x="990600" y="2884170"/>
                <a:ext cx="8392160" cy="1110615"/>
              </a:xfrm>
              <a:prstGeom prst="rect">
                <a:avLst/>
              </a:prstGeom>
              <a:blipFill rotWithShape="1">
                <a:blip r:embed="rId3"/>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文本框 11"/>
              <p:cNvSpPr txBox="1"/>
              <p:nvPr/>
            </p:nvSpPr>
            <p:spPr>
              <a:xfrm>
                <a:off x="911860" y="4869180"/>
                <a:ext cx="8392160" cy="1604010"/>
              </a:xfrm>
              <a:prstGeom prst="rect">
                <a:avLst/>
              </a:prstGeom>
              <a:noFill/>
            </p:spPr>
            <p:txBody>
              <a:bodyPr wrap="square" rtlCol="0">
                <a:spAutoFit/>
              </a:bodyPr>
              <a:p>
                <a:r>
                  <a:rPr lang="zh-CN" altLang="en-US" sz="3200" b="1" dirty="0">
                    <a:solidFill>
                      <a:schemeClr val="bg1"/>
                    </a:solidFill>
                    <a:latin typeface="微软雅黑" panose="020B0503020204020204" charset="-122"/>
                    <a:ea typeface="微软雅黑" panose="020B0503020204020204" charset="-122"/>
                  </a:rPr>
                  <a:t>（</a:t>
                </a:r>
                <a:r>
                  <a:rPr lang="en-US" altLang="zh-CN" sz="3200" b="1" dirty="0">
                    <a:solidFill>
                      <a:schemeClr val="bg1"/>
                    </a:solidFill>
                    <a:latin typeface="微软雅黑" panose="020B0503020204020204" charset="-122"/>
                    <a:ea typeface="微软雅黑" panose="020B0503020204020204" charset="-122"/>
                  </a:rPr>
                  <a:t>4</a:t>
                </a:r>
                <a:r>
                  <a:rPr lang="zh-CN" altLang="en-US" sz="3200" b="1" dirty="0">
                    <a:solidFill>
                      <a:schemeClr val="bg1"/>
                    </a:solidFill>
                    <a:latin typeface="微软雅黑" panose="020B0503020204020204" charset="-122"/>
                    <a:ea typeface="微软雅黑" panose="020B0503020204020204" charset="-122"/>
                  </a:rPr>
                  <a:t>）三角函数恒等式</a:t>
                </a:r>
                <a:r>
                  <a:rPr lang="en-US" altLang="zh-CN" sz="3200" b="1" dirty="0">
                    <a:solidFill>
                      <a:schemeClr val="bg1"/>
                    </a:solidFill>
                    <a:latin typeface="微软雅黑" panose="020B0503020204020204" charset="-122"/>
                    <a:ea typeface="微软雅黑" panose="020B0503020204020204" charset="-122"/>
                  </a:rPr>
                  <a:t>  </a:t>
                </a:r>
                <a14:m>
                  <m:oMath xmlns:m="http://schemas.openxmlformats.org/officeDocument/2006/math">
                    <m:r>
                      <a:rPr lang="en-US" altLang="zh-CN" sz="3200" b="1" i="1" dirty="0">
                        <a:solidFill>
                          <a:schemeClr val="bg1"/>
                        </a:solidFill>
                        <a:latin typeface="Cambria Math" panose="02040503050406030204" pitchFamily="18" charset="0"/>
                        <a:ea typeface="微软雅黑" panose="020B0503020204020204" charset="-122"/>
                        <a:cs typeface="Cambria Math" panose="02040503050406030204" pitchFamily="18" charset="0"/>
                      </a:rPr>
                      <m:t>𝒄𝒐𝒔</m:t>
                    </m:r>
                    <m:r>
                      <a:rPr lang="en-US" altLang="zh-CN" sz="3200" b="1" i="1" dirty="0">
                        <a:solidFill>
                          <a:schemeClr val="bg1"/>
                        </a:solidFill>
                        <a:latin typeface="Cambria Math" panose="02040503050406030204" pitchFamily="18" charset="0"/>
                        <a:ea typeface="微软雅黑" panose="020B0503020204020204" charset="-122"/>
                        <a:cs typeface="Cambria Math" panose="02040503050406030204" pitchFamily="18" charset="0"/>
                      </a:rPr>
                      <m:t>𝟐</m:t>
                    </m:r>
                    <m:r>
                      <a:rPr lang="en-US" altLang="zh-CN" sz="3200" b="1" i="1" dirty="0">
                        <a:solidFill>
                          <a:schemeClr val="bg1"/>
                        </a:solidFill>
                        <a:latin typeface="Cambria Math" panose="02040503050406030204" pitchFamily="18" charset="0"/>
                        <a:ea typeface="微软雅黑" panose="020B0503020204020204" charset="-122"/>
                        <a:cs typeface="Cambria Math" panose="02040503050406030204" pitchFamily="18" charset="0"/>
                      </a:rPr>
                      <m:t>𝒙</m:t>
                    </m:r>
                    <m:r>
                      <a:rPr lang="en-US" altLang="zh-CN" sz="3200" b="1" i="1" dirty="0">
                        <a:solidFill>
                          <a:schemeClr val="bg1"/>
                        </a:solidFill>
                        <a:latin typeface="Cambria Math" panose="02040503050406030204" pitchFamily="18" charset="0"/>
                        <a:ea typeface="微软雅黑" panose="020B0503020204020204" charset="-122"/>
                        <a:cs typeface="Cambria Math" panose="02040503050406030204" pitchFamily="18" charset="0"/>
                      </a:rPr>
                      <m:t>=</m:t>
                    </m:r>
                    <m:r>
                      <a:rPr lang="en-US" altLang="zh-CN" sz="3200" b="1" i="1" dirty="0">
                        <a:solidFill>
                          <a:schemeClr val="bg1"/>
                        </a:solidFill>
                        <a:latin typeface="Cambria Math" panose="02040503050406030204" pitchFamily="18" charset="0"/>
                        <a:ea typeface="微软雅黑" panose="020B0503020204020204" charset="-122"/>
                        <a:cs typeface="Cambria Math" panose="02040503050406030204" pitchFamily="18" charset="0"/>
                      </a:rPr>
                      <m:t>𝟏</m:t>
                    </m:r>
                    <m:r>
                      <a:rPr lang="en-US" altLang="zh-CN" sz="3200" b="1" i="1" dirty="0">
                        <a:solidFill>
                          <a:schemeClr val="bg1"/>
                        </a:solidFill>
                        <a:latin typeface="Cambria Math" panose="02040503050406030204" pitchFamily="18" charset="0"/>
                        <a:ea typeface="微软雅黑" panose="020B0503020204020204" charset="-122"/>
                        <a:cs typeface="Cambria Math" panose="02040503050406030204" pitchFamily="18" charset="0"/>
                      </a:rPr>
                      <m:t>−</m:t>
                    </m:r>
                    <m:r>
                      <a:rPr lang="en-US" altLang="zh-CN" sz="3200" b="1" i="1" dirty="0">
                        <a:solidFill>
                          <a:schemeClr val="bg1"/>
                        </a:solidFill>
                        <a:latin typeface="Cambria Math" panose="02040503050406030204" pitchFamily="18" charset="0"/>
                        <a:ea typeface="微软雅黑" panose="020B0503020204020204" charset="-122"/>
                        <a:cs typeface="Cambria Math" panose="02040503050406030204" pitchFamily="18" charset="0"/>
                      </a:rPr>
                      <m:t>𝟐</m:t>
                    </m:r>
                    <m:sSup>
                      <m:sSupPr>
                        <m:ctrlPr>
                          <a:rPr lang="en-US" altLang="zh-CN" sz="3200" b="1" i="1" dirty="0">
                            <a:solidFill>
                              <a:schemeClr val="bg1"/>
                            </a:solidFill>
                            <a:latin typeface="Cambria Math" panose="02040503050406030204" pitchFamily="18" charset="0"/>
                            <a:ea typeface="微软雅黑" panose="020B0503020204020204" charset="-122"/>
                            <a:cs typeface="Cambria Math" panose="02040503050406030204" pitchFamily="18" charset="0"/>
                          </a:rPr>
                        </m:ctrlPr>
                      </m:sSupPr>
                      <m:e>
                        <m:r>
                          <a:rPr lang="en-US" altLang="zh-CN" sz="3200" b="1" i="1" dirty="0">
                            <a:solidFill>
                              <a:schemeClr val="bg1"/>
                            </a:solidFill>
                            <a:latin typeface="Cambria Math" panose="02040503050406030204" pitchFamily="18" charset="0"/>
                            <a:ea typeface="微软雅黑" panose="020B0503020204020204" charset="-122"/>
                            <a:cs typeface="Cambria Math" panose="02040503050406030204" pitchFamily="18" charset="0"/>
                          </a:rPr>
                          <m:t>𝒔𝒊𝒏</m:t>
                        </m:r>
                      </m:e>
                      <m:sup>
                        <m:r>
                          <a:rPr lang="en-US" altLang="zh-CN" sz="3200" b="1" i="1" dirty="0">
                            <a:solidFill>
                              <a:schemeClr val="bg1"/>
                            </a:solidFill>
                            <a:latin typeface="Cambria Math" panose="02040503050406030204" pitchFamily="18" charset="0"/>
                            <a:ea typeface="微软雅黑" panose="020B0503020204020204" charset="-122"/>
                            <a:cs typeface="Cambria Math" panose="02040503050406030204" pitchFamily="18" charset="0"/>
                          </a:rPr>
                          <m:t>𝟐</m:t>
                        </m:r>
                      </m:sup>
                    </m:sSup>
                    <m:r>
                      <a:rPr lang="en-US" altLang="zh-CN" sz="3200" b="1" i="1" dirty="0">
                        <a:solidFill>
                          <a:schemeClr val="bg1"/>
                        </a:solidFill>
                        <a:latin typeface="Cambria Math" panose="02040503050406030204" pitchFamily="18" charset="0"/>
                        <a:ea typeface="微软雅黑" panose="020B0503020204020204" charset="-122"/>
                        <a:cs typeface="Cambria Math" panose="02040503050406030204" pitchFamily="18" charset="0"/>
                      </a:rPr>
                      <m:t>𝒙</m:t>
                    </m:r>
                    <m:r>
                      <a:rPr lang="en-US" altLang="zh-CN" sz="3200" b="1" i="1" dirty="0">
                        <a:solidFill>
                          <a:schemeClr val="bg1"/>
                        </a:solidFill>
                        <a:latin typeface="Cambria Math" panose="02040503050406030204" pitchFamily="18" charset="0"/>
                        <a:ea typeface="微软雅黑" panose="020B0503020204020204" charset="-122"/>
                        <a:cs typeface="Cambria Math" panose="02040503050406030204" pitchFamily="18" charset="0"/>
                      </a:rPr>
                      <m:t>=</m:t>
                    </m:r>
                  </m:oMath>
                </a14:m>
                <a:r>
                  <a:rPr lang="en-US" altLang="zh-CN" sz="3200" b="1" dirty="0">
                    <a:solidFill>
                      <a:schemeClr val="bg1"/>
                    </a:solidFill>
                    <a:latin typeface="微软雅黑" panose="020B0503020204020204" charset="-122"/>
                    <a:ea typeface="微软雅黑" panose="020B0503020204020204" charset="-122"/>
                  </a:rPr>
                  <a:t> </a:t>
                </a:r>
                <a14:m>
                  <m:oMath xmlns:m="http://schemas.openxmlformats.org/officeDocument/2006/math">
                    <m:r>
                      <a:rPr lang="en-US" altLang="zh-CN" sz="3200" b="1" i="1" dirty="0">
                        <a:solidFill>
                          <a:schemeClr val="bg1"/>
                        </a:solidFill>
                        <a:latin typeface="Cambria Math" panose="02040503050406030204" pitchFamily="18" charset="0"/>
                        <a:ea typeface="微软雅黑" panose="020B0503020204020204" charset="-122"/>
                        <a:cs typeface="Cambria Math" panose="02040503050406030204" pitchFamily="18" charset="0"/>
                      </a:rPr>
                      <m:t>𝟐</m:t>
                    </m:r>
                    <m:sSup>
                      <m:sSupPr>
                        <m:ctrlPr>
                          <a:rPr lang="en-US" altLang="zh-CN" sz="3200" b="1" i="1" dirty="0">
                            <a:solidFill>
                              <a:schemeClr val="bg1"/>
                            </a:solidFill>
                            <a:latin typeface="Cambria Math" panose="02040503050406030204" pitchFamily="18" charset="0"/>
                            <a:ea typeface="微软雅黑" panose="020B0503020204020204" charset="-122"/>
                            <a:cs typeface="Cambria Math" panose="02040503050406030204" pitchFamily="18" charset="0"/>
                          </a:rPr>
                        </m:ctrlPr>
                      </m:sSupPr>
                      <m:e>
                        <m:r>
                          <a:rPr lang="en-US" altLang="zh-CN" sz="3200" b="1" i="1" dirty="0">
                            <a:solidFill>
                              <a:schemeClr val="bg1"/>
                            </a:solidFill>
                            <a:latin typeface="Cambria Math" panose="02040503050406030204" pitchFamily="18" charset="0"/>
                            <a:ea typeface="微软雅黑" panose="020B0503020204020204" charset="-122"/>
                            <a:cs typeface="Cambria Math" panose="02040503050406030204" pitchFamily="18" charset="0"/>
                          </a:rPr>
                          <m:t>𝒄𝒐𝒔</m:t>
                        </m:r>
                      </m:e>
                      <m:sup>
                        <m:r>
                          <a:rPr lang="en-US" altLang="zh-CN" sz="3200" b="1" i="1" dirty="0">
                            <a:solidFill>
                              <a:schemeClr val="bg1"/>
                            </a:solidFill>
                            <a:latin typeface="Cambria Math" panose="02040503050406030204" pitchFamily="18" charset="0"/>
                            <a:ea typeface="微软雅黑" panose="020B0503020204020204" charset="-122"/>
                            <a:cs typeface="Cambria Math" panose="02040503050406030204" pitchFamily="18" charset="0"/>
                          </a:rPr>
                          <m:t>𝟐</m:t>
                        </m:r>
                      </m:sup>
                    </m:sSup>
                    <m:r>
                      <a:rPr lang="en-US" altLang="zh-CN" sz="3200" b="1" i="1" dirty="0">
                        <a:solidFill>
                          <a:schemeClr val="bg1"/>
                        </a:solidFill>
                        <a:latin typeface="Cambria Math" panose="02040503050406030204" pitchFamily="18" charset="0"/>
                        <a:ea typeface="微软雅黑" panose="020B0503020204020204" charset="-122"/>
                        <a:cs typeface="Cambria Math" panose="02040503050406030204" pitchFamily="18" charset="0"/>
                      </a:rPr>
                      <m:t>𝒙</m:t>
                    </m:r>
                    <m:r>
                      <a:rPr lang="en-US" altLang="zh-CN" sz="3200" b="1" i="1" dirty="0">
                        <a:solidFill>
                          <a:schemeClr val="bg1"/>
                        </a:solidFill>
                        <a:latin typeface="Cambria Math" panose="02040503050406030204" pitchFamily="18" charset="0"/>
                        <a:ea typeface="微软雅黑" panose="020B0503020204020204" charset="-122"/>
                        <a:cs typeface="Cambria Math" panose="02040503050406030204" pitchFamily="18" charset="0"/>
                      </a:rPr>
                      <m:t>−</m:t>
                    </m:r>
                    <m:r>
                      <a:rPr lang="en-US" altLang="zh-CN" sz="3200" b="1" i="1" dirty="0">
                        <a:solidFill>
                          <a:schemeClr val="bg1"/>
                        </a:solidFill>
                        <a:latin typeface="Cambria Math" panose="02040503050406030204" pitchFamily="18" charset="0"/>
                        <a:ea typeface="微软雅黑" panose="020B0503020204020204" charset="-122"/>
                        <a:cs typeface="Cambria Math" panose="02040503050406030204" pitchFamily="18" charset="0"/>
                      </a:rPr>
                      <m:t>𝟏</m:t>
                    </m:r>
                  </m:oMath>
                </a14:m>
                <a:r>
                  <a:rPr lang="en-US" altLang="zh-CN" sz="3200" b="1" dirty="0">
                    <a:solidFill>
                      <a:schemeClr val="bg1"/>
                    </a:solidFill>
                    <a:latin typeface="微软雅黑" panose="020B0503020204020204" charset="-122"/>
                    <a:ea typeface="微软雅黑" panose="020B0503020204020204" charset="-122"/>
                  </a:rPr>
                  <a:t>              </a:t>
                </a:r>
                <a:endParaRPr lang="en-US" altLang="zh-CN" sz="3200" b="1" dirty="0">
                  <a:solidFill>
                    <a:schemeClr val="bg1"/>
                  </a:solidFill>
                  <a:latin typeface="微软雅黑" panose="020B0503020204020204" charset="-122"/>
                  <a:ea typeface="微软雅黑" panose="020B0503020204020204" charset="-122"/>
                </a:endParaRPr>
              </a:p>
              <a:p>
                <a:endParaRPr lang="en-US" altLang="zh-CN" sz="3200" b="1" dirty="0">
                  <a:solidFill>
                    <a:schemeClr val="bg1"/>
                  </a:solidFill>
                  <a:latin typeface="微软雅黑" panose="020B0503020204020204" charset="-122"/>
                  <a:ea typeface="微软雅黑" panose="020B0503020204020204" charset="-122"/>
                </a:endParaRPr>
              </a:p>
            </p:txBody>
          </p:sp>
        </mc:Choice>
        <mc:Fallback>
          <p:sp>
            <p:nvSpPr>
              <p:cNvPr id="12" name="文本框 11"/>
              <p:cNvSpPr txBox="1">
                <a:spLocks noRot="1" noChangeAspect="1" noMove="1" noResize="1" noEditPoints="1" noAdjustHandles="1" noChangeArrowheads="1" noChangeShapeType="1" noTextEdit="1"/>
              </p:cNvSpPr>
              <p:nvPr/>
            </p:nvSpPr>
            <p:spPr>
              <a:xfrm>
                <a:off x="911860" y="4869180"/>
                <a:ext cx="8392160" cy="1604010"/>
              </a:xfrm>
              <a:prstGeom prst="rect">
                <a:avLst/>
              </a:prstGeom>
              <a:blipFill rotWithShape="1">
                <a:blip r:embed="rId4"/>
                <a:stretch>
                  <a:fillRect/>
                </a:stretch>
              </a:blipFill>
            </p:spPr>
            <p:txBody>
              <a:bodyPr/>
              <a:lstStyle/>
              <a:p>
                <a:r>
                  <a:rPr lang="zh-CN" altLang="en-US">
                    <a:noFill/>
                  </a:rPr>
                  <a:t> </a:t>
                </a:r>
              </a:p>
            </p:txBody>
          </p:sp>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rgbClr val="0D1B2A"/>
            </a:gs>
            <a:gs pos="60000">
              <a:srgbClr val="1B263B"/>
            </a:gs>
            <a:gs pos="100000">
              <a:srgbClr val="102A43"/>
            </a:gs>
          </a:gsLst>
          <a:lin ang="2700000" scaled="0"/>
        </a:gradFill>
        <a:effectLst/>
      </p:bgPr>
    </p:bg>
    <p:spTree>
      <p:nvGrpSpPr>
        <p:cNvPr id="1" name=""/>
        <p:cNvGrpSpPr/>
        <p:nvPr/>
      </p:nvGrpSpPr>
      <p:grpSpPr/>
      <p:sp>
        <p:nvSpPr>
          <p:cNvPr id="3" name="矩形 2"/>
          <p:cNvSpPr/>
          <p:nvPr/>
        </p:nvSpPr>
        <p:spPr>
          <a:xfrm>
            <a:off x="2057400" y="304800"/>
            <a:ext cx="5998210" cy="583565"/>
          </a:xfrm>
          <a:prstGeom prst="rect">
            <a:avLst/>
          </a:prstGeom>
        </p:spPr>
        <p:style>
          <a:lnRef idx="1">
            <a:schemeClr val="accent6"/>
          </a:lnRef>
          <a:fillRef idx="3">
            <a:schemeClr val="accent6"/>
          </a:fillRef>
          <a:effectRef idx="2">
            <a:schemeClr val="accent6"/>
          </a:effectRef>
          <a:fontRef idx="minor">
            <a:schemeClr val="lt1"/>
          </a:fontRef>
        </p:style>
        <p:txBody>
          <a:bodyPr wrap="square">
            <a:spAutoFit/>
            <a:scene3d>
              <a:camera prst="orthographicFront"/>
              <a:lightRig rig="threePt" dir="t"/>
            </a:scene3d>
          </a:bodyPr>
          <a:p>
            <a:pPr lvl="0" algn="ctr"/>
            <a:r>
              <a:rPr lang="zh-CN" altLang="en-US" sz="3200" dirty="0">
                <a:solidFill>
                  <a:schemeClr val="bg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Times New Roman" panose="02020603050405020304" pitchFamily="18" charset="0"/>
              </a:rPr>
              <a:t>预备知识</a:t>
            </a:r>
            <a:endParaRPr lang="zh-CN" altLang="en-US" sz="3200" dirty="0">
              <a:solidFill>
                <a:schemeClr val="bg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Times New Roman" panose="02020603050405020304" pitchFamily="18" charset="0"/>
            </a:endParaRPr>
          </a:p>
        </p:txBody>
      </p:sp>
      <p:sp>
        <p:nvSpPr>
          <p:cNvPr id="13" name="文本框 12"/>
          <p:cNvSpPr txBox="1"/>
          <p:nvPr/>
        </p:nvSpPr>
        <p:spPr>
          <a:xfrm>
            <a:off x="623570" y="1196975"/>
            <a:ext cx="5930265" cy="583565"/>
          </a:xfrm>
          <a:prstGeom prst="rect">
            <a:avLst/>
          </a:prstGeom>
          <a:noFill/>
        </p:spPr>
        <p:txBody>
          <a:bodyPr wrap="square" rtlCol="0">
            <a:spAutoFit/>
          </a:bodyPr>
          <a:p>
            <a:r>
              <a:rPr lang="en-US" altLang="zh-CN" sz="3200" dirty="0">
                <a:solidFill>
                  <a:schemeClr val="bg1"/>
                </a:solidFill>
                <a:latin typeface="微软雅黑" panose="020B0503020204020204" charset="-122"/>
                <a:ea typeface="微软雅黑" panose="020B0503020204020204" charset="-122"/>
              </a:rPr>
              <a:t>3</a:t>
            </a:r>
            <a:r>
              <a:rPr lang="zh-CN" altLang="en-US" sz="3200" dirty="0">
                <a:solidFill>
                  <a:schemeClr val="bg1"/>
                </a:solidFill>
                <a:latin typeface="微软雅黑" panose="020B0503020204020204" charset="-122"/>
                <a:ea typeface="微软雅黑" panose="020B0503020204020204" charset="-122"/>
              </a:rPr>
              <a:t>、常见角的三角函数值</a:t>
            </a:r>
            <a:endParaRPr lang="zh-CN" altLang="en-US" sz="3200" dirty="0">
              <a:solidFill>
                <a:schemeClr val="bg1"/>
              </a:solidFill>
              <a:latin typeface="微软雅黑" panose="020B0503020204020204" charset="-122"/>
              <a:ea typeface="微软雅黑" panose="020B0503020204020204" charset="-122"/>
            </a:endParaRPr>
          </a:p>
        </p:txBody>
      </p:sp>
      <mc:AlternateContent xmlns:mc="http://schemas.openxmlformats.org/markup-compatibility/2006">
        <mc:Choice xmlns:a14="http://schemas.microsoft.com/office/drawing/2010/main" Requires="a14">
          <p:graphicFrame>
            <p:nvGraphicFramePr>
              <p:cNvPr id="4" name="表格 3"/>
              <p:cNvGraphicFramePr/>
              <p:nvPr>
                <p:custDataLst>
                  <p:tags r:id="rId1"/>
                </p:custDataLst>
              </p:nvPr>
            </p:nvGraphicFramePr>
            <p:xfrm>
              <a:off x="762000" y="1772920"/>
              <a:ext cx="8530590" cy="4674235"/>
            </p:xfrm>
            <a:graphic>
              <a:graphicData uri="http://schemas.openxmlformats.org/drawingml/2006/table">
                <a:tbl>
                  <a:tblPr firstRow="1" bandRow="1">
                    <a:tableStyleId>{5C22544A-7EE6-4342-B048-85BDC9FD1C3A}</a:tableStyleId>
                  </a:tblPr>
                  <a:tblGrid>
                    <a:gridCol w="1421765"/>
                    <a:gridCol w="1421765"/>
                    <a:gridCol w="1421765"/>
                    <a:gridCol w="1421765"/>
                    <a:gridCol w="1421765"/>
                    <a:gridCol w="1421765"/>
                  </a:tblGrid>
                  <a:tr h="729615">
                    <a:tc>
                      <a:txBody>
                        <a:bodyPr/>
                        <a:p>
                          <a:pPr>
                            <a:buNone/>
                          </a:pPr>
                          <a:endParaRPr lang="zh-CN" altLang="en-US" sz="3200" b="1"/>
                        </a:p>
                      </a:txBody>
                      <a:tcPr/>
                    </a:tc>
                    <a:tc>
                      <a:txBody>
                        <a:bodyPr/>
                        <a:p>
                          <a:pPr algn="ctr">
                            <a:buNone/>
                          </a:pPr>
                          <a14:m>
                            <m:oMathPara xmlns:m="http://schemas.openxmlformats.org/officeDocument/2006/math">
                              <m:oMathParaPr>
                                <m:jc m:val="centerGroup"/>
                              </m:oMathParaPr>
                              <m:oMath xmlns:m="http://schemas.openxmlformats.org/officeDocument/2006/math">
                                <m:r>
                                  <a:rPr lang="en-US" altLang="zh-CN" sz="2000" i="1">
                                    <a:latin typeface="Cambria Math" panose="02040503050406030204" pitchFamily="18" charset="0"/>
                                    <a:cs typeface="Cambria Math" panose="02040503050406030204" pitchFamily="18" charset="0"/>
                                  </a:rPr>
                                  <m:t>𝟎</m:t>
                                </m:r>
                              </m:oMath>
                            </m:oMathPara>
                          </a14:m>
                          <a:endParaRPr lang="en-US" altLang="zh-CN" sz="2000" i="1">
                            <a:latin typeface="Cambria Math" panose="02040503050406030204" pitchFamily="18" charset="0"/>
                            <a:cs typeface="Cambria Math" panose="02040503050406030204" pitchFamily="18" charset="0"/>
                          </a:endParaRPr>
                        </a:p>
                      </a:txBody>
                      <a:tcPr anchor="ctr" anchorCtr="0"/>
                    </a:tc>
                    <a:tc>
                      <a:txBody>
                        <a:bodyPr/>
                        <a:p>
                          <a:pPr algn="ctr">
                            <a:buNone/>
                          </a:pPr>
                          <a14:m>
                            <m:oMathPara xmlns:m="http://schemas.openxmlformats.org/officeDocument/2006/math">
                              <m:oMathParaPr>
                                <m:jc m:val="centerGroup"/>
                              </m:oMathParaPr>
                              <m:oMath xmlns:m="http://schemas.openxmlformats.org/officeDocument/2006/math">
                                <m:f>
                                  <m:fPr>
                                    <m:ctrlPr>
                                      <a:rPr lang="en-US" altLang="zh-CN" sz="2000" i="1">
                                        <a:latin typeface="Cambria Math" panose="02040503050406030204" pitchFamily="18" charset="0"/>
                                        <a:cs typeface="Cambria Math" panose="02040503050406030204" pitchFamily="18" charset="0"/>
                                      </a:rPr>
                                    </m:ctrlPr>
                                  </m:fPr>
                                  <m:num>
                                    <m:r>
                                      <a:rPr lang="en-US" altLang="zh-CN" sz="2000" b="1" i="1">
                                        <a:latin typeface="Cambria Math" panose="02040503050406030204" pitchFamily="18" charset="0"/>
                                        <a:cs typeface="Cambria Math" panose="02040503050406030204" pitchFamily="18" charset="0"/>
                                      </a:rPr>
                                      <m:t>𝝅</m:t>
                                    </m:r>
                                  </m:num>
                                  <m:den>
                                    <m:r>
                                      <a:rPr lang="en-US" altLang="zh-CN" sz="2000" i="1">
                                        <a:latin typeface="Cambria Math" panose="02040503050406030204" pitchFamily="18" charset="0"/>
                                        <a:cs typeface="Cambria Math" panose="02040503050406030204" pitchFamily="18" charset="0"/>
                                      </a:rPr>
                                      <m:t>𝟔</m:t>
                                    </m:r>
                                  </m:den>
                                </m:f>
                              </m:oMath>
                            </m:oMathPara>
                          </a14:m>
                          <a:endParaRPr lang="en-US" altLang="zh-CN" sz="2000" i="1">
                            <a:latin typeface="Cambria Math" panose="02040503050406030204" pitchFamily="18" charset="0"/>
                            <a:cs typeface="Cambria Math" panose="02040503050406030204" pitchFamily="18" charset="0"/>
                          </a:endParaRPr>
                        </a:p>
                      </a:txBody>
                      <a:tcPr anchor="ctr" anchorCtr="0"/>
                    </a:tc>
                    <a:tc>
                      <a:txBody>
                        <a:bodyPr/>
                        <a:p>
                          <a:pPr algn="ctr">
                            <a:buNone/>
                          </a:pPr>
                          <a14:m>
                            <m:oMathPara xmlns:m="http://schemas.openxmlformats.org/officeDocument/2006/math">
                              <m:oMathParaPr>
                                <m:jc m:val="centerGroup"/>
                              </m:oMathParaPr>
                              <m:oMath xmlns:m="http://schemas.openxmlformats.org/officeDocument/2006/math">
                                <m:f>
                                  <m:fPr>
                                    <m:ctrlPr>
                                      <a:rPr lang="en-US" altLang="zh-CN" sz="2800" i="1">
                                        <a:latin typeface="Cambria Math" panose="02040503050406030204" pitchFamily="18" charset="0"/>
                                        <a:cs typeface="Cambria Math" panose="02040503050406030204" pitchFamily="18" charset="0"/>
                                      </a:rPr>
                                    </m:ctrlPr>
                                  </m:fPr>
                                  <m:num>
                                    <m:r>
                                      <a:rPr lang="en-US" altLang="zh-CN" sz="2800" b="1" i="1">
                                        <a:latin typeface="Cambria Math" panose="02040503050406030204" pitchFamily="18" charset="0"/>
                                        <a:cs typeface="Cambria Math" panose="02040503050406030204" pitchFamily="18" charset="0"/>
                                      </a:rPr>
                                      <m:t>𝝅</m:t>
                                    </m:r>
                                  </m:num>
                                  <m:den>
                                    <m:r>
                                      <a:rPr lang="en-US" altLang="zh-CN" sz="2800" b="1" i="1">
                                        <a:latin typeface="Cambria Math" panose="02040503050406030204" pitchFamily="18" charset="0"/>
                                        <a:cs typeface="Cambria Math" panose="02040503050406030204" pitchFamily="18" charset="0"/>
                                      </a:rPr>
                                      <m:t>𝟒</m:t>
                                    </m:r>
                                  </m:den>
                                </m:f>
                              </m:oMath>
                            </m:oMathPara>
                          </a14:m>
                          <a:endParaRPr lang="en-US" altLang="zh-CN" sz="2800" b="1" i="1">
                            <a:latin typeface="Cambria Math" panose="02040503050406030204" pitchFamily="18" charset="0"/>
                            <a:cs typeface="Cambria Math" panose="02040503050406030204" pitchFamily="18" charset="0"/>
                          </a:endParaRPr>
                        </a:p>
                      </a:txBody>
                      <a:tcPr anchor="ctr" anchorCtr="0"/>
                    </a:tc>
                    <a:tc>
                      <a:txBody>
                        <a:bodyPr/>
                        <a:p>
                          <a:pPr algn="ctr">
                            <a:buNone/>
                          </a:pPr>
                          <a14:m>
                            <m:oMathPara xmlns:m="http://schemas.openxmlformats.org/officeDocument/2006/math">
                              <m:oMathParaPr>
                                <m:jc m:val="centerGroup"/>
                              </m:oMathParaPr>
                              <m:oMath xmlns:m="http://schemas.openxmlformats.org/officeDocument/2006/math">
                                <m:f>
                                  <m:fPr>
                                    <m:ctrlPr>
                                      <a:rPr lang="en-US" altLang="zh-CN" sz="2800" i="1">
                                        <a:latin typeface="Cambria Math" panose="02040503050406030204" pitchFamily="18" charset="0"/>
                                        <a:cs typeface="Cambria Math" panose="02040503050406030204" pitchFamily="18" charset="0"/>
                                      </a:rPr>
                                    </m:ctrlPr>
                                  </m:fPr>
                                  <m:num>
                                    <m:r>
                                      <a:rPr lang="en-US" altLang="zh-CN" sz="2800" b="1" i="1">
                                        <a:latin typeface="Cambria Math" panose="02040503050406030204" pitchFamily="18" charset="0"/>
                                        <a:cs typeface="Cambria Math" panose="02040503050406030204" pitchFamily="18" charset="0"/>
                                      </a:rPr>
                                      <m:t>𝝅</m:t>
                                    </m:r>
                                  </m:num>
                                  <m:den>
                                    <m:r>
                                      <a:rPr lang="en-US" altLang="zh-CN" sz="2800" b="1" i="1">
                                        <a:latin typeface="Cambria Math" panose="02040503050406030204" pitchFamily="18" charset="0"/>
                                        <a:cs typeface="Cambria Math" panose="02040503050406030204" pitchFamily="18" charset="0"/>
                                      </a:rPr>
                                      <m:t>𝟑</m:t>
                                    </m:r>
                                  </m:den>
                                </m:f>
                              </m:oMath>
                            </m:oMathPara>
                          </a14:m>
                          <a:endParaRPr lang="en-US" altLang="zh-CN" sz="2800" b="1" i="1">
                            <a:latin typeface="Cambria Math" panose="02040503050406030204" pitchFamily="18" charset="0"/>
                            <a:cs typeface="Cambria Math" panose="02040503050406030204" pitchFamily="18" charset="0"/>
                          </a:endParaRPr>
                        </a:p>
                      </a:txBody>
                      <a:tcPr anchor="ctr" anchorCtr="0"/>
                    </a:tc>
                    <a:tc>
                      <a:txBody>
                        <a:bodyPr/>
                        <a:p>
                          <a:pPr algn="ctr">
                            <a:buNone/>
                          </a:pPr>
                          <a14:m>
                            <m:oMathPara xmlns:m="http://schemas.openxmlformats.org/officeDocument/2006/math">
                              <m:oMathParaPr>
                                <m:jc m:val="centerGroup"/>
                              </m:oMathParaPr>
                              <m:oMath xmlns:m="http://schemas.openxmlformats.org/officeDocument/2006/math">
                                <m:f>
                                  <m:fPr>
                                    <m:ctrlPr>
                                      <a:rPr lang="en-US" altLang="zh-CN" sz="2800" i="1">
                                        <a:latin typeface="Cambria Math" panose="02040503050406030204" pitchFamily="18" charset="0"/>
                                        <a:cs typeface="Cambria Math" panose="02040503050406030204" pitchFamily="18" charset="0"/>
                                      </a:rPr>
                                    </m:ctrlPr>
                                  </m:fPr>
                                  <m:num>
                                    <m:r>
                                      <a:rPr lang="en-US" altLang="zh-CN" sz="2800" b="1" i="1">
                                        <a:latin typeface="Cambria Math" panose="02040503050406030204" pitchFamily="18" charset="0"/>
                                        <a:cs typeface="Cambria Math" panose="02040503050406030204" pitchFamily="18" charset="0"/>
                                      </a:rPr>
                                      <m:t>𝝅</m:t>
                                    </m:r>
                                  </m:num>
                                  <m:den>
                                    <m:r>
                                      <a:rPr lang="en-US" altLang="zh-CN" sz="2800" b="1" i="1">
                                        <a:latin typeface="Cambria Math" panose="02040503050406030204" pitchFamily="18" charset="0"/>
                                        <a:cs typeface="Cambria Math" panose="02040503050406030204" pitchFamily="18" charset="0"/>
                                      </a:rPr>
                                      <m:t>𝟐</m:t>
                                    </m:r>
                                  </m:den>
                                </m:f>
                              </m:oMath>
                            </m:oMathPara>
                          </a14:m>
                          <a:endParaRPr lang="en-US" altLang="zh-CN" sz="2800" b="1" i="1">
                            <a:latin typeface="Cambria Math" panose="02040503050406030204" pitchFamily="18" charset="0"/>
                            <a:cs typeface="Cambria Math" panose="02040503050406030204" pitchFamily="18" charset="0"/>
                          </a:endParaRPr>
                        </a:p>
                      </a:txBody>
                      <a:tcPr anchor="ctr" anchorCtr="0"/>
                    </a:tc>
                  </a:tr>
                  <a:tr h="457200">
                    <a:tc>
                      <a:txBody>
                        <a:bodyPr/>
                        <a:p>
                          <a:pPr algn="ctr">
                            <a:buNone/>
                          </a:pPr>
                          <a:r>
                            <a:rPr lang="en-US" altLang="zh-CN" sz="3200" b="1" i="1">
                              <a:latin typeface="Cambria Math" panose="02040503050406030204" pitchFamily="18" charset="0"/>
                              <a:cs typeface="Cambria Math" panose="02040503050406030204" pitchFamily="18" charset="0"/>
                            </a:rPr>
                            <a:t>sin</a:t>
                          </a:r>
                          <a:endParaRPr lang="en-US" altLang="zh-CN" sz="3200" b="1" i="1">
                            <a:latin typeface="Cambria Math" panose="02040503050406030204" pitchFamily="18" charset="0"/>
                            <a:cs typeface="Cambria Math" panose="02040503050406030204" pitchFamily="18" charset="0"/>
                          </a:endParaRPr>
                        </a:p>
                      </a:txBody>
                      <a:tcPr anchor="ctr" anchorCtr="0"/>
                    </a:tc>
                    <a:tc>
                      <a:txBody>
                        <a:bodyPr/>
                        <a:p>
                          <a:pPr>
                            <a:buNone/>
                          </a:pPr>
                          <a14:m>
                            <m:oMathPara xmlns:m="http://schemas.openxmlformats.org/officeDocument/2006/math">
                              <m:oMathParaPr>
                                <m:jc m:val="centerGroup"/>
                              </m:oMathParaPr>
                              <m:oMath xmlns:m="http://schemas.openxmlformats.org/officeDocument/2006/math">
                                <m:r>
                                  <a:rPr lang="en-US" altLang="zh-CN" sz="2800" i="1">
                                    <a:latin typeface="Cambria Math" panose="02040503050406030204" pitchFamily="18" charset="0"/>
                                    <a:ea typeface="MS Mincho" charset="0"/>
                                    <a:cs typeface="Cambria Math" panose="02040503050406030204" pitchFamily="18" charset="0"/>
                                  </a:rPr>
                                  <m:t>0</m:t>
                                </m:r>
                              </m:oMath>
                            </m:oMathPara>
                          </a14:m>
                          <a:endParaRPr lang="en-US" altLang="zh-CN" sz="2800" i="1">
                            <a:latin typeface="Cambria Math" panose="02040503050406030204" pitchFamily="18" charset="0"/>
                            <a:cs typeface="Cambria Math" panose="02040503050406030204" pitchFamily="18" charset="0"/>
                          </a:endParaRPr>
                        </a:p>
                      </a:txBody>
                      <a:tcPr anchor="ctr" anchorCtr="0"/>
                    </a:tc>
                    <a:tc>
                      <a:txBody>
                        <a:bodyPr/>
                        <a:p>
                          <a:pPr>
                            <a:buNone/>
                          </a:pPr>
                          <a14:m>
                            <m:oMathPara xmlns:m="http://schemas.openxmlformats.org/officeDocument/2006/math">
                              <m:oMathParaPr>
                                <m:jc m:val="centerGroup"/>
                              </m:oMathParaPr>
                              <m:oMath xmlns:m="http://schemas.openxmlformats.org/officeDocument/2006/math">
                                <m:f>
                                  <m:fPr>
                                    <m:ctrlPr>
                                      <a:rPr lang="en-US" altLang="zh-CN" sz="2800" i="1">
                                        <a:latin typeface="Cambria Math" panose="02040503050406030204" pitchFamily="18" charset="0"/>
                                        <a:cs typeface="Cambria Math" panose="02040503050406030204" pitchFamily="18" charset="0"/>
                                      </a:rPr>
                                    </m:ctrlPr>
                                  </m:fPr>
                                  <m:num>
                                    <m:r>
                                      <a:rPr lang="en-US" altLang="zh-CN" sz="2800" b="1" i="1">
                                        <a:latin typeface="Cambria Math" panose="02040503050406030204" pitchFamily="18" charset="0"/>
                                        <a:cs typeface="Cambria Math" panose="02040503050406030204" pitchFamily="18" charset="0"/>
                                      </a:rPr>
                                      <m:t>𝟏</m:t>
                                    </m:r>
                                  </m:num>
                                  <m:den>
                                    <m:r>
                                      <a:rPr lang="en-US" altLang="zh-CN" sz="2800" i="1">
                                        <a:latin typeface="Cambria Math" panose="02040503050406030204" pitchFamily="18" charset="0"/>
                                        <a:cs typeface="Cambria Math" panose="02040503050406030204" pitchFamily="18" charset="0"/>
                                      </a:rPr>
                                      <m:t>2</m:t>
                                    </m:r>
                                  </m:den>
                                </m:f>
                              </m:oMath>
                            </m:oMathPara>
                          </a14:m>
                          <a:endParaRPr lang="en-US" altLang="zh-CN" sz="2800" i="1">
                            <a:latin typeface="Cambria Math" panose="02040503050406030204" pitchFamily="18" charset="0"/>
                            <a:cs typeface="Cambria Math" panose="02040503050406030204" pitchFamily="18" charset="0"/>
                          </a:endParaRPr>
                        </a:p>
                      </a:txBody>
                      <a:tcPr anchor="ctr" anchorCtr="0"/>
                    </a:tc>
                    <a:tc>
                      <a:txBody>
                        <a:bodyPr/>
                        <a:p>
                          <a:pPr>
                            <a:buNone/>
                          </a:pPr>
                          <a14:m>
                            <m:oMathPara xmlns:m="http://schemas.openxmlformats.org/officeDocument/2006/math">
                              <m:oMathParaPr>
                                <m:jc m:val="centerGroup"/>
                              </m:oMathParaPr>
                              <m:oMath xmlns:m="http://schemas.openxmlformats.org/officeDocument/2006/math">
                                <m:f>
                                  <m:fPr>
                                    <m:ctrlPr>
                                      <a:rPr lang="en-US" altLang="zh-CN" sz="2800" i="1">
                                        <a:latin typeface="Cambria Math" panose="02040503050406030204" pitchFamily="18" charset="0"/>
                                        <a:cs typeface="Cambria Math" panose="02040503050406030204" pitchFamily="18" charset="0"/>
                                      </a:rPr>
                                    </m:ctrlPr>
                                  </m:fPr>
                                  <m:num>
                                    <m:rad>
                                      <m:radPr>
                                        <m:degHide m:val="on"/>
                                        <m:ctrlPr>
                                          <a:rPr lang="en-US" altLang="zh-CN" sz="2800" i="1">
                                            <a:latin typeface="Cambria Math" panose="02040503050406030204" pitchFamily="18" charset="0"/>
                                            <a:cs typeface="Cambria Math" panose="02040503050406030204" pitchFamily="18" charset="0"/>
                                          </a:rPr>
                                        </m:ctrlPr>
                                      </m:radPr>
                                      <m:deg/>
                                      <m:e>
                                        <m:r>
                                          <a:rPr lang="en-US" altLang="zh-CN" sz="2800" i="1">
                                            <a:latin typeface="Cambria Math" panose="02040503050406030204" pitchFamily="18" charset="0"/>
                                            <a:cs typeface="Cambria Math" panose="02040503050406030204" pitchFamily="18" charset="0"/>
                                          </a:rPr>
                                          <m:t>2</m:t>
                                        </m:r>
                                      </m:e>
                                    </m:rad>
                                  </m:num>
                                  <m:den>
                                    <m:r>
                                      <a:rPr lang="en-US" altLang="zh-CN" sz="2800" i="1">
                                        <a:latin typeface="Cambria Math" panose="02040503050406030204" pitchFamily="18" charset="0"/>
                                        <a:cs typeface="Cambria Math" panose="02040503050406030204" pitchFamily="18" charset="0"/>
                                      </a:rPr>
                                      <m:t>2</m:t>
                                    </m:r>
                                  </m:den>
                                </m:f>
                              </m:oMath>
                            </m:oMathPara>
                          </a14:m>
                          <a:endParaRPr lang="en-US" altLang="zh-CN" sz="2800" i="1">
                            <a:latin typeface="Cambria Math" panose="02040503050406030204" pitchFamily="18" charset="0"/>
                            <a:cs typeface="Cambria Math" panose="02040503050406030204" pitchFamily="18" charset="0"/>
                          </a:endParaRPr>
                        </a:p>
                      </a:txBody>
                      <a:tcPr anchor="ctr" anchorCtr="0"/>
                    </a:tc>
                    <a:tc>
                      <a:txBody>
                        <a:bodyPr/>
                        <a:p>
                          <a:pPr>
                            <a:buNone/>
                          </a:pPr>
                          <a14:m>
                            <m:oMathPara xmlns:m="http://schemas.openxmlformats.org/officeDocument/2006/math">
                              <m:oMathParaPr>
                                <m:jc m:val="centerGroup"/>
                              </m:oMathParaPr>
                              <m:oMath xmlns:m="http://schemas.openxmlformats.org/officeDocument/2006/math">
                                <m:f>
                                  <m:fPr>
                                    <m:ctrlPr>
                                      <a:rPr lang="en-US" altLang="zh-CN" sz="2800" i="1">
                                        <a:latin typeface="Cambria Math" panose="02040503050406030204" pitchFamily="18" charset="0"/>
                                        <a:cs typeface="Cambria Math" panose="02040503050406030204" pitchFamily="18" charset="0"/>
                                      </a:rPr>
                                    </m:ctrlPr>
                                  </m:fPr>
                                  <m:num>
                                    <m:rad>
                                      <m:radPr>
                                        <m:degHide m:val="on"/>
                                        <m:ctrlPr>
                                          <a:rPr lang="en-US" altLang="zh-CN" sz="2800" i="1">
                                            <a:latin typeface="Cambria Math" panose="02040503050406030204" pitchFamily="18" charset="0"/>
                                            <a:cs typeface="Cambria Math" panose="02040503050406030204" pitchFamily="18" charset="0"/>
                                          </a:rPr>
                                        </m:ctrlPr>
                                      </m:radPr>
                                      <m:deg/>
                                      <m:e>
                                        <m:r>
                                          <a:rPr lang="en-US" altLang="zh-CN" sz="2800" i="1">
                                            <a:latin typeface="Cambria Math" panose="02040503050406030204" pitchFamily="18" charset="0"/>
                                            <a:cs typeface="Cambria Math" panose="02040503050406030204" pitchFamily="18" charset="0"/>
                                          </a:rPr>
                                          <m:t>3</m:t>
                                        </m:r>
                                      </m:e>
                                    </m:rad>
                                  </m:num>
                                  <m:den>
                                    <m:r>
                                      <a:rPr lang="en-US" altLang="zh-CN" sz="2800" i="1">
                                        <a:latin typeface="Cambria Math" panose="02040503050406030204" pitchFamily="18" charset="0"/>
                                        <a:cs typeface="Cambria Math" panose="02040503050406030204" pitchFamily="18" charset="0"/>
                                      </a:rPr>
                                      <m:t>2</m:t>
                                    </m:r>
                                  </m:den>
                                </m:f>
                              </m:oMath>
                            </m:oMathPara>
                          </a14:m>
                          <a:endParaRPr lang="en-US" altLang="zh-CN" sz="2800" i="1">
                            <a:latin typeface="Cambria Math" panose="02040503050406030204" pitchFamily="18" charset="0"/>
                            <a:cs typeface="Cambria Math" panose="02040503050406030204" pitchFamily="18" charset="0"/>
                          </a:endParaRPr>
                        </a:p>
                      </a:txBody>
                      <a:tcPr anchor="ctr" anchorCtr="0"/>
                    </a:tc>
                    <a:tc>
                      <a:txBody>
                        <a:bodyPr/>
                        <a:p>
                          <a:pPr>
                            <a:buNone/>
                          </a:pPr>
                          <a14:m>
                            <m:oMathPara xmlns:m="http://schemas.openxmlformats.org/officeDocument/2006/math">
                              <m:oMathParaPr>
                                <m:jc m:val="centerGroup"/>
                              </m:oMathParaPr>
                              <m:oMath xmlns:m="http://schemas.openxmlformats.org/officeDocument/2006/math">
                                <m:r>
                                  <a:rPr lang="en-US" sz="2800" i="1">
                                    <a:latin typeface="Cambria Math" panose="02040503050406030204" pitchFamily="18" charset="0"/>
                                    <a:ea typeface="MS Mincho" charset="0"/>
                                    <a:cs typeface="Cambria Math" panose="02040503050406030204" pitchFamily="18" charset="0"/>
                                  </a:rPr>
                                  <m:t>1</m:t>
                                </m:r>
                              </m:oMath>
                            </m:oMathPara>
                          </a14:m>
                          <a:endParaRPr lang="en-US" altLang="en-US" sz="2800" i="1">
                            <a:latin typeface="Cambria Math" panose="02040503050406030204" pitchFamily="18" charset="0"/>
                          </a:endParaRPr>
                        </a:p>
                      </a:txBody>
                      <a:tcPr anchor="ctr" anchorCtr="0"/>
                    </a:tc>
                  </a:tr>
                  <a:tr h="381000">
                    <a:tc>
                      <a:txBody>
                        <a:bodyPr/>
                        <a:p>
                          <a:pPr algn="ctr">
                            <a:buNone/>
                          </a:pPr>
                          <a:r>
                            <a:rPr lang="en-US" altLang="zh-CN" sz="3200" b="1" i="1">
                              <a:latin typeface="Cambria Math" panose="02040503050406030204" pitchFamily="18" charset="0"/>
                              <a:cs typeface="Cambria Math" panose="02040503050406030204" pitchFamily="18" charset="0"/>
                              <a:sym typeface="+mn-ea"/>
                            </a:rPr>
                            <a:t>cos</a:t>
                          </a:r>
                          <a:endParaRPr lang="en-US" altLang="zh-CN" sz="3200" b="1" i="1">
                            <a:latin typeface="Cambria Math" panose="02040503050406030204" pitchFamily="18" charset="0"/>
                            <a:cs typeface="Cambria Math" panose="02040503050406030204" pitchFamily="18" charset="0"/>
                            <a:sym typeface="+mn-ea"/>
                          </a:endParaRPr>
                        </a:p>
                      </a:txBody>
                      <a:tcPr anchor="ctr" anchorCtr="0"/>
                    </a:tc>
                    <a:tc>
                      <a:txBody>
                        <a:bodyPr/>
                        <a:p>
                          <a:pPr>
                            <a:buNone/>
                          </a:pPr>
                          <a14:m>
                            <m:oMathPara xmlns:m="http://schemas.openxmlformats.org/officeDocument/2006/math">
                              <m:oMathParaPr>
                                <m:jc m:val="centerGroup"/>
                              </m:oMathParaPr>
                              <m:oMath xmlns:m="http://schemas.openxmlformats.org/officeDocument/2006/math">
                                <m:r>
                                  <a:rPr lang="en-US" sz="2800" i="1">
                                    <a:latin typeface="Cambria Math" panose="02040503050406030204" pitchFamily="18" charset="0"/>
                                    <a:ea typeface="MS Mincho" charset="0"/>
                                    <a:cs typeface="Cambria Math" panose="02040503050406030204" pitchFamily="18" charset="0"/>
                                  </a:rPr>
                                  <m:t>1</m:t>
                                </m:r>
                              </m:oMath>
                            </m:oMathPara>
                          </a14:m>
                          <a:endParaRPr lang="en-US" altLang="en-US" sz="2800" i="1">
                            <a:latin typeface="Cambria Math" panose="02040503050406030204" pitchFamily="18" charset="0"/>
                          </a:endParaRPr>
                        </a:p>
                      </a:txBody>
                      <a:tcPr anchor="ctr" anchorCtr="0"/>
                    </a:tc>
                    <a:tc>
                      <a:txBody>
                        <a:bodyPr/>
                        <a:p>
                          <a:pPr>
                            <a:buNone/>
                          </a:pPr>
                          <a14:m>
                            <m:oMathPara xmlns:m="http://schemas.openxmlformats.org/officeDocument/2006/math">
                              <m:oMathParaPr>
                                <m:jc m:val="centerGroup"/>
                              </m:oMathParaPr>
                              <m:oMath xmlns:m="http://schemas.openxmlformats.org/officeDocument/2006/math">
                                <m:f>
                                  <m:fPr>
                                    <m:ctrlPr>
                                      <a:rPr lang="en-US" altLang="zh-CN" sz="2800" i="1">
                                        <a:latin typeface="Cambria Math" panose="02040503050406030204" pitchFamily="18" charset="0"/>
                                        <a:cs typeface="Cambria Math" panose="02040503050406030204" pitchFamily="18" charset="0"/>
                                      </a:rPr>
                                    </m:ctrlPr>
                                  </m:fPr>
                                  <m:num>
                                    <m:rad>
                                      <m:radPr>
                                        <m:degHide m:val="on"/>
                                        <m:ctrlPr>
                                          <a:rPr lang="en-US" altLang="zh-CN" sz="2800" i="1">
                                            <a:latin typeface="Cambria Math" panose="02040503050406030204" pitchFamily="18" charset="0"/>
                                            <a:cs typeface="Cambria Math" panose="02040503050406030204" pitchFamily="18" charset="0"/>
                                          </a:rPr>
                                        </m:ctrlPr>
                                      </m:radPr>
                                      <m:deg/>
                                      <m:e>
                                        <m:r>
                                          <a:rPr lang="en-US" altLang="zh-CN" sz="2800" i="1">
                                            <a:latin typeface="Cambria Math" panose="02040503050406030204" pitchFamily="18" charset="0"/>
                                            <a:cs typeface="Cambria Math" panose="02040503050406030204" pitchFamily="18" charset="0"/>
                                          </a:rPr>
                                          <m:t>3</m:t>
                                        </m:r>
                                      </m:e>
                                    </m:rad>
                                  </m:num>
                                  <m:den>
                                    <m:r>
                                      <a:rPr lang="en-US" altLang="zh-CN" sz="2800" i="1">
                                        <a:latin typeface="Cambria Math" panose="02040503050406030204" pitchFamily="18" charset="0"/>
                                        <a:cs typeface="Cambria Math" panose="02040503050406030204" pitchFamily="18" charset="0"/>
                                      </a:rPr>
                                      <m:t>2</m:t>
                                    </m:r>
                                  </m:den>
                                </m:f>
                              </m:oMath>
                            </m:oMathPara>
                          </a14:m>
                          <a:endParaRPr lang="en-US" altLang="zh-CN" sz="2800" i="1">
                            <a:latin typeface="Cambria Math" panose="02040503050406030204" pitchFamily="18" charset="0"/>
                            <a:cs typeface="Cambria Math" panose="02040503050406030204" pitchFamily="18" charset="0"/>
                          </a:endParaRPr>
                        </a:p>
                      </a:txBody>
                      <a:tcPr anchor="ctr" anchorCtr="0"/>
                    </a:tc>
                    <a:tc>
                      <a:txBody>
                        <a:bodyPr/>
                        <a:p>
                          <a:pPr>
                            <a:buNone/>
                          </a:pPr>
                          <a14:m>
                            <m:oMathPara xmlns:m="http://schemas.openxmlformats.org/officeDocument/2006/math">
                              <m:oMathParaPr>
                                <m:jc m:val="centerGroup"/>
                              </m:oMathParaPr>
                              <m:oMath xmlns:m="http://schemas.openxmlformats.org/officeDocument/2006/math">
                                <m:f>
                                  <m:fPr>
                                    <m:ctrlPr>
                                      <a:rPr lang="en-US" altLang="zh-CN" sz="2800" i="1">
                                        <a:latin typeface="Cambria Math" panose="02040503050406030204" pitchFamily="18" charset="0"/>
                                        <a:cs typeface="Cambria Math" panose="02040503050406030204" pitchFamily="18" charset="0"/>
                                      </a:rPr>
                                    </m:ctrlPr>
                                  </m:fPr>
                                  <m:num>
                                    <m:rad>
                                      <m:radPr>
                                        <m:degHide m:val="on"/>
                                        <m:ctrlPr>
                                          <a:rPr lang="en-US" altLang="zh-CN" sz="2800" i="1">
                                            <a:latin typeface="Cambria Math" panose="02040503050406030204" pitchFamily="18" charset="0"/>
                                            <a:cs typeface="Cambria Math" panose="02040503050406030204" pitchFamily="18" charset="0"/>
                                          </a:rPr>
                                        </m:ctrlPr>
                                      </m:radPr>
                                      <m:deg/>
                                      <m:e>
                                        <m:r>
                                          <a:rPr lang="en-US" altLang="zh-CN" sz="2800" i="1">
                                            <a:latin typeface="Cambria Math" panose="02040503050406030204" pitchFamily="18" charset="0"/>
                                            <a:cs typeface="Cambria Math" panose="02040503050406030204" pitchFamily="18" charset="0"/>
                                          </a:rPr>
                                          <m:t>2</m:t>
                                        </m:r>
                                      </m:e>
                                    </m:rad>
                                  </m:num>
                                  <m:den>
                                    <m:r>
                                      <a:rPr lang="en-US" altLang="zh-CN" sz="2800" i="1">
                                        <a:latin typeface="Cambria Math" panose="02040503050406030204" pitchFamily="18" charset="0"/>
                                        <a:cs typeface="Cambria Math" panose="02040503050406030204" pitchFamily="18" charset="0"/>
                                      </a:rPr>
                                      <m:t>2</m:t>
                                    </m:r>
                                  </m:den>
                                </m:f>
                              </m:oMath>
                            </m:oMathPara>
                          </a14:m>
                          <a:endParaRPr lang="en-US" altLang="zh-CN" sz="2800" i="1">
                            <a:latin typeface="Cambria Math" panose="02040503050406030204" pitchFamily="18" charset="0"/>
                            <a:cs typeface="Cambria Math" panose="02040503050406030204" pitchFamily="18" charset="0"/>
                          </a:endParaRPr>
                        </a:p>
                      </a:txBody>
                      <a:tcPr anchor="ctr" anchorCtr="0"/>
                    </a:tc>
                    <a:tc>
                      <a:txBody>
                        <a:bodyPr/>
                        <a:p>
                          <a:pPr>
                            <a:buNone/>
                          </a:pPr>
                          <a14:m>
                            <m:oMathPara xmlns:m="http://schemas.openxmlformats.org/officeDocument/2006/math">
                              <m:oMathParaPr>
                                <m:jc m:val="centerGroup"/>
                              </m:oMathParaPr>
                              <m:oMath xmlns:m="http://schemas.openxmlformats.org/officeDocument/2006/math">
                                <m:f>
                                  <m:fPr>
                                    <m:ctrlPr>
                                      <a:rPr lang="en-US" altLang="zh-CN" sz="2800" i="1">
                                        <a:latin typeface="Cambria Math" panose="02040503050406030204" pitchFamily="18" charset="0"/>
                                        <a:cs typeface="Cambria Math" panose="02040503050406030204" pitchFamily="18" charset="0"/>
                                      </a:rPr>
                                    </m:ctrlPr>
                                  </m:fPr>
                                  <m:num>
                                    <m:r>
                                      <a:rPr lang="en-US" altLang="zh-CN" sz="2800" b="1" i="1">
                                        <a:latin typeface="Cambria Math" panose="02040503050406030204" pitchFamily="18" charset="0"/>
                                        <a:cs typeface="Cambria Math" panose="02040503050406030204" pitchFamily="18" charset="0"/>
                                      </a:rPr>
                                      <m:t>𝟏</m:t>
                                    </m:r>
                                  </m:num>
                                  <m:den>
                                    <m:r>
                                      <a:rPr lang="en-US" altLang="zh-CN" sz="2800" i="1">
                                        <a:latin typeface="Cambria Math" panose="02040503050406030204" pitchFamily="18" charset="0"/>
                                        <a:cs typeface="Cambria Math" panose="02040503050406030204" pitchFamily="18" charset="0"/>
                                      </a:rPr>
                                      <m:t>2</m:t>
                                    </m:r>
                                  </m:den>
                                </m:f>
                              </m:oMath>
                            </m:oMathPara>
                          </a14:m>
                          <a:endParaRPr lang="en-US" altLang="zh-CN" sz="2800" i="1">
                            <a:latin typeface="Cambria Math" panose="02040503050406030204" pitchFamily="18" charset="0"/>
                            <a:cs typeface="Cambria Math" panose="02040503050406030204" pitchFamily="18" charset="0"/>
                          </a:endParaRPr>
                        </a:p>
                      </a:txBody>
                      <a:tcPr anchor="ctr" anchorCtr="0"/>
                    </a:tc>
                    <a:tc>
                      <a:txBody>
                        <a:bodyPr/>
                        <a:p>
                          <a:pPr>
                            <a:buNone/>
                          </a:pPr>
                          <a14:m>
                            <m:oMathPara xmlns:m="http://schemas.openxmlformats.org/officeDocument/2006/math">
                              <m:oMathParaPr>
                                <m:jc m:val="centerGroup"/>
                              </m:oMathParaPr>
                              <m:oMath xmlns:m="http://schemas.openxmlformats.org/officeDocument/2006/math">
                                <m:r>
                                  <a:rPr lang="en-US" sz="2800" i="1">
                                    <a:latin typeface="Cambria Math" panose="02040503050406030204" pitchFamily="18" charset="0"/>
                                    <a:ea typeface="MS Mincho" charset="0"/>
                                    <a:cs typeface="Cambria Math" panose="02040503050406030204" pitchFamily="18" charset="0"/>
                                  </a:rPr>
                                  <m:t>0</m:t>
                                </m:r>
                              </m:oMath>
                            </m:oMathPara>
                          </a14:m>
                          <a:endParaRPr lang="en-US" altLang="en-US" sz="2800" i="1">
                            <a:latin typeface="Cambria Math" panose="02040503050406030204" pitchFamily="18" charset="0"/>
                          </a:endParaRPr>
                        </a:p>
                      </a:txBody>
                      <a:tcPr anchor="ctr" anchorCtr="0"/>
                    </a:tc>
                  </a:tr>
                  <a:tr h="381000">
                    <a:tc>
                      <a:txBody>
                        <a:bodyPr/>
                        <a:p>
                          <a:pPr algn="ctr">
                            <a:buNone/>
                          </a:pPr>
                          <a:r>
                            <a:rPr lang="en-US" altLang="zh-CN" sz="3200" b="1" i="1">
                              <a:latin typeface="Cambria Math" panose="02040503050406030204" pitchFamily="18" charset="0"/>
                              <a:cs typeface="Cambria Math" panose="02040503050406030204" pitchFamily="18" charset="0"/>
                              <a:sym typeface="+mn-ea"/>
                            </a:rPr>
                            <a:t>tan</a:t>
                          </a:r>
                          <a:endParaRPr lang="en-US" altLang="zh-CN" sz="3200" b="1" i="1">
                            <a:latin typeface="Cambria Math" panose="02040503050406030204" pitchFamily="18" charset="0"/>
                            <a:cs typeface="Cambria Math" panose="02040503050406030204" pitchFamily="18" charset="0"/>
                            <a:sym typeface="+mn-ea"/>
                          </a:endParaRPr>
                        </a:p>
                      </a:txBody>
                      <a:tcPr anchor="ctr" anchorCtr="0"/>
                    </a:tc>
                    <a:tc>
                      <a:txBody>
                        <a:bodyPr/>
                        <a:p>
                          <a:pPr>
                            <a:buNone/>
                          </a:pPr>
                          <a14:m>
                            <m:oMathPara xmlns:m="http://schemas.openxmlformats.org/officeDocument/2006/math">
                              <m:oMathParaPr>
                                <m:jc m:val="centerGroup"/>
                              </m:oMathParaPr>
                              <m:oMath xmlns:m="http://schemas.openxmlformats.org/officeDocument/2006/math">
                                <m:r>
                                  <a:rPr lang="en-US" sz="2800" i="1">
                                    <a:latin typeface="Cambria Math" panose="02040503050406030204" pitchFamily="18" charset="0"/>
                                    <a:ea typeface="MS Mincho" charset="0"/>
                                    <a:cs typeface="Cambria Math" panose="02040503050406030204" pitchFamily="18" charset="0"/>
                                  </a:rPr>
                                  <m:t>0</m:t>
                                </m:r>
                              </m:oMath>
                            </m:oMathPara>
                          </a14:m>
                          <a:endParaRPr lang="en-US" altLang="en-US" sz="2800" i="1">
                            <a:latin typeface="Cambria Math" panose="02040503050406030204" pitchFamily="18" charset="0"/>
                          </a:endParaRPr>
                        </a:p>
                      </a:txBody>
                      <a:tcPr anchor="ctr" anchorCtr="0"/>
                    </a:tc>
                    <a:tc>
                      <a:txBody>
                        <a:bodyPr/>
                        <a:p>
                          <a:pPr>
                            <a:buNone/>
                          </a:pPr>
                          <a14:m>
                            <m:oMathPara xmlns:m="http://schemas.openxmlformats.org/officeDocument/2006/math">
                              <m:oMathParaPr>
                                <m:jc m:val="centerGroup"/>
                              </m:oMathParaPr>
                              <m:oMath xmlns:m="http://schemas.openxmlformats.org/officeDocument/2006/math">
                                <m:f>
                                  <m:fPr>
                                    <m:ctrlPr>
                                      <a:rPr lang="en-US" altLang="zh-CN" sz="2800" i="1">
                                        <a:latin typeface="Cambria Math" panose="02040503050406030204" pitchFamily="18" charset="0"/>
                                        <a:cs typeface="Cambria Math" panose="02040503050406030204" pitchFamily="18" charset="0"/>
                                      </a:rPr>
                                    </m:ctrlPr>
                                  </m:fPr>
                                  <m:num>
                                    <m:rad>
                                      <m:radPr>
                                        <m:degHide m:val="on"/>
                                        <m:ctrlPr>
                                          <a:rPr lang="en-US" altLang="zh-CN" sz="2800" i="1">
                                            <a:latin typeface="Cambria Math" panose="02040503050406030204" pitchFamily="18" charset="0"/>
                                            <a:cs typeface="Cambria Math" panose="02040503050406030204" pitchFamily="18" charset="0"/>
                                          </a:rPr>
                                        </m:ctrlPr>
                                      </m:radPr>
                                      <m:deg/>
                                      <m:e>
                                        <m:r>
                                          <a:rPr lang="en-US" altLang="zh-CN" sz="2800" i="1">
                                            <a:latin typeface="Cambria Math" panose="02040503050406030204" pitchFamily="18" charset="0"/>
                                            <a:cs typeface="Cambria Math" panose="02040503050406030204" pitchFamily="18" charset="0"/>
                                          </a:rPr>
                                          <m:t>3</m:t>
                                        </m:r>
                                      </m:e>
                                    </m:rad>
                                  </m:num>
                                  <m:den>
                                    <m:r>
                                      <a:rPr lang="en-US" altLang="zh-CN" sz="2800" i="1">
                                        <a:latin typeface="Cambria Math" panose="02040503050406030204" pitchFamily="18" charset="0"/>
                                        <a:cs typeface="Cambria Math" panose="02040503050406030204" pitchFamily="18" charset="0"/>
                                      </a:rPr>
                                      <m:t>3</m:t>
                                    </m:r>
                                  </m:den>
                                </m:f>
                              </m:oMath>
                            </m:oMathPara>
                          </a14:m>
                          <a:endParaRPr lang="en-US" altLang="zh-CN" sz="2800" i="1">
                            <a:latin typeface="Cambria Math" panose="02040503050406030204" pitchFamily="18" charset="0"/>
                            <a:cs typeface="Cambria Math" panose="02040503050406030204" pitchFamily="18" charset="0"/>
                          </a:endParaRPr>
                        </a:p>
                      </a:txBody>
                      <a:tcPr anchor="ctr" anchorCtr="0"/>
                    </a:tc>
                    <a:tc>
                      <a:txBody>
                        <a:bodyPr/>
                        <a:p>
                          <a:pPr>
                            <a:buNone/>
                          </a:pPr>
                          <a14:m>
                            <m:oMathPara xmlns:m="http://schemas.openxmlformats.org/officeDocument/2006/math">
                              <m:oMathParaPr>
                                <m:jc m:val="centerGroup"/>
                              </m:oMathParaPr>
                              <m:oMath xmlns:m="http://schemas.openxmlformats.org/officeDocument/2006/math">
                                <m:r>
                                  <a:rPr lang="en-US" sz="2800" i="1">
                                    <a:latin typeface="Cambria Math" panose="02040503050406030204" pitchFamily="18" charset="0"/>
                                    <a:ea typeface="MS Mincho" charset="0"/>
                                    <a:cs typeface="Cambria Math" panose="02040503050406030204" pitchFamily="18" charset="0"/>
                                  </a:rPr>
                                  <m:t>1</m:t>
                                </m:r>
                              </m:oMath>
                            </m:oMathPara>
                          </a14:m>
                          <a:endParaRPr lang="en-US" altLang="en-US" sz="2800" i="1">
                            <a:latin typeface="Cambria Math" panose="02040503050406030204" pitchFamily="18" charset="0"/>
                          </a:endParaRPr>
                        </a:p>
                      </a:txBody>
                      <a:tcPr anchor="ctr" anchorCtr="0"/>
                    </a:tc>
                    <a:tc>
                      <a:txBody>
                        <a:bodyPr/>
                        <a:p>
                          <a:pPr>
                            <a:buNone/>
                          </a:pPr>
                          <a14:m>
                            <m:oMathPara xmlns:m="http://schemas.openxmlformats.org/officeDocument/2006/math">
                              <m:oMathParaPr>
                                <m:jc m:val="centerGroup"/>
                              </m:oMathParaPr>
                              <m:oMath xmlns:m="http://schemas.openxmlformats.org/officeDocument/2006/math">
                                <m:rad>
                                  <m:radPr>
                                    <m:degHide m:val="on"/>
                                    <m:ctrlPr>
                                      <a:rPr lang="en-US" altLang="zh-CN" sz="2000" i="1">
                                        <a:latin typeface="Cambria Math" panose="02040503050406030204" pitchFamily="18" charset="0"/>
                                        <a:cs typeface="Cambria Math" panose="02040503050406030204" pitchFamily="18" charset="0"/>
                                      </a:rPr>
                                    </m:ctrlPr>
                                  </m:radPr>
                                  <m:deg/>
                                  <m:e>
                                    <m:r>
                                      <a:rPr lang="en-US" altLang="zh-CN" sz="2000" i="1">
                                        <a:latin typeface="Cambria Math" panose="02040503050406030204" pitchFamily="18" charset="0"/>
                                        <a:cs typeface="Cambria Math" panose="02040503050406030204" pitchFamily="18" charset="0"/>
                                      </a:rPr>
                                      <m:t>3</m:t>
                                    </m:r>
                                  </m:e>
                                </m:rad>
                              </m:oMath>
                            </m:oMathPara>
                          </a14:m>
                          <a:endParaRPr lang="en-US" altLang="zh-CN" sz="2000" i="1">
                            <a:latin typeface="Cambria Math" panose="02040503050406030204" pitchFamily="18" charset="0"/>
                            <a:cs typeface="Cambria Math" panose="02040503050406030204" pitchFamily="18" charset="0"/>
                          </a:endParaRPr>
                        </a:p>
                      </a:txBody>
                      <a:tcPr anchor="ctr" anchorCtr="0"/>
                    </a:tc>
                    <a:tc>
                      <a:txBody>
                        <a:bodyPr/>
                        <a:p>
                          <a:pPr>
                            <a:buNone/>
                          </a:pPr>
                          <a:r>
                            <a:rPr lang="zh-CN" sz="2800" i="1">
                              <a:latin typeface="Cambria Math" panose="02040503050406030204" pitchFamily="18" charset="0"/>
                            </a:rPr>
                            <a:t>不存在</a:t>
                          </a:r>
                          <a:endParaRPr lang="zh-CN" sz="2800" i="1">
                            <a:latin typeface="Cambria Math" panose="02040503050406030204" pitchFamily="18" charset="0"/>
                          </a:endParaRPr>
                        </a:p>
                      </a:txBody>
                      <a:tcPr anchor="ctr" anchorCtr="0"/>
                    </a:tc>
                  </a:tr>
                  <a:tr h="381000">
                    <a:tc>
                      <a:txBody>
                        <a:bodyPr/>
                        <a:p>
                          <a:pPr algn="ctr">
                            <a:buNone/>
                          </a:pPr>
                          <a:r>
                            <a:rPr lang="en-US" altLang="zh-CN" sz="3200" b="1" i="1">
                              <a:latin typeface="Cambria Math" panose="02040503050406030204" pitchFamily="18" charset="0"/>
                              <a:cs typeface="Cambria Math" panose="02040503050406030204" pitchFamily="18" charset="0"/>
                              <a:sym typeface="+mn-ea"/>
                            </a:rPr>
                            <a:t>cot</a:t>
                          </a:r>
                          <a:endParaRPr lang="en-US" altLang="zh-CN" sz="3200" b="1" i="1">
                            <a:latin typeface="Cambria Math" panose="02040503050406030204" pitchFamily="18" charset="0"/>
                            <a:cs typeface="Cambria Math" panose="02040503050406030204" pitchFamily="18" charset="0"/>
                            <a:sym typeface="+mn-ea"/>
                          </a:endParaRPr>
                        </a:p>
                      </a:txBody>
                      <a:tcPr anchor="ctr" anchorCtr="0"/>
                    </a:tc>
                    <a:tc>
                      <a:txBody>
                        <a:bodyPr/>
                        <a:p>
                          <a:pPr>
                            <a:buNone/>
                          </a:pPr>
                          <a:r>
                            <a:rPr lang="zh-CN" sz="2800" i="1">
                              <a:latin typeface="Cambria Math" panose="02040503050406030204" pitchFamily="18" charset="0"/>
                              <a:sym typeface="+mn-ea"/>
                            </a:rPr>
                            <a:t>不存在</a:t>
                          </a:r>
                          <a:endParaRPr lang="zh-CN" altLang="en-US" sz="2800" i="1">
                            <a:latin typeface="Cambria Math" panose="02040503050406030204" pitchFamily="18" charset="0"/>
                            <a:sym typeface="+mn-ea"/>
                          </a:endParaRPr>
                        </a:p>
                      </a:txBody>
                      <a:tcPr anchor="ctr" anchorCtr="0"/>
                    </a:tc>
                    <a:tc>
                      <a:txBody>
                        <a:bodyPr/>
                        <a:p>
                          <a:pPr>
                            <a:buNone/>
                          </a:pPr>
                          <a14:m>
                            <m:oMathPara xmlns:m="http://schemas.openxmlformats.org/officeDocument/2006/math">
                              <m:oMathParaPr>
                                <m:jc m:val="centerGroup"/>
                              </m:oMathParaPr>
                              <m:oMath xmlns:m="http://schemas.openxmlformats.org/officeDocument/2006/math">
                                <m:rad>
                                  <m:radPr>
                                    <m:degHide m:val="on"/>
                                    <m:ctrlPr>
                                      <a:rPr lang="en-US" altLang="zh-CN" sz="2800" i="1">
                                        <a:latin typeface="Cambria Math" panose="02040503050406030204" pitchFamily="18" charset="0"/>
                                        <a:cs typeface="Cambria Math" panose="02040503050406030204" pitchFamily="18" charset="0"/>
                                      </a:rPr>
                                    </m:ctrlPr>
                                  </m:radPr>
                                  <m:deg/>
                                  <m:e>
                                    <m:r>
                                      <a:rPr lang="en-US" altLang="zh-CN" sz="2800" i="1">
                                        <a:latin typeface="Cambria Math" panose="02040503050406030204" pitchFamily="18" charset="0"/>
                                        <a:cs typeface="Cambria Math" panose="02040503050406030204" pitchFamily="18" charset="0"/>
                                      </a:rPr>
                                      <m:t>3</m:t>
                                    </m:r>
                                  </m:e>
                                </m:rad>
                              </m:oMath>
                            </m:oMathPara>
                          </a14:m>
                          <a:endParaRPr lang="en-US" altLang="zh-CN" sz="2800" i="1">
                            <a:latin typeface="Cambria Math" panose="02040503050406030204" pitchFamily="18" charset="0"/>
                            <a:cs typeface="Cambria Math" panose="02040503050406030204" pitchFamily="18" charset="0"/>
                          </a:endParaRPr>
                        </a:p>
                      </a:txBody>
                      <a:tcPr anchor="ctr" anchorCtr="0"/>
                    </a:tc>
                    <a:tc>
                      <a:txBody>
                        <a:bodyPr/>
                        <a:p>
                          <a:pPr>
                            <a:buNone/>
                          </a:pPr>
                          <a14:m>
                            <m:oMathPara xmlns:m="http://schemas.openxmlformats.org/officeDocument/2006/math">
                              <m:oMathParaPr>
                                <m:jc m:val="centerGroup"/>
                              </m:oMathParaPr>
                              <m:oMath xmlns:m="http://schemas.openxmlformats.org/officeDocument/2006/math">
                                <m:r>
                                  <a:rPr lang="en-US" sz="2800" i="1">
                                    <a:latin typeface="Cambria Math" panose="02040503050406030204" pitchFamily="18" charset="0"/>
                                    <a:ea typeface="MS Mincho" charset="0"/>
                                    <a:cs typeface="Cambria Math" panose="02040503050406030204" pitchFamily="18" charset="0"/>
                                  </a:rPr>
                                  <m:t>1</m:t>
                                </m:r>
                              </m:oMath>
                            </m:oMathPara>
                          </a14:m>
                          <a:endParaRPr lang="en-US" altLang="en-US" sz="2800" i="1">
                            <a:latin typeface="Cambria Math" panose="02040503050406030204" pitchFamily="18" charset="0"/>
                          </a:endParaRPr>
                        </a:p>
                      </a:txBody>
                      <a:tcPr anchor="ctr" anchorCtr="0"/>
                    </a:tc>
                    <a:tc>
                      <a:txBody>
                        <a:bodyPr/>
                        <a:p>
                          <a:pPr>
                            <a:buNone/>
                          </a:pPr>
                          <a14:m>
                            <m:oMathPara xmlns:m="http://schemas.openxmlformats.org/officeDocument/2006/math">
                              <m:oMathParaPr>
                                <m:jc m:val="centerGroup"/>
                              </m:oMathParaPr>
                              <m:oMath xmlns:m="http://schemas.openxmlformats.org/officeDocument/2006/math">
                                <m:f>
                                  <m:fPr>
                                    <m:ctrlPr>
                                      <a:rPr lang="en-US" altLang="zh-CN" sz="2800" i="1">
                                        <a:latin typeface="Cambria Math" panose="02040503050406030204" pitchFamily="18" charset="0"/>
                                        <a:cs typeface="Cambria Math" panose="02040503050406030204" pitchFamily="18" charset="0"/>
                                      </a:rPr>
                                    </m:ctrlPr>
                                  </m:fPr>
                                  <m:num>
                                    <m:rad>
                                      <m:radPr>
                                        <m:degHide m:val="on"/>
                                        <m:ctrlPr>
                                          <a:rPr lang="en-US" altLang="zh-CN" sz="2800" i="1">
                                            <a:latin typeface="Cambria Math" panose="02040503050406030204" pitchFamily="18" charset="0"/>
                                            <a:cs typeface="Cambria Math" panose="02040503050406030204" pitchFamily="18" charset="0"/>
                                          </a:rPr>
                                        </m:ctrlPr>
                                      </m:radPr>
                                      <m:deg/>
                                      <m:e>
                                        <m:r>
                                          <a:rPr lang="en-US" altLang="zh-CN" sz="2800" i="1">
                                            <a:latin typeface="Cambria Math" panose="02040503050406030204" pitchFamily="18" charset="0"/>
                                            <a:cs typeface="Cambria Math" panose="02040503050406030204" pitchFamily="18" charset="0"/>
                                          </a:rPr>
                                          <m:t>3</m:t>
                                        </m:r>
                                      </m:e>
                                    </m:rad>
                                  </m:num>
                                  <m:den>
                                    <m:r>
                                      <a:rPr lang="en-US" altLang="zh-CN" sz="2800" i="1">
                                        <a:latin typeface="Cambria Math" panose="02040503050406030204" pitchFamily="18" charset="0"/>
                                        <a:cs typeface="Cambria Math" panose="02040503050406030204" pitchFamily="18" charset="0"/>
                                      </a:rPr>
                                      <m:t>3</m:t>
                                    </m:r>
                                  </m:den>
                                </m:f>
                              </m:oMath>
                            </m:oMathPara>
                          </a14:m>
                          <a:endParaRPr lang="en-US" altLang="zh-CN" sz="2800" i="1">
                            <a:latin typeface="Cambria Math" panose="02040503050406030204" pitchFamily="18" charset="0"/>
                            <a:cs typeface="Cambria Math" panose="02040503050406030204" pitchFamily="18" charset="0"/>
                          </a:endParaRPr>
                        </a:p>
                      </a:txBody>
                      <a:tcPr anchor="ctr" anchorCtr="0"/>
                    </a:tc>
                    <a:tc>
                      <a:txBody>
                        <a:bodyPr/>
                        <a:p>
                          <a:pPr>
                            <a:buNone/>
                          </a:pPr>
                          <a14:m>
                            <m:oMathPara xmlns:m="http://schemas.openxmlformats.org/officeDocument/2006/math">
                              <m:oMathParaPr>
                                <m:jc m:val="centerGroup"/>
                              </m:oMathParaPr>
                              <m:oMath xmlns:m="http://schemas.openxmlformats.org/officeDocument/2006/math">
                                <m:r>
                                  <a:rPr lang="en-US" sz="2800" i="1">
                                    <a:latin typeface="Cambria Math" panose="02040503050406030204" pitchFamily="18" charset="0"/>
                                    <a:ea typeface="MS Mincho" charset="0"/>
                                    <a:cs typeface="Cambria Math" panose="02040503050406030204" pitchFamily="18" charset="0"/>
                                  </a:rPr>
                                  <m:t>0</m:t>
                                </m:r>
                              </m:oMath>
                            </m:oMathPara>
                          </a14:m>
                          <a:endParaRPr lang="en-US" altLang="en-US" sz="2800" i="1">
                            <a:latin typeface="Cambria Math" panose="02040503050406030204" pitchFamily="18" charset="0"/>
                          </a:endParaRPr>
                        </a:p>
                      </a:txBody>
                      <a:tcPr anchor="ctr" anchorCtr="0"/>
                    </a:tc>
                  </a:tr>
                </a:tbl>
              </a:graphicData>
            </a:graphic>
          </p:graphicFrame>
        </mc:Choice>
        <mc:Fallback>
          <p:graphicFrame>
            <p:nvGraphicFramePr>
              <p:cNvPr id="4" name="表格 3"/>
              <p:cNvGraphicFramePr/>
              <p:nvPr>
                <p:custDataLst>
                  <p:tags r:id="rId2"/>
                </p:custDataLst>
              </p:nvPr>
            </p:nvGraphicFramePr>
            <p:xfrm>
              <a:off x="762000" y="1772920"/>
              <a:ext cx="8530590" cy="4674235"/>
            </p:xfrm>
            <a:graphic>
              <a:graphicData uri="http://schemas.openxmlformats.org/drawingml/2006/table">
                <a:tbl>
                  <a:tblPr firstRow="1" bandRow="1">
                    <a:tableStyleId>{5C22544A-7EE6-4342-B048-85BDC9FD1C3A}</a:tableStyleId>
                  </a:tblPr>
                  <a:tblGrid>
                    <a:gridCol w="1421765"/>
                    <a:gridCol w="1421765"/>
                    <a:gridCol w="1421765"/>
                    <a:gridCol w="1421765"/>
                    <a:gridCol w="1421765"/>
                    <a:gridCol w="1421765"/>
                  </a:tblGrid>
                  <a:tr h="818515">
                    <a:tc>
                      <a:txBody>
                        <a:bodyPr/>
                        <a:p>
                          <a:pPr>
                            <a:buNone/>
                          </a:pPr>
                          <a:endParaRPr lang="zh-CN" altLang="en-US" sz="3200" b="1"/>
                        </a:p>
                      </a:txBody>
                      <a:tcPr/>
                    </a:tc>
                    <a:tc>
                      <a:txBody>
                        <a:bodyPr/>
                        <a:lstStyle/>
                        <a:p>
                          <a:endParaRPr lang="zh-CN"/>
                        </a:p>
                      </a:txBody>
                      <a:tcPr anchor="ctr" anchorCtr="0">
                        <a:blipFill>
                          <a:blip r:embed="rId3"/>
                        </a:blipFill>
                      </a:tcPr>
                    </a:tc>
                    <a:tc>
                      <a:txBody>
                        <a:bodyPr/>
                        <a:lstStyle/>
                        <a:p>
                          <a:endParaRPr lang="zh-CN"/>
                        </a:p>
                      </a:txBody>
                      <a:tcPr anchor="ctr" anchorCtr="0">
                        <a:blipFill>
                          <a:blip r:embed="rId3"/>
                        </a:blipFill>
                      </a:tcPr>
                    </a:tc>
                    <a:tc>
                      <a:txBody>
                        <a:bodyPr/>
                        <a:lstStyle/>
                        <a:p>
                          <a:endParaRPr lang="zh-CN"/>
                        </a:p>
                      </a:txBody>
                      <a:tcPr anchor="ctr" anchorCtr="0">
                        <a:blipFill>
                          <a:blip r:embed="rId3"/>
                        </a:blipFill>
                      </a:tcPr>
                    </a:tc>
                    <a:tc>
                      <a:txBody>
                        <a:bodyPr/>
                        <a:lstStyle/>
                        <a:p>
                          <a:endParaRPr lang="zh-CN"/>
                        </a:p>
                      </a:txBody>
                      <a:tcPr anchor="ctr" anchorCtr="0">
                        <a:blipFill>
                          <a:blip r:embed="rId3"/>
                        </a:blipFill>
                      </a:tcPr>
                    </a:tc>
                    <a:tc>
                      <a:txBody>
                        <a:bodyPr/>
                        <a:lstStyle/>
                        <a:p>
                          <a:endParaRPr lang="zh-CN"/>
                        </a:p>
                      </a:txBody>
                      <a:tcPr anchor="ctr" anchorCtr="0">
                        <a:blipFill>
                          <a:blip r:embed="rId3"/>
                        </a:blipFill>
                      </a:tcPr>
                    </a:tc>
                  </a:tr>
                  <a:tr h="982980">
                    <a:tc>
                      <a:txBody>
                        <a:bodyPr/>
                        <a:p>
                          <a:pPr algn="ctr">
                            <a:buNone/>
                          </a:pPr>
                          <a:r>
                            <a:rPr lang="en-US" altLang="zh-CN" sz="3200" b="1" i="1">
                              <a:latin typeface="Cambria Math" panose="02040503050406030204" pitchFamily="18" charset="0"/>
                              <a:cs typeface="Cambria Math" panose="02040503050406030204" pitchFamily="18" charset="0"/>
                            </a:rPr>
                            <a:t>sin</a:t>
                          </a:r>
                          <a:endParaRPr lang="en-US" altLang="zh-CN" sz="3200" b="1" i="1">
                            <a:latin typeface="Cambria Math" panose="02040503050406030204" pitchFamily="18" charset="0"/>
                            <a:cs typeface="Cambria Math" panose="02040503050406030204" pitchFamily="18" charset="0"/>
                          </a:endParaRPr>
                        </a:p>
                      </a:txBody>
                      <a:tcPr anchor="ctr" anchorCtr="0"/>
                    </a:tc>
                    <a:tc>
                      <a:txBody>
                        <a:bodyPr/>
                        <a:lstStyle/>
                        <a:p>
                          <a:endParaRPr lang="zh-CN"/>
                        </a:p>
                      </a:txBody>
                      <a:tcPr anchor="ctr" anchorCtr="0">
                        <a:blipFill>
                          <a:blip r:embed="rId3"/>
                        </a:blipFill>
                      </a:tcPr>
                    </a:tc>
                    <a:tc>
                      <a:txBody>
                        <a:bodyPr/>
                        <a:lstStyle/>
                        <a:p>
                          <a:endParaRPr lang="zh-CN"/>
                        </a:p>
                      </a:txBody>
                      <a:tcPr anchor="ctr" anchorCtr="0">
                        <a:blipFill>
                          <a:blip r:embed="rId3"/>
                        </a:blipFill>
                      </a:tcPr>
                    </a:tc>
                    <a:tc>
                      <a:txBody>
                        <a:bodyPr/>
                        <a:lstStyle/>
                        <a:p>
                          <a:endParaRPr lang="zh-CN"/>
                        </a:p>
                      </a:txBody>
                      <a:tcPr anchor="ctr" anchorCtr="0">
                        <a:blipFill>
                          <a:blip r:embed="rId3"/>
                        </a:blipFill>
                      </a:tcPr>
                    </a:tc>
                    <a:tc>
                      <a:txBody>
                        <a:bodyPr/>
                        <a:lstStyle/>
                        <a:p>
                          <a:endParaRPr lang="zh-CN"/>
                        </a:p>
                      </a:txBody>
                      <a:tcPr anchor="ctr" anchorCtr="0">
                        <a:blipFill>
                          <a:blip r:embed="rId3"/>
                        </a:blipFill>
                      </a:tcPr>
                    </a:tc>
                    <a:tc>
                      <a:txBody>
                        <a:bodyPr/>
                        <a:lstStyle/>
                        <a:p>
                          <a:endParaRPr lang="zh-CN"/>
                        </a:p>
                      </a:txBody>
                      <a:tcPr anchor="ctr" anchorCtr="0">
                        <a:blipFill>
                          <a:blip r:embed="rId3"/>
                        </a:blipFill>
                      </a:tcPr>
                    </a:tc>
                  </a:tr>
                  <a:tr h="982980">
                    <a:tc>
                      <a:txBody>
                        <a:bodyPr/>
                        <a:p>
                          <a:pPr algn="ctr">
                            <a:buNone/>
                          </a:pPr>
                          <a:r>
                            <a:rPr lang="en-US" altLang="zh-CN" sz="3200" b="1" i="1">
                              <a:latin typeface="Cambria Math" panose="02040503050406030204" pitchFamily="18" charset="0"/>
                              <a:cs typeface="Cambria Math" panose="02040503050406030204" pitchFamily="18" charset="0"/>
                              <a:sym typeface="+mn-ea"/>
                            </a:rPr>
                            <a:t>cos</a:t>
                          </a:r>
                          <a:endParaRPr lang="en-US" altLang="zh-CN" sz="3200" b="1" i="1">
                            <a:latin typeface="Cambria Math" panose="02040503050406030204" pitchFamily="18" charset="0"/>
                            <a:cs typeface="Cambria Math" panose="02040503050406030204" pitchFamily="18" charset="0"/>
                            <a:sym typeface="+mn-ea"/>
                          </a:endParaRPr>
                        </a:p>
                      </a:txBody>
                      <a:tcPr anchor="ctr" anchorCtr="0"/>
                    </a:tc>
                    <a:tc>
                      <a:txBody>
                        <a:bodyPr/>
                        <a:lstStyle/>
                        <a:p>
                          <a:endParaRPr lang="zh-CN"/>
                        </a:p>
                      </a:txBody>
                      <a:tcPr anchor="ctr" anchorCtr="0">
                        <a:blipFill>
                          <a:blip r:embed="rId3"/>
                        </a:blipFill>
                      </a:tcPr>
                    </a:tc>
                    <a:tc>
                      <a:txBody>
                        <a:bodyPr/>
                        <a:lstStyle/>
                        <a:p>
                          <a:endParaRPr lang="zh-CN"/>
                        </a:p>
                      </a:txBody>
                      <a:tcPr anchor="ctr" anchorCtr="0">
                        <a:blipFill>
                          <a:blip r:embed="rId3"/>
                        </a:blipFill>
                      </a:tcPr>
                    </a:tc>
                    <a:tc>
                      <a:txBody>
                        <a:bodyPr/>
                        <a:lstStyle/>
                        <a:p>
                          <a:endParaRPr lang="zh-CN"/>
                        </a:p>
                      </a:txBody>
                      <a:tcPr anchor="ctr" anchorCtr="0">
                        <a:blipFill>
                          <a:blip r:embed="rId3"/>
                        </a:blipFill>
                      </a:tcPr>
                    </a:tc>
                    <a:tc>
                      <a:txBody>
                        <a:bodyPr/>
                        <a:lstStyle/>
                        <a:p>
                          <a:endParaRPr lang="zh-CN"/>
                        </a:p>
                      </a:txBody>
                      <a:tcPr anchor="ctr" anchorCtr="0">
                        <a:blipFill>
                          <a:blip r:embed="rId3"/>
                        </a:blipFill>
                      </a:tcPr>
                    </a:tc>
                    <a:tc>
                      <a:txBody>
                        <a:bodyPr/>
                        <a:lstStyle/>
                        <a:p>
                          <a:endParaRPr lang="zh-CN"/>
                        </a:p>
                      </a:txBody>
                      <a:tcPr anchor="ctr" anchorCtr="0">
                        <a:blipFill>
                          <a:blip r:embed="rId3"/>
                        </a:blipFill>
                      </a:tcPr>
                    </a:tc>
                  </a:tr>
                  <a:tr h="984250">
                    <a:tc>
                      <a:txBody>
                        <a:bodyPr/>
                        <a:p>
                          <a:pPr algn="ctr">
                            <a:buNone/>
                          </a:pPr>
                          <a:r>
                            <a:rPr lang="en-US" altLang="zh-CN" sz="3200" b="1" i="1">
                              <a:latin typeface="Cambria Math" panose="02040503050406030204" pitchFamily="18" charset="0"/>
                              <a:cs typeface="Cambria Math" panose="02040503050406030204" pitchFamily="18" charset="0"/>
                              <a:sym typeface="+mn-ea"/>
                            </a:rPr>
                            <a:t>tan</a:t>
                          </a:r>
                          <a:endParaRPr lang="en-US" altLang="zh-CN" sz="3200" b="1" i="1">
                            <a:latin typeface="Cambria Math" panose="02040503050406030204" pitchFamily="18" charset="0"/>
                            <a:cs typeface="Cambria Math" panose="02040503050406030204" pitchFamily="18" charset="0"/>
                            <a:sym typeface="+mn-ea"/>
                          </a:endParaRPr>
                        </a:p>
                      </a:txBody>
                      <a:tcPr anchor="ctr" anchorCtr="0"/>
                    </a:tc>
                    <a:tc>
                      <a:txBody>
                        <a:bodyPr/>
                        <a:lstStyle/>
                        <a:p>
                          <a:endParaRPr lang="zh-CN"/>
                        </a:p>
                      </a:txBody>
                      <a:tcPr anchor="ctr" anchorCtr="0">
                        <a:blipFill>
                          <a:blip r:embed="rId3"/>
                        </a:blipFill>
                      </a:tcPr>
                    </a:tc>
                    <a:tc>
                      <a:txBody>
                        <a:bodyPr/>
                        <a:lstStyle/>
                        <a:p>
                          <a:endParaRPr lang="zh-CN"/>
                        </a:p>
                      </a:txBody>
                      <a:tcPr anchor="ctr" anchorCtr="0">
                        <a:blipFill>
                          <a:blip r:embed="rId3"/>
                        </a:blipFill>
                      </a:tcPr>
                    </a:tc>
                    <a:tc>
                      <a:txBody>
                        <a:bodyPr/>
                        <a:lstStyle/>
                        <a:p>
                          <a:endParaRPr lang="zh-CN"/>
                        </a:p>
                      </a:txBody>
                      <a:tcPr anchor="ctr" anchorCtr="0">
                        <a:blipFill>
                          <a:blip r:embed="rId3"/>
                        </a:blipFill>
                      </a:tcPr>
                    </a:tc>
                    <a:tc>
                      <a:txBody>
                        <a:bodyPr/>
                        <a:lstStyle/>
                        <a:p>
                          <a:endParaRPr lang="zh-CN"/>
                        </a:p>
                      </a:txBody>
                      <a:tcPr anchor="ctr" anchorCtr="0">
                        <a:blipFill>
                          <a:blip r:embed="rId3"/>
                        </a:blipFill>
                      </a:tcPr>
                    </a:tc>
                    <a:tc>
                      <a:txBody>
                        <a:bodyPr/>
                        <a:p>
                          <a:pPr>
                            <a:buNone/>
                          </a:pPr>
                          <a:r>
                            <a:rPr lang="zh-CN" sz="2800" i="1">
                              <a:latin typeface="Cambria Math" panose="02040503050406030204" pitchFamily="18" charset="0"/>
                            </a:rPr>
                            <a:t>不存在</a:t>
                          </a:r>
                          <a:endParaRPr lang="zh-CN" sz="2800" i="1">
                            <a:latin typeface="Cambria Math" panose="02040503050406030204" pitchFamily="18" charset="0"/>
                          </a:endParaRPr>
                        </a:p>
                      </a:txBody>
                      <a:tcPr anchor="ctr" anchorCtr="0"/>
                    </a:tc>
                  </a:tr>
                  <a:tr h="984250">
                    <a:tc>
                      <a:txBody>
                        <a:bodyPr/>
                        <a:p>
                          <a:pPr algn="ctr">
                            <a:buNone/>
                          </a:pPr>
                          <a:r>
                            <a:rPr lang="en-US" altLang="zh-CN" sz="3200" b="1" i="1">
                              <a:latin typeface="Cambria Math" panose="02040503050406030204" pitchFamily="18" charset="0"/>
                              <a:cs typeface="Cambria Math" panose="02040503050406030204" pitchFamily="18" charset="0"/>
                              <a:sym typeface="+mn-ea"/>
                            </a:rPr>
                            <a:t>cot</a:t>
                          </a:r>
                          <a:endParaRPr lang="en-US" altLang="zh-CN" sz="3200" b="1" i="1">
                            <a:latin typeface="Cambria Math" panose="02040503050406030204" pitchFamily="18" charset="0"/>
                            <a:cs typeface="Cambria Math" panose="02040503050406030204" pitchFamily="18" charset="0"/>
                            <a:sym typeface="+mn-ea"/>
                          </a:endParaRPr>
                        </a:p>
                      </a:txBody>
                      <a:tcPr anchor="ctr" anchorCtr="0"/>
                    </a:tc>
                    <a:tc>
                      <a:txBody>
                        <a:bodyPr/>
                        <a:p>
                          <a:pPr>
                            <a:buNone/>
                          </a:pPr>
                          <a:r>
                            <a:rPr lang="zh-CN" sz="2800" i="1">
                              <a:latin typeface="Cambria Math" panose="02040503050406030204" pitchFamily="18" charset="0"/>
                              <a:sym typeface="+mn-ea"/>
                            </a:rPr>
                            <a:t>不存在</a:t>
                          </a:r>
                          <a:endParaRPr lang="zh-CN" altLang="en-US" sz="2800" i="1">
                            <a:latin typeface="Cambria Math" panose="02040503050406030204" pitchFamily="18" charset="0"/>
                            <a:sym typeface="+mn-ea"/>
                          </a:endParaRPr>
                        </a:p>
                      </a:txBody>
                      <a:tcPr anchor="ctr" anchorCtr="0"/>
                    </a:tc>
                    <a:tc>
                      <a:txBody>
                        <a:bodyPr/>
                        <a:lstStyle/>
                        <a:p>
                          <a:endParaRPr lang="zh-CN"/>
                        </a:p>
                      </a:txBody>
                      <a:tcPr anchor="ctr" anchorCtr="0">
                        <a:blipFill>
                          <a:blip r:embed="rId3"/>
                        </a:blipFill>
                      </a:tcPr>
                    </a:tc>
                    <a:tc>
                      <a:txBody>
                        <a:bodyPr/>
                        <a:lstStyle/>
                        <a:p>
                          <a:endParaRPr lang="zh-CN"/>
                        </a:p>
                      </a:txBody>
                      <a:tcPr anchor="ctr" anchorCtr="0">
                        <a:blipFill>
                          <a:blip r:embed="rId3"/>
                        </a:blipFill>
                      </a:tcPr>
                    </a:tc>
                    <a:tc>
                      <a:txBody>
                        <a:bodyPr/>
                        <a:lstStyle/>
                        <a:p>
                          <a:endParaRPr lang="zh-CN"/>
                        </a:p>
                      </a:txBody>
                      <a:tcPr anchor="ctr" anchorCtr="0">
                        <a:blipFill>
                          <a:blip r:embed="rId3"/>
                        </a:blipFill>
                      </a:tcPr>
                    </a:tc>
                    <a:tc>
                      <a:txBody>
                        <a:bodyPr/>
                        <a:lstStyle/>
                        <a:p>
                          <a:endParaRPr lang="zh-CN"/>
                        </a:p>
                      </a:txBody>
                      <a:tcPr anchor="ctr" anchorCtr="0">
                        <a:blipFill>
                          <a:blip r:embed="rId3"/>
                        </a:blipFill>
                      </a:tcPr>
                    </a:tc>
                  </a:tr>
                </a:tbl>
              </a:graphicData>
            </a:graphic>
          </p:graphicFrame>
        </mc:Fallback>
      </mc:AlternateContent>
      <mc:AlternateContent xmlns:mc="http://schemas.openxmlformats.org/markup-compatibility/2006">
        <mc:Choice xmlns:a14="http://schemas.microsoft.com/office/drawing/2010/main" Requires="a14">
          <p:sp>
            <p:nvSpPr>
              <p:cNvPr id="5" name="文本框 4"/>
              <p:cNvSpPr txBox="1"/>
              <p:nvPr/>
            </p:nvSpPr>
            <p:spPr>
              <a:xfrm>
                <a:off x="5088191" y="980694"/>
                <a:ext cx="2510155" cy="896620"/>
              </a:xfrm>
              <a:prstGeom prst="rect">
                <a:avLst/>
              </a:prstGeom>
              <a:noFill/>
            </p:spPr>
            <p:txBody>
              <a:bodyPr wrap="none" rtlCol="0" anchor="t">
                <a:spAutoFit/>
              </a:bodyPr>
              <a:p>
                <a:pPr algn="l"/>
                <a14:m>
                  <m:oMath xmlns:m="http://schemas.openxmlformats.org/officeDocument/2006/math">
                    <m:r>
                      <a:rPr lang="en-US" altLang="zh-CN" sz="4000" i="1">
                        <a:solidFill>
                          <a:schemeClr val="bg1"/>
                        </a:solidFill>
                        <a:latin typeface="Cambria Math" panose="02040503050406030204" pitchFamily="18" charset="0"/>
                        <a:cs typeface="Cambria Math" panose="02040503050406030204" pitchFamily="18" charset="0"/>
                      </a:rPr>
                      <m:t>𝑎</m:t>
                    </m:r>
                  </m:oMath>
                </a14:m>
                <a:r>
                  <a:rPr lang="en-US" altLang="zh-CN" sz="4000" i="1">
                    <a:solidFill>
                      <a:schemeClr val="bg1"/>
                    </a:solidFill>
                    <a:latin typeface="Cambria Math" panose="02040503050406030204" pitchFamily="18" charset="0"/>
                    <a:cs typeface="Cambria Math" panose="02040503050406030204" pitchFamily="18" charset="0"/>
                  </a:rPr>
                  <a:t>rctan1=</a:t>
                </a:r>
                <a14:m>
                  <m:oMath xmlns:m="http://schemas.openxmlformats.org/officeDocument/2006/math">
                    <m:f>
                      <m:fPr>
                        <m:ctrlPr>
                          <a:rPr lang="en-US" altLang="zh-CN" sz="4000" i="1">
                            <a:solidFill>
                              <a:schemeClr val="bg1"/>
                            </a:solidFill>
                            <a:latin typeface="Cambria Math" panose="02040503050406030204" pitchFamily="18" charset="0"/>
                            <a:cs typeface="Cambria Math" panose="02040503050406030204" pitchFamily="18" charset="0"/>
                          </a:rPr>
                        </m:ctrlPr>
                      </m:fPr>
                      <m:num>
                        <m:r>
                          <a:rPr lang="en-US" altLang="zh-CN" sz="4000" b="1" i="1">
                            <a:solidFill>
                              <a:schemeClr val="bg1"/>
                            </a:solidFill>
                            <a:latin typeface="Cambria Math" panose="02040503050406030204" pitchFamily="18" charset="0"/>
                            <a:cs typeface="Cambria Math" panose="02040503050406030204" pitchFamily="18" charset="0"/>
                          </a:rPr>
                          <m:t>𝝅</m:t>
                        </m:r>
                      </m:num>
                      <m:den>
                        <m:r>
                          <a:rPr lang="en-US" altLang="zh-CN" sz="4000" b="1" i="1">
                            <a:solidFill>
                              <a:schemeClr val="bg1"/>
                            </a:solidFill>
                            <a:latin typeface="Cambria Math" panose="02040503050406030204" pitchFamily="18" charset="0"/>
                            <a:cs typeface="Cambria Math" panose="02040503050406030204" pitchFamily="18" charset="0"/>
                          </a:rPr>
                          <m:t>𝟒</m:t>
                        </m:r>
                      </m:den>
                    </m:f>
                  </m:oMath>
                </a14:m>
                <a:endParaRPr lang="en-US" altLang="zh-CN" sz="4000" b="1" i="1">
                  <a:solidFill>
                    <a:schemeClr val="bg1"/>
                  </a:solidFill>
                  <a:latin typeface="Cambria Math" panose="02040503050406030204" pitchFamily="18" charset="0"/>
                  <a:cs typeface="Cambria Math" panose="02040503050406030204" pitchFamily="18" charset="0"/>
                </a:endParaRPr>
              </a:p>
            </p:txBody>
          </p:sp>
        </mc:Choice>
        <mc:Fallback>
          <p:sp>
            <p:nvSpPr>
              <p:cNvPr id="5" name="文本框 4"/>
              <p:cNvSpPr txBox="1">
                <a:spLocks noRot="1" noChangeAspect="1" noMove="1" noResize="1" noEditPoints="1" noAdjustHandles="1" noChangeArrowheads="1" noChangeShapeType="1" noTextEdit="1"/>
              </p:cNvSpPr>
              <p:nvPr/>
            </p:nvSpPr>
            <p:spPr>
              <a:xfrm>
                <a:off x="5088191" y="980694"/>
                <a:ext cx="2510155" cy="896620"/>
              </a:xfrm>
              <a:prstGeom prst="rect">
                <a:avLst/>
              </a:prstGeom>
              <a:blipFill rotWithShape="1">
                <a:blip r:embed="rId4"/>
                <a:stretch>
                  <a:fillRect l="-23" t="-28" r="-1950" b="28"/>
                </a:stretch>
              </a:blipFill>
            </p:spPr>
            <p:txBody>
              <a:bodyPr/>
              <a:lstStyle/>
              <a:p>
                <a:r>
                  <a:rPr lang="zh-CN" altLang="en-US">
                    <a:noFill/>
                  </a:rPr>
                  <a:t> </a:t>
                </a:r>
              </a:p>
            </p:txBody>
          </p:sp>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rgbClr val="0D1B2A"/>
            </a:gs>
            <a:gs pos="60000">
              <a:srgbClr val="1B263B"/>
            </a:gs>
            <a:gs pos="100000">
              <a:srgbClr val="102A43"/>
            </a:gs>
          </a:gsLst>
          <a:lin ang="2700000" scaled="0"/>
        </a:gradFill>
        <a:effectLst/>
      </p:bgPr>
    </p:bg>
    <p:spTree>
      <p:nvGrpSpPr>
        <p:cNvPr id="1" name=""/>
        <p:cNvGrpSpPr/>
        <p:nvPr/>
      </p:nvGrpSpPr>
      <p:grpSpPr>
        <a:xfrm>
          <a:off x="0" y="0"/>
          <a:ext cx="0" cy="0"/>
          <a:chOff x="0" y="0"/>
          <a:chExt cx="0" cy="0"/>
        </a:xfrm>
      </p:grpSpPr>
      <p:pic>
        <p:nvPicPr>
          <p:cNvPr id="45" name="图片 4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2730" y="47712"/>
            <a:ext cx="795252" cy="556675"/>
          </a:xfrm>
          <a:prstGeom prst="rect">
            <a:avLst/>
          </a:prstGeom>
        </p:spPr>
      </p:pic>
      <p:sp>
        <p:nvSpPr>
          <p:cNvPr id="47" name="矩形 46"/>
          <p:cNvSpPr/>
          <p:nvPr/>
        </p:nvSpPr>
        <p:spPr>
          <a:xfrm>
            <a:off x="852604" y="91363"/>
            <a:ext cx="1449436" cy="461537"/>
          </a:xfrm>
          <a:prstGeom prst="rect">
            <a:avLst/>
          </a:prstGeom>
        </p:spPr>
        <p:txBody>
          <a:bodyPr wrap="none">
            <a:spAutoFit/>
          </a:bodyPr>
          <a:lstStyle/>
          <a:p>
            <a:r>
              <a:rPr lang="en-US" altLang="zh-CN" sz="2400" b="1" dirty="0">
                <a:solidFill>
                  <a:schemeClr val="bg1"/>
                </a:solidFill>
                <a:latin typeface="微软雅黑" panose="020B0503020204020204" charset="-122"/>
                <a:ea typeface="微软雅黑" panose="020B0503020204020204" charset="-122"/>
              </a:rPr>
              <a:t>1.1  </a:t>
            </a:r>
            <a:r>
              <a:rPr lang="zh-CN" altLang="en-US" sz="2400" b="1" dirty="0">
                <a:solidFill>
                  <a:schemeClr val="bg1"/>
                </a:solidFill>
                <a:latin typeface="微软雅黑" panose="020B0503020204020204" charset="-122"/>
                <a:ea typeface="微软雅黑" panose="020B0503020204020204" charset="-122"/>
              </a:rPr>
              <a:t>极限</a:t>
            </a:r>
            <a:endParaRPr lang="zh-CN" altLang="en-US" sz="2400" b="1" dirty="0">
              <a:solidFill>
                <a:schemeClr val="bg1"/>
              </a:solidFill>
              <a:latin typeface="微软雅黑" panose="020B0503020204020204" charset="-122"/>
              <a:ea typeface="微软雅黑" panose="020B0503020204020204" charset="-122"/>
            </a:endParaRPr>
          </a:p>
        </p:txBody>
      </p:sp>
      <p:sp>
        <p:nvSpPr>
          <p:cNvPr id="117771" name="Rectangle 11"/>
          <p:cNvSpPr>
            <a:spLocks noChangeArrowheads="1"/>
          </p:cNvSpPr>
          <p:nvPr/>
        </p:nvSpPr>
        <p:spPr bwMode="auto">
          <a:xfrm>
            <a:off x="1" y="-184455"/>
            <a:ext cx="184683" cy="369108"/>
          </a:xfrm>
          <a:prstGeom prst="rect">
            <a:avLst/>
          </a:prstGeom>
          <a:noFill/>
          <a:ln w="9525">
            <a:noFill/>
            <a:miter lim="800000"/>
          </a:ln>
          <a:effectLst/>
        </p:spPr>
        <p:txBody>
          <a:bodyPr vert="horz" wrap="none" lIns="91416" tIns="45708" rIns="91416" bIns="45708" numCol="1" anchor="ctr" anchorCtr="0" compatLnSpc="1">
            <a:spAutoFit/>
          </a:bodyPr>
          <a:lstStyle/>
          <a:p>
            <a:endParaRPr lang="zh-CN" altLang="en-US" sz="1800">
              <a:solidFill>
                <a:schemeClr val="bg1"/>
              </a:solidFill>
            </a:endParaRPr>
          </a:p>
        </p:txBody>
      </p:sp>
      <p:graphicFrame>
        <p:nvGraphicFramePr>
          <p:cNvPr id="1401861" name="Object 5"/>
          <p:cNvGraphicFramePr>
            <a:graphicFrameLocks noChangeAspect="1"/>
          </p:cNvGraphicFramePr>
          <p:nvPr/>
        </p:nvGraphicFramePr>
        <p:xfrm>
          <a:off x="407670" y="1413510"/>
          <a:ext cx="5488305" cy="1737360"/>
        </p:xfrm>
        <a:graphic>
          <a:graphicData uri="http://schemas.openxmlformats.org/presentationml/2006/ole">
            <mc:AlternateContent xmlns:mc="http://schemas.openxmlformats.org/markup-compatibility/2006">
              <mc:Choice xmlns:v="urn:schemas-microsoft-com:vml" Requires="v">
                <p:oleObj spid="_x0000_s3" name="Document" r:id="rId2" imgW="5563870" imgH="875030" progId="Word.Document.12">
                  <p:embed/>
                </p:oleObj>
              </mc:Choice>
              <mc:Fallback>
                <p:oleObj name="Document" r:id="rId2" imgW="5563870" imgH="875030" progId="Word.Document.12">
                  <p:embed/>
                  <p:pic>
                    <p:nvPicPr>
                      <p:cNvPr id="0" name="Object 5"/>
                      <p:cNvPicPr>
                        <a:picLocks noChangeAspect="1" noChangeArrowheads="1"/>
                      </p:cNvPicPr>
                      <p:nvPr/>
                    </p:nvPicPr>
                    <p:blipFill>
                      <a:blip r:embed="rId3"/>
                      <a:srcRect/>
                      <a:stretch>
                        <a:fillRect/>
                      </a:stretch>
                    </p:blipFill>
                    <p:spPr bwMode="auto">
                      <a:xfrm>
                        <a:off x="407670" y="1413510"/>
                        <a:ext cx="5488305" cy="1737360"/>
                      </a:xfrm>
                      <a:prstGeom prst="rect">
                        <a:avLst/>
                      </a:prstGeom>
                      <a:noFill/>
                    </p:spPr>
                  </p:pic>
                </p:oleObj>
              </mc:Fallback>
            </mc:AlternateContent>
          </a:graphicData>
        </a:graphic>
      </p:graphicFrame>
      <p:graphicFrame>
        <p:nvGraphicFramePr>
          <p:cNvPr id="1401862" name="Object 6"/>
          <p:cNvGraphicFramePr>
            <a:graphicFrameLocks noChangeAspect="1"/>
          </p:cNvGraphicFramePr>
          <p:nvPr/>
        </p:nvGraphicFramePr>
        <p:xfrm>
          <a:off x="407670" y="3141345"/>
          <a:ext cx="5488305" cy="2038350"/>
        </p:xfrm>
        <a:graphic>
          <a:graphicData uri="http://schemas.openxmlformats.org/presentationml/2006/ole">
            <mc:AlternateContent xmlns:mc="http://schemas.openxmlformats.org/markup-compatibility/2006">
              <mc:Choice xmlns:v="urn:schemas-microsoft-com:vml" Requires="v">
                <p:oleObj spid="_x0000_s4" name="Document" r:id="rId4" imgW="5739130" imgH="1092835" progId="Word.Document.12">
                  <p:embed/>
                </p:oleObj>
              </mc:Choice>
              <mc:Fallback>
                <p:oleObj name="Document" r:id="rId4" imgW="5739130" imgH="1092835" progId="Word.Document.12">
                  <p:embed/>
                  <p:pic>
                    <p:nvPicPr>
                      <p:cNvPr id="0" name="Object 6"/>
                      <p:cNvPicPr>
                        <a:picLocks noChangeAspect="1" noChangeArrowheads="1"/>
                      </p:cNvPicPr>
                      <p:nvPr/>
                    </p:nvPicPr>
                    <p:blipFill>
                      <a:blip r:embed="rId5"/>
                      <a:srcRect/>
                      <a:stretch>
                        <a:fillRect/>
                      </a:stretch>
                    </p:blipFill>
                    <p:spPr bwMode="auto">
                      <a:xfrm>
                        <a:off x="407670" y="3141345"/>
                        <a:ext cx="5488305" cy="2038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7" name="组合 6"/>
          <p:cNvGrpSpPr/>
          <p:nvPr/>
        </p:nvGrpSpPr>
        <p:grpSpPr>
          <a:xfrm>
            <a:off x="818515" y="780415"/>
            <a:ext cx="2921000" cy="585470"/>
            <a:chOff x="1289" y="1229"/>
            <a:chExt cx="4600" cy="922"/>
          </a:xfrm>
        </p:grpSpPr>
        <p:sp>
          <p:nvSpPr>
            <p:cNvPr id="6" name="文本框 5"/>
            <p:cNvSpPr txBox="1"/>
            <p:nvPr/>
          </p:nvSpPr>
          <p:spPr>
            <a:xfrm>
              <a:off x="1289" y="1229"/>
              <a:ext cx="4601" cy="922"/>
            </a:xfrm>
            <a:prstGeom prst="rect">
              <a:avLst/>
            </a:prstGeom>
            <a:noFill/>
          </p:spPr>
          <p:txBody>
            <a:bodyPr wrap="square" rtlCol="0">
              <a:noAutofit/>
            </a:bodyPr>
            <a:p>
              <a:r>
                <a:rPr lang="zh-CN" altLang="en-US" sz="2000" b="1">
                  <a:solidFill>
                    <a:schemeClr val="bg1"/>
                  </a:solidFill>
                </a:rPr>
                <a:t>方法一：代入法</a:t>
              </a:r>
              <a:endParaRPr lang="zh-CN" altLang="en-US" sz="2000" b="1">
                <a:solidFill>
                  <a:schemeClr val="bg1"/>
                </a:solidFill>
              </a:endParaRPr>
            </a:p>
          </p:txBody>
        </p:sp>
        <p:cxnSp>
          <p:nvCxnSpPr>
            <p:cNvPr id="10" name="Connector 6"/>
            <p:cNvCxnSpPr/>
            <p:nvPr/>
          </p:nvCxnSpPr>
          <p:spPr>
            <a:xfrm rot="-17188">
              <a:off x="1549" y="2008"/>
              <a:ext cx="4000" cy="20"/>
            </a:xfrm>
            <a:prstGeom prst="straightConnector1">
              <a:avLst/>
            </a:prstGeom>
            <a:solidFill>
              <a:srgbClr val="DEE0E3">
                <a:alpha val="100000"/>
              </a:srgbClr>
            </a:solidFill>
            <a:ln w="38100" cap="flat" cmpd="sng">
              <a:solidFill>
                <a:srgbClr val="FFFF00">
                  <a:alpha val="100000"/>
                </a:srgbClr>
              </a:solidFill>
              <a:prstDash val="solid"/>
              <a:round/>
              <a:headEnd type="none" w="lg" len="lg"/>
              <a:tailEnd type="none" w="lg" len="lg"/>
            </a:ln>
          </p:spPr>
        </p:cxnSp>
      </p:grpSp>
      <p:grpSp>
        <p:nvGrpSpPr>
          <p:cNvPr id="33" name="组合 32"/>
          <p:cNvGrpSpPr/>
          <p:nvPr/>
        </p:nvGrpSpPr>
        <p:grpSpPr>
          <a:xfrm>
            <a:off x="6096000" y="1600835"/>
            <a:ext cx="4752975" cy="2504440"/>
            <a:chOff x="9600" y="2521"/>
            <a:chExt cx="7485" cy="3944"/>
          </a:xfrm>
        </p:grpSpPr>
        <mc:AlternateContent xmlns:mc="http://schemas.openxmlformats.org/markup-compatibility/2006">
          <mc:Choice xmlns:a14="http://schemas.microsoft.com/office/drawing/2010/main" Requires="a14">
            <p:sp>
              <p:nvSpPr>
                <p:cNvPr id="9" name="文本框 8"/>
                <p:cNvSpPr txBox="1"/>
                <p:nvPr/>
              </p:nvSpPr>
              <p:spPr>
                <a:xfrm>
                  <a:off x="11188" y="2521"/>
                  <a:ext cx="5584" cy="1237"/>
                </a:xfrm>
                <a:prstGeom prst="rect">
                  <a:avLst/>
                </a:prstGeom>
                <a:noFill/>
              </p:spPr>
              <p:txBody>
                <a:bodyPr wrap="square" rtlCol="0">
                  <a:spAutoFit/>
                </a:bodyPr>
                <a:p>
                  <a14:m>
                    <m:oMathPara xmlns:m="http://schemas.openxmlformats.org/officeDocument/2006/math">
                      <m:oMathParaPr>
                        <m:jc m:val="centerGroup"/>
                      </m:oMathParaPr>
                      <m:oMath xmlns:m="http://schemas.openxmlformats.org/officeDocument/2006/math">
                        <m:func>
                          <m:funcPr>
                            <m:ctrlPr>
                              <a:rPr lang="en-US" altLang="zh-CN" sz="2400" i="1">
                                <a:solidFill>
                                  <a:schemeClr val="bg1"/>
                                </a:solidFill>
                                <a:latin typeface="Cambria Math" panose="02040503050406030204" pitchFamily="18" charset="0"/>
                                <a:cs typeface="Cambria Math" panose="02040503050406030204" pitchFamily="18" charset="0"/>
                              </a:rPr>
                            </m:ctrlPr>
                          </m:funcPr>
                          <m:fName>
                            <m:limLow>
                              <m:limLowPr>
                                <m:ctrlPr>
                                  <a:rPr lang="en-US" altLang="zh-CN" sz="2400">
                                    <a:solidFill>
                                      <a:schemeClr val="bg1"/>
                                    </a:solidFill>
                                    <a:latin typeface="Cambria Math" panose="02040503050406030204" pitchFamily="18" charset="0"/>
                                    <a:cs typeface="Cambria Math" panose="02040503050406030204" pitchFamily="18" charset="0"/>
                                  </a:rPr>
                                </m:ctrlPr>
                              </m:limLowPr>
                              <m:e>
                                <m:r>
                                  <m:rPr>
                                    <m:sty m:val="p"/>
                                  </m:rPr>
                                  <a:rPr lang="en-US" altLang="zh-CN" sz="2400">
                                    <a:solidFill>
                                      <a:schemeClr val="bg1"/>
                                    </a:solidFill>
                                    <a:latin typeface="Cambria Math" panose="02040503050406030204" pitchFamily="18" charset="0"/>
                                    <a:cs typeface="Cambria Math" panose="02040503050406030204" pitchFamily="18" charset="0"/>
                                  </a:rPr>
                                  <m:t>lim</m:t>
                                </m:r>
                              </m:e>
                              <m:lim>
                                <m:r>
                                  <a:rPr lang="en-US" altLang="zh-CN" sz="2400" i="1">
                                    <a:solidFill>
                                      <a:schemeClr val="bg1"/>
                                    </a:solidFill>
                                    <a:latin typeface="Cambria Math" panose="02040503050406030204" pitchFamily="18" charset="0"/>
                                    <a:cs typeface="Cambria Math" panose="02040503050406030204" pitchFamily="18" charset="0"/>
                                  </a:rPr>
                                  <m:t>𝑥</m:t>
                                </m:r>
                                <m:r>
                                  <a:rPr lang="en-US" altLang="zh-CN" sz="2400" i="1">
                                    <a:solidFill>
                                      <a:schemeClr val="bg1"/>
                                    </a:solidFill>
                                    <a:latin typeface="Cambria Math" panose="02040503050406030204" pitchFamily="18" charset="0"/>
                                    <a:cs typeface="Cambria Math" panose="02040503050406030204" pitchFamily="18" charset="0"/>
                                  </a:rPr>
                                  <m:t>→</m:t>
                                </m:r>
                                <m:r>
                                  <a:rPr lang="en-US" altLang="zh-CN" sz="2400" i="1">
                                    <a:solidFill>
                                      <a:schemeClr val="bg1"/>
                                    </a:solidFill>
                                    <a:latin typeface="Cambria Math" panose="02040503050406030204" pitchFamily="18" charset="0"/>
                                    <a:cs typeface="Cambria Math" panose="02040503050406030204" pitchFamily="18" charset="0"/>
                                  </a:rPr>
                                  <m:t>0</m:t>
                                </m:r>
                              </m:lim>
                            </m:limLow>
                          </m:fName>
                          <m:e>
                            <m:f>
                              <m:fPr>
                                <m:ctrlPr>
                                  <a:rPr lang="en-US" altLang="zh-CN" sz="2400" i="1">
                                    <a:solidFill>
                                      <a:schemeClr val="bg1"/>
                                    </a:solidFill>
                                    <a:latin typeface="Cambria Math" panose="02040503050406030204" pitchFamily="18" charset="0"/>
                                    <a:cs typeface="Cambria Math" panose="02040503050406030204" pitchFamily="18" charset="0"/>
                                  </a:rPr>
                                </m:ctrlPr>
                              </m:fPr>
                              <m:num>
                                <m:r>
                                  <a:rPr lang="en-US" altLang="zh-CN" sz="2400" i="1">
                                    <a:solidFill>
                                      <a:schemeClr val="bg1"/>
                                    </a:solidFill>
                                    <a:latin typeface="Cambria Math" panose="02040503050406030204" pitchFamily="18" charset="0"/>
                                    <a:cs typeface="Cambria Math" panose="02040503050406030204" pitchFamily="18" charset="0"/>
                                  </a:rPr>
                                  <m:t>𝑠𝑖𝑛</m:t>
                                </m:r>
                                <m:r>
                                  <a:rPr lang="en-US" altLang="zh-CN" sz="2400" i="1">
                                    <a:solidFill>
                                      <a:schemeClr val="bg1"/>
                                    </a:solidFill>
                                    <a:latin typeface="Cambria Math" panose="02040503050406030204" pitchFamily="18" charset="0"/>
                                    <a:cs typeface="Cambria Math" panose="02040503050406030204" pitchFamily="18" charset="0"/>
                                  </a:rPr>
                                  <m:t>2</m:t>
                                </m:r>
                                <m:r>
                                  <a:rPr lang="en-US" altLang="zh-CN" sz="2400" i="1">
                                    <a:solidFill>
                                      <a:schemeClr val="bg1"/>
                                    </a:solidFill>
                                    <a:latin typeface="Cambria Math" panose="02040503050406030204" pitchFamily="18" charset="0"/>
                                    <a:cs typeface="Cambria Math" panose="02040503050406030204" pitchFamily="18" charset="0"/>
                                  </a:rPr>
                                  <m:t>𝑥</m:t>
                                </m:r>
                              </m:num>
                              <m:den>
                                <m:r>
                                  <a:rPr lang="en-US" altLang="zh-CN" sz="2400" i="1">
                                    <a:solidFill>
                                      <a:schemeClr val="bg1"/>
                                    </a:solidFill>
                                    <a:latin typeface="Cambria Math" panose="02040503050406030204" pitchFamily="18" charset="0"/>
                                    <a:cs typeface="Cambria Math" panose="02040503050406030204" pitchFamily="18" charset="0"/>
                                  </a:rPr>
                                  <m:t>𝑥</m:t>
                                </m:r>
                                <m:r>
                                  <a:rPr lang="en-US" altLang="zh-CN" sz="2400" i="1">
                                    <a:solidFill>
                                      <a:schemeClr val="bg1"/>
                                    </a:solidFill>
                                    <a:latin typeface="Cambria Math" panose="02040503050406030204" pitchFamily="18" charset="0"/>
                                    <a:cs typeface="Cambria Math" panose="02040503050406030204" pitchFamily="18" charset="0"/>
                                  </a:rPr>
                                  <m:t>+</m:t>
                                </m:r>
                                <m:r>
                                  <a:rPr lang="en-US" altLang="zh-CN" sz="2400" i="1">
                                    <a:solidFill>
                                      <a:schemeClr val="bg1"/>
                                    </a:solidFill>
                                    <a:latin typeface="Cambria Math" panose="02040503050406030204" pitchFamily="18" charset="0"/>
                                    <a:cs typeface="Cambria Math" panose="02040503050406030204" pitchFamily="18" charset="0"/>
                                  </a:rPr>
                                  <m:t>1</m:t>
                                </m:r>
                              </m:den>
                            </m:f>
                          </m:e>
                        </m:func>
                        <m:r>
                          <a:rPr lang="en-US" altLang="zh-CN" sz="2400" i="1">
                            <a:solidFill>
                              <a:schemeClr val="bg1"/>
                            </a:solidFill>
                            <a:latin typeface="Cambria Math" panose="02040503050406030204" pitchFamily="18" charset="0"/>
                            <a:cs typeface="Cambria Math" panose="02040503050406030204" pitchFamily="18" charset="0"/>
                          </a:rPr>
                          <m:t>=(     )</m:t>
                        </m:r>
                      </m:oMath>
                    </m:oMathPara>
                  </a14:m>
                  <a:endParaRPr lang="zh-CN" altLang="en-US" sz="2400">
                    <a:solidFill>
                      <a:schemeClr val="bg1"/>
                    </a:solidFill>
                  </a:endParaRPr>
                </a:p>
              </p:txBody>
            </p:sp>
          </mc:Choice>
          <mc:Fallback>
            <p:sp>
              <p:nvSpPr>
                <p:cNvPr id="9" name="文本框 8"/>
                <p:cNvSpPr txBox="1">
                  <a:spLocks noRot="1" noChangeAspect="1" noMove="1" noResize="1" noEditPoints="1" noAdjustHandles="1" noChangeArrowheads="1" noChangeShapeType="1" noTextEdit="1"/>
                </p:cNvSpPr>
                <p:nvPr/>
              </p:nvSpPr>
              <p:spPr>
                <a:xfrm>
                  <a:off x="11188" y="2521"/>
                  <a:ext cx="5584" cy="1237"/>
                </a:xfrm>
                <a:prstGeom prst="rect">
                  <a:avLst/>
                </a:prstGeom>
                <a:blipFill rotWithShape="1">
                  <a:blip r:embed="rId6"/>
                </a:blipFill>
              </p:spPr>
              <p:txBody>
                <a:bodyPr/>
                <a:lstStyle/>
                <a:p>
                  <a:r>
                    <a:rPr lang="zh-CN" altLang="en-US">
                      <a:noFill/>
                    </a:rPr>
                    <a:t> </a:t>
                  </a:r>
                </a:p>
              </p:txBody>
            </p:sp>
          </mc:Fallback>
        </mc:AlternateContent>
        <p:sp>
          <p:nvSpPr>
            <p:cNvPr id="11" name="文本框 10"/>
            <p:cNvSpPr txBox="1"/>
            <p:nvPr/>
          </p:nvSpPr>
          <p:spPr>
            <a:xfrm>
              <a:off x="9600" y="2969"/>
              <a:ext cx="2257" cy="539"/>
            </a:xfrm>
            <a:prstGeom prst="rect">
              <a:avLst/>
            </a:prstGeom>
            <a:noFill/>
          </p:spPr>
          <p:txBody>
            <a:bodyPr wrap="square" rtlCol="0">
              <a:noAutofit/>
            </a:bodyPr>
            <a:p>
              <a:pPr algn="ctr"/>
              <a:r>
                <a:rPr lang="zh-CN" altLang="en-US" sz="2000" b="1">
                  <a:solidFill>
                    <a:schemeClr val="bg1"/>
                  </a:solidFill>
                  <a:sym typeface="+mn-ea"/>
                </a:rPr>
                <a:t>【</a:t>
              </a:r>
              <a:r>
                <a:rPr lang="en-US" altLang="zh-CN" sz="2000" b="1">
                  <a:solidFill>
                    <a:schemeClr val="bg1"/>
                  </a:solidFill>
                  <a:sym typeface="+mn-ea"/>
                </a:rPr>
                <a:t>2025</a:t>
              </a:r>
              <a:r>
                <a:rPr lang="zh-CN" altLang="en-US" sz="2000" b="1">
                  <a:solidFill>
                    <a:schemeClr val="bg1"/>
                  </a:solidFill>
                  <a:sym typeface="+mn-ea"/>
                </a:rPr>
                <a:t>】</a:t>
              </a:r>
              <a:endParaRPr lang="zh-CN" altLang="en-US" sz="2000" b="1">
                <a:solidFill>
                  <a:schemeClr val="bg1"/>
                </a:solidFill>
              </a:endParaRPr>
            </a:p>
          </p:txBody>
        </p:sp>
        <p:grpSp>
          <p:nvGrpSpPr>
            <p:cNvPr id="23" name="组合 22"/>
            <p:cNvGrpSpPr/>
            <p:nvPr/>
          </p:nvGrpSpPr>
          <p:grpSpPr>
            <a:xfrm>
              <a:off x="11426" y="4267"/>
              <a:ext cx="2381" cy="724"/>
              <a:chOff x="11426" y="4267"/>
              <a:chExt cx="2381" cy="724"/>
            </a:xfrm>
          </p:grpSpPr>
          <p:sp>
            <p:nvSpPr>
              <p:cNvPr id="12" name="文本框 11"/>
              <p:cNvSpPr txBox="1"/>
              <p:nvPr/>
            </p:nvSpPr>
            <p:spPr>
              <a:xfrm>
                <a:off x="11426" y="4390"/>
                <a:ext cx="1049" cy="375"/>
              </a:xfrm>
              <a:prstGeom prst="rect">
                <a:avLst/>
              </a:prstGeom>
              <a:noFill/>
            </p:spPr>
            <p:txBody>
              <a:bodyPr wrap="square" rtlCol="0">
                <a:noAutofit/>
              </a:bodyPr>
              <a:p>
                <a:pPr algn="ctr"/>
                <a:r>
                  <a:rPr lang="en-US" altLang="zh-CN" b="1">
                    <a:solidFill>
                      <a:schemeClr val="bg1"/>
                    </a:solidFill>
                    <a:sym typeface="+mn-ea"/>
                  </a:rPr>
                  <a:t>A.</a:t>
                </a:r>
                <a:endParaRPr lang="en-US" altLang="zh-CN" b="1">
                  <a:solidFill>
                    <a:schemeClr val="bg1"/>
                  </a:solidFill>
                  <a:sym typeface="+mn-ea"/>
                </a:endParaRPr>
              </a:p>
            </p:txBody>
          </p:sp>
          <mc:AlternateContent xmlns:mc="http://schemas.openxmlformats.org/markup-compatibility/2006">
            <mc:Choice xmlns:a14="http://schemas.microsoft.com/office/drawing/2010/main" Requires="a14">
              <p:sp>
                <p:nvSpPr>
                  <p:cNvPr id="16" name="文本框 15"/>
                  <p:cNvSpPr txBox="1"/>
                  <p:nvPr/>
                </p:nvSpPr>
                <p:spPr>
                  <a:xfrm>
                    <a:off x="12095" y="4267"/>
                    <a:ext cx="1713" cy="725"/>
                  </a:xfrm>
                  <a:prstGeom prst="rect">
                    <a:avLst/>
                  </a:prstGeom>
                  <a:noFill/>
                </p:spPr>
                <p:txBody>
                  <a:bodyPr wrap="square" rtlCol="0">
                    <a:spAutoFit/>
                  </a:bodyPr>
                  <a:p>
                    <a14:m>
                      <m:oMathPara xmlns:m="http://schemas.openxmlformats.org/officeDocument/2006/math">
                        <m:oMathParaPr>
                          <m:jc m:val="centerGroup"/>
                        </m:oMathParaPr>
                        <m:oMath xmlns:m="http://schemas.openxmlformats.org/officeDocument/2006/math">
                          <m:r>
                            <a:rPr lang="en-US" altLang="zh-CN" sz="2400">
                              <a:solidFill>
                                <a:schemeClr val="bg1"/>
                              </a:solidFill>
                              <a:latin typeface="Cambria Math" panose="02040503050406030204" pitchFamily="18" charset="0"/>
                              <a:cs typeface="Cambria Math" panose="02040503050406030204" pitchFamily="18" charset="0"/>
                            </a:rPr>
                            <m:t>1</m:t>
                          </m:r>
                        </m:oMath>
                      </m:oMathPara>
                    </a14:m>
                    <a:endParaRPr lang="zh-CN" altLang="en-US" sz="2400">
                      <a:solidFill>
                        <a:schemeClr val="bg1"/>
                      </a:solidFill>
                    </a:endParaRPr>
                  </a:p>
                </p:txBody>
              </p:sp>
            </mc:Choice>
            <mc:Fallback>
              <p:sp>
                <p:nvSpPr>
                  <p:cNvPr id="16" name="文本框 15"/>
                  <p:cNvSpPr txBox="1">
                    <a:spLocks noRot="1" noChangeAspect="1" noMove="1" noResize="1" noEditPoints="1" noAdjustHandles="1" noChangeArrowheads="1" noChangeShapeType="1" noTextEdit="1"/>
                  </p:cNvSpPr>
                  <p:nvPr/>
                </p:nvSpPr>
                <p:spPr>
                  <a:xfrm>
                    <a:off x="12095" y="4267"/>
                    <a:ext cx="1713" cy="725"/>
                  </a:xfrm>
                  <a:prstGeom prst="rect">
                    <a:avLst/>
                  </a:prstGeom>
                  <a:blipFill rotWithShape="1">
                    <a:blip r:embed="rId7"/>
                  </a:blipFill>
                </p:spPr>
                <p:txBody>
                  <a:bodyPr/>
                  <a:lstStyle/>
                  <a:p>
                    <a:r>
                      <a:rPr lang="zh-CN" altLang="en-US">
                        <a:noFill/>
                      </a:rPr>
                      <a:t> </a:t>
                    </a:r>
                  </a:p>
                </p:txBody>
              </p:sp>
            </mc:Fallback>
          </mc:AlternateContent>
        </p:grpSp>
        <p:grpSp>
          <p:nvGrpSpPr>
            <p:cNvPr id="24" name="组合 23"/>
            <p:cNvGrpSpPr/>
            <p:nvPr/>
          </p:nvGrpSpPr>
          <p:grpSpPr>
            <a:xfrm>
              <a:off x="14590" y="4390"/>
              <a:ext cx="2382" cy="725"/>
              <a:chOff x="11426" y="4267"/>
              <a:chExt cx="2382" cy="725"/>
            </a:xfrm>
          </p:grpSpPr>
          <p:sp>
            <p:nvSpPr>
              <p:cNvPr id="25" name="文本框 24"/>
              <p:cNvSpPr txBox="1"/>
              <p:nvPr/>
            </p:nvSpPr>
            <p:spPr>
              <a:xfrm>
                <a:off x="11426" y="4390"/>
                <a:ext cx="1049" cy="375"/>
              </a:xfrm>
              <a:prstGeom prst="rect">
                <a:avLst/>
              </a:prstGeom>
              <a:noFill/>
            </p:spPr>
            <p:txBody>
              <a:bodyPr wrap="square" rtlCol="0">
                <a:noAutofit/>
              </a:bodyPr>
              <a:p>
                <a:pPr algn="ctr"/>
                <a:r>
                  <a:rPr lang="en-US" altLang="zh-CN" b="1">
                    <a:solidFill>
                      <a:schemeClr val="bg1"/>
                    </a:solidFill>
                    <a:sym typeface="+mn-ea"/>
                  </a:rPr>
                  <a:t>B.</a:t>
                </a:r>
                <a:endParaRPr lang="en-US" altLang="zh-CN" b="1">
                  <a:solidFill>
                    <a:schemeClr val="bg1"/>
                  </a:solidFill>
                  <a:sym typeface="+mn-ea"/>
                </a:endParaRPr>
              </a:p>
            </p:txBody>
          </p:sp>
          <mc:AlternateContent xmlns:mc="http://schemas.openxmlformats.org/markup-compatibility/2006">
            <mc:Choice xmlns:a14="http://schemas.microsoft.com/office/drawing/2010/main" Requires="a14">
              <p:sp>
                <p:nvSpPr>
                  <p:cNvPr id="26" name="文本框 25"/>
                  <p:cNvSpPr txBox="1"/>
                  <p:nvPr/>
                </p:nvSpPr>
                <p:spPr>
                  <a:xfrm>
                    <a:off x="12095" y="4267"/>
                    <a:ext cx="1713" cy="725"/>
                  </a:xfrm>
                  <a:prstGeom prst="rect">
                    <a:avLst/>
                  </a:prstGeom>
                  <a:noFill/>
                </p:spPr>
                <p:txBody>
                  <a:bodyPr wrap="square" rtlCol="0">
                    <a:spAutoFit/>
                  </a:bodyPr>
                  <a:p>
                    <a14:m>
                      <m:oMathPara xmlns:m="http://schemas.openxmlformats.org/officeDocument/2006/math">
                        <m:oMathParaPr>
                          <m:jc m:val="centerGroup"/>
                        </m:oMathParaPr>
                        <m:oMath xmlns:m="http://schemas.openxmlformats.org/officeDocument/2006/math">
                          <m:r>
                            <a:rPr lang="en-US" altLang="zh-CN" sz="2400">
                              <a:solidFill>
                                <a:schemeClr val="bg1"/>
                              </a:solidFill>
                              <a:latin typeface="Cambria Math" panose="02040503050406030204" pitchFamily="18" charset="0"/>
                              <a:cs typeface="Cambria Math" panose="02040503050406030204" pitchFamily="18" charset="0"/>
                            </a:rPr>
                            <m:t>2</m:t>
                          </m:r>
                        </m:oMath>
                      </m:oMathPara>
                    </a14:m>
                    <a:endParaRPr lang="zh-CN" altLang="en-US" sz="2400">
                      <a:solidFill>
                        <a:schemeClr val="bg1"/>
                      </a:solidFill>
                    </a:endParaRPr>
                  </a:p>
                </p:txBody>
              </p:sp>
            </mc:Choice>
            <mc:Fallback>
              <p:sp>
                <p:nvSpPr>
                  <p:cNvPr id="26" name="文本框 25"/>
                  <p:cNvSpPr txBox="1">
                    <a:spLocks noRot="1" noChangeAspect="1" noMove="1" noResize="1" noEditPoints="1" noAdjustHandles="1" noChangeArrowheads="1" noChangeShapeType="1" noTextEdit="1"/>
                  </p:cNvSpPr>
                  <p:nvPr/>
                </p:nvSpPr>
                <p:spPr>
                  <a:xfrm>
                    <a:off x="12095" y="4267"/>
                    <a:ext cx="1713" cy="725"/>
                  </a:xfrm>
                  <a:prstGeom prst="rect">
                    <a:avLst/>
                  </a:prstGeom>
                  <a:blipFill rotWithShape="1">
                    <a:blip r:embed="rId8"/>
                  </a:blipFill>
                </p:spPr>
                <p:txBody>
                  <a:bodyPr/>
                  <a:lstStyle/>
                  <a:p>
                    <a:r>
                      <a:rPr lang="zh-CN" altLang="en-US">
                        <a:noFill/>
                      </a:rPr>
                      <a:t> </a:t>
                    </a:r>
                  </a:p>
                </p:txBody>
              </p:sp>
            </mc:Fallback>
          </mc:AlternateContent>
        </p:grpSp>
        <p:grpSp>
          <p:nvGrpSpPr>
            <p:cNvPr id="27" name="组合 26"/>
            <p:cNvGrpSpPr/>
            <p:nvPr/>
          </p:nvGrpSpPr>
          <p:grpSpPr>
            <a:xfrm>
              <a:off x="11426" y="5627"/>
              <a:ext cx="2382" cy="725"/>
              <a:chOff x="11426" y="4267"/>
              <a:chExt cx="2382" cy="725"/>
            </a:xfrm>
          </p:grpSpPr>
          <p:sp>
            <p:nvSpPr>
              <p:cNvPr id="28" name="文本框 27"/>
              <p:cNvSpPr txBox="1"/>
              <p:nvPr/>
            </p:nvSpPr>
            <p:spPr>
              <a:xfrm>
                <a:off x="11426" y="4390"/>
                <a:ext cx="1049" cy="375"/>
              </a:xfrm>
              <a:prstGeom prst="rect">
                <a:avLst/>
              </a:prstGeom>
              <a:noFill/>
            </p:spPr>
            <p:txBody>
              <a:bodyPr wrap="square" rtlCol="0">
                <a:noAutofit/>
              </a:bodyPr>
              <a:p>
                <a:pPr algn="ctr"/>
                <a:r>
                  <a:rPr lang="en-US" altLang="zh-CN" b="1">
                    <a:solidFill>
                      <a:schemeClr val="bg1"/>
                    </a:solidFill>
                    <a:sym typeface="+mn-ea"/>
                  </a:rPr>
                  <a:t>C.</a:t>
                </a:r>
                <a:endParaRPr lang="en-US" altLang="zh-CN" b="1">
                  <a:solidFill>
                    <a:schemeClr val="bg1"/>
                  </a:solidFill>
                  <a:sym typeface="+mn-ea"/>
                </a:endParaRPr>
              </a:p>
            </p:txBody>
          </p:sp>
          <mc:AlternateContent xmlns:mc="http://schemas.openxmlformats.org/markup-compatibility/2006">
            <mc:Choice xmlns:a14="http://schemas.microsoft.com/office/drawing/2010/main" Requires="a14">
              <p:sp>
                <p:nvSpPr>
                  <p:cNvPr id="29" name="文本框 28"/>
                  <p:cNvSpPr txBox="1"/>
                  <p:nvPr/>
                </p:nvSpPr>
                <p:spPr>
                  <a:xfrm>
                    <a:off x="12095" y="4267"/>
                    <a:ext cx="1713" cy="725"/>
                  </a:xfrm>
                  <a:prstGeom prst="rect">
                    <a:avLst/>
                  </a:prstGeom>
                  <a:noFill/>
                </p:spPr>
                <p:txBody>
                  <a:bodyPr wrap="square" rtlCol="0">
                    <a:spAutoFit/>
                  </a:bodyPr>
                  <a:p>
                    <a14:m>
                      <m:oMathPara xmlns:m="http://schemas.openxmlformats.org/officeDocument/2006/math">
                        <m:oMathParaPr>
                          <m:jc m:val="centerGroup"/>
                        </m:oMathParaPr>
                        <m:oMath xmlns:m="http://schemas.openxmlformats.org/officeDocument/2006/math">
                          <m:r>
                            <a:rPr lang="en-US" altLang="zh-CN" sz="2400">
                              <a:solidFill>
                                <a:schemeClr val="bg1"/>
                              </a:solidFill>
                              <a:latin typeface="Cambria Math" panose="02040503050406030204" pitchFamily="18" charset="0"/>
                              <a:cs typeface="Cambria Math" panose="02040503050406030204" pitchFamily="18" charset="0"/>
                            </a:rPr>
                            <m:t>3</m:t>
                          </m:r>
                        </m:oMath>
                      </m:oMathPara>
                    </a14:m>
                    <a:endParaRPr lang="zh-CN" altLang="en-US" sz="2400">
                      <a:solidFill>
                        <a:schemeClr val="bg1"/>
                      </a:solidFill>
                    </a:endParaRPr>
                  </a:p>
                </p:txBody>
              </p:sp>
            </mc:Choice>
            <mc:Fallback>
              <p:sp>
                <p:nvSpPr>
                  <p:cNvPr id="29" name="文本框 28"/>
                  <p:cNvSpPr txBox="1">
                    <a:spLocks noRot="1" noChangeAspect="1" noMove="1" noResize="1" noEditPoints="1" noAdjustHandles="1" noChangeArrowheads="1" noChangeShapeType="1" noTextEdit="1"/>
                  </p:cNvSpPr>
                  <p:nvPr/>
                </p:nvSpPr>
                <p:spPr>
                  <a:xfrm>
                    <a:off x="12095" y="4267"/>
                    <a:ext cx="1713" cy="725"/>
                  </a:xfrm>
                  <a:prstGeom prst="rect">
                    <a:avLst/>
                  </a:prstGeom>
                  <a:blipFill rotWithShape="1">
                    <a:blip r:embed="rId9"/>
                  </a:blipFill>
                </p:spPr>
                <p:txBody>
                  <a:bodyPr/>
                  <a:lstStyle/>
                  <a:p>
                    <a:r>
                      <a:rPr lang="zh-CN" altLang="en-US">
                        <a:noFill/>
                      </a:rPr>
                      <a:t> </a:t>
                    </a:r>
                  </a:p>
                </p:txBody>
              </p:sp>
            </mc:Fallback>
          </mc:AlternateContent>
        </p:grpSp>
        <p:grpSp>
          <p:nvGrpSpPr>
            <p:cNvPr id="30" name="组合 29"/>
            <p:cNvGrpSpPr/>
            <p:nvPr/>
          </p:nvGrpSpPr>
          <p:grpSpPr>
            <a:xfrm>
              <a:off x="14703" y="5741"/>
              <a:ext cx="2382" cy="725"/>
              <a:chOff x="11426" y="4267"/>
              <a:chExt cx="2382" cy="725"/>
            </a:xfrm>
          </p:grpSpPr>
          <p:sp>
            <p:nvSpPr>
              <p:cNvPr id="31" name="文本框 30"/>
              <p:cNvSpPr txBox="1"/>
              <p:nvPr/>
            </p:nvSpPr>
            <p:spPr>
              <a:xfrm>
                <a:off x="11426" y="4390"/>
                <a:ext cx="1049" cy="375"/>
              </a:xfrm>
              <a:prstGeom prst="rect">
                <a:avLst/>
              </a:prstGeom>
              <a:noFill/>
            </p:spPr>
            <p:txBody>
              <a:bodyPr wrap="square" rtlCol="0">
                <a:noAutofit/>
              </a:bodyPr>
              <a:p>
                <a:pPr algn="ctr"/>
                <a:r>
                  <a:rPr lang="en-US" altLang="zh-CN" b="1">
                    <a:solidFill>
                      <a:schemeClr val="bg1"/>
                    </a:solidFill>
                    <a:sym typeface="+mn-ea"/>
                  </a:rPr>
                  <a:t>D.</a:t>
                </a:r>
                <a:endParaRPr lang="en-US" altLang="zh-CN" b="1">
                  <a:solidFill>
                    <a:schemeClr val="bg1"/>
                  </a:solidFill>
                  <a:sym typeface="+mn-ea"/>
                </a:endParaRPr>
              </a:p>
            </p:txBody>
          </p:sp>
          <mc:AlternateContent xmlns:mc="http://schemas.openxmlformats.org/markup-compatibility/2006">
            <mc:Choice xmlns:a14="http://schemas.microsoft.com/office/drawing/2010/main" Requires="a14">
              <p:sp>
                <p:nvSpPr>
                  <p:cNvPr id="32" name="文本框 31"/>
                  <p:cNvSpPr txBox="1"/>
                  <p:nvPr/>
                </p:nvSpPr>
                <p:spPr>
                  <a:xfrm>
                    <a:off x="12095" y="4267"/>
                    <a:ext cx="1713" cy="725"/>
                  </a:xfrm>
                  <a:prstGeom prst="rect">
                    <a:avLst/>
                  </a:prstGeom>
                  <a:noFill/>
                </p:spPr>
                <p:txBody>
                  <a:bodyPr wrap="square" rtlCol="0">
                    <a:spAutoFit/>
                  </a:bodyPr>
                  <a:p>
                    <a14:m>
                      <m:oMathPara xmlns:m="http://schemas.openxmlformats.org/officeDocument/2006/math">
                        <m:oMathParaPr>
                          <m:jc m:val="centerGroup"/>
                        </m:oMathParaPr>
                        <m:oMath xmlns:m="http://schemas.openxmlformats.org/officeDocument/2006/math">
                          <m:r>
                            <a:rPr lang="en-US" altLang="zh-CN" sz="2400">
                              <a:solidFill>
                                <a:schemeClr val="bg1"/>
                              </a:solidFill>
                              <a:latin typeface="Cambria Math" panose="02040503050406030204" pitchFamily="18" charset="0"/>
                              <a:cs typeface="Cambria Math" panose="02040503050406030204" pitchFamily="18" charset="0"/>
                            </a:rPr>
                            <m:t>4</m:t>
                          </m:r>
                        </m:oMath>
                      </m:oMathPara>
                    </a14:m>
                    <a:endParaRPr lang="zh-CN" altLang="en-US" sz="2400">
                      <a:solidFill>
                        <a:schemeClr val="bg1"/>
                      </a:solidFill>
                    </a:endParaRPr>
                  </a:p>
                </p:txBody>
              </p:sp>
            </mc:Choice>
            <mc:Fallback>
              <p:sp>
                <p:nvSpPr>
                  <p:cNvPr id="32" name="文本框 31"/>
                  <p:cNvSpPr txBox="1">
                    <a:spLocks noRot="1" noChangeAspect="1" noMove="1" noResize="1" noEditPoints="1" noAdjustHandles="1" noChangeArrowheads="1" noChangeShapeType="1" noTextEdit="1"/>
                  </p:cNvSpPr>
                  <p:nvPr/>
                </p:nvSpPr>
                <p:spPr>
                  <a:xfrm>
                    <a:off x="12095" y="4267"/>
                    <a:ext cx="1713" cy="725"/>
                  </a:xfrm>
                  <a:prstGeom prst="rect">
                    <a:avLst/>
                  </a:prstGeom>
                  <a:blipFill rotWithShape="1">
                    <a:blip r:embed="rId10"/>
                  </a:blipFill>
                </p:spPr>
                <p:txBody>
                  <a:bodyPr/>
                  <a:lstStyle/>
                  <a:p>
                    <a:r>
                      <a:rPr lang="zh-CN" altLang="en-US">
                        <a:noFill/>
                      </a:rPr>
                      <a:t> </a:t>
                    </a:r>
                  </a:p>
                </p:txBody>
              </p:sp>
            </mc:Fallback>
          </mc:AlternateContent>
        </p:grpSp>
      </p:gr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401861"/>
                                        </p:tgtEl>
                                        <p:attrNameLst>
                                          <p:attrName>style.visibility</p:attrName>
                                        </p:attrNameLst>
                                      </p:cBhvr>
                                      <p:to>
                                        <p:strVal val="visible"/>
                                      </p:to>
                                    </p:set>
                                    <p:anim calcmode="lin" valueType="num">
                                      <p:cBhvr additive="base">
                                        <p:cTn id="7" dur="500" fill="hold"/>
                                        <p:tgtEl>
                                          <p:spTgt spid="1401861"/>
                                        </p:tgtEl>
                                        <p:attrNameLst>
                                          <p:attrName>ppt_x</p:attrName>
                                        </p:attrNameLst>
                                      </p:cBhvr>
                                      <p:tavLst>
                                        <p:tav tm="0">
                                          <p:val>
                                            <p:strVal val="0-#ppt_w/2"/>
                                          </p:val>
                                        </p:tav>
                                        <p:tav tm="100000">
                                          <p:val>
                                            <p:strVal val="#ppt_x"/>
                                          </p:val>
                                        </p:tav>
                                      </p:tavLst>
                                    </p:anim>
                                    <p:anim calcmode="lin" valueType="num">
                                      <p:cBhvr additive="base">
                                        <p:cTn id="8" dur="500" fill="hold"/>
                                        <p:tgtEl>
                                          <p:spTgt spid="140186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nodeType="clickEffect">
                                  <p:stCondLst>
                                    <p:cond delay="0"/>
                                  </p:stCondLst>
                                  <p:childTnLst>
                                    <p:set>
                                      <p:cBhvr>
                                        <p:cTn id="12" dur="1" fill="hold">
                                          <p:stCondLst>
                                            <p:cond delay="0"/>
                                          </p:stCondLst>
                                        </p:cTn>
                                        <p:tgtEl>
                                          <p:spTgt spid="1401862"/>
                                        </p:tgtEl>
                                        <p:attrNameLst>
                                          <p:attrName>style.visibility</p:attrName>
                                        </p:attrNameLst>
                                      </p:cBhvr>
                                      <p:to>
                                        <p:strVal val="visible"/>
                                      </p:to>
                                    </p:set>
                                    <p:animEffect transition="in" filter="wipe(up)">
                                      <p:cBhvr>
                                        <p:cTn id="13" dur="1000"/>
                                        <p:tgtEl>
                                          <p:spTgt spid="1401862"/>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3"/>
                                        </p:tgtEl>
                                        <p:attrNameLst>
                                          <p:attrName>style.visibility</p:attrName>
                                        </p:attrNameLst>
                                      </p:cBhvr>
                                      <p:to>
                                        <p:strVal val="visible"/>
                                      </p:to>
                                    </p:set>
                                    <p:anim calcmode="lin" valueType="num">
                                      <p:cBhvr additive="base">
                                        <p:cTn id="18" dur="500" fill="hold"/>
                                        <p:tgtEl>
                                          <p:spTgt spid="33"/>
                                        </p:tgtEl>
                                        <p:attrNameLst>
                                          <p:attrName>ppt_x</p:attrName>
                                        </p:attrNameLst>
                                      </p:cBhvr>
                                      <p:tavLst>
                                        <p:tav tm="0">
                                          <p:val>
                                            <p:strVal val="#ppt_x"/>
                                          </p:val>
                                        </p:tav>
                                        <p:tav tm="100000">
                                          <p:val>
                                            <p:strVal val="#ppt_x"/>
                                          </p:val>
                                        </p:tav>
                                      </p:tavLst>
                                    </p:anim>
                                    <p:anim calcmode="lin" valueType="num">
                                      <p:cBhvr additive="base">
                                        <p:cTn id="19"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rgbClr val="0D1B2A"/>
            </a:gs>
            <a:gs pos="60000">
              <a:srgbClr val="1B263B"/>
            </a:gs>
            <a:gs pos="100000">
              <a:srgbClr val="102A43"/>
            </a:gs>
          </a:gsLst>
          <a:lin ang="2700000" scaled="0"/>
        </a:gradFill>
        <a:effectLst/>
      </p:bgPr>
    </p:bg>
    <p:spTree>
      <p:nvGrpSpPr>
        <p:cNvPr id="1" name=""/>
        <p:cNvGrpSpPr/>
        <p:nvPr/>
      </p:nvGrpSpPr>
      <p:grpSpPr>
        <a:xfrm>
          <a:off x="0" y="0"/>
          <a:ext cx="0" cy="0"/>
          <a:chOff x="0" y="0"/>
          <a:chExt cx="0" cy="0"/>
        </a:xfrm>
      </p:grpSpPr>
      <p:sp>
        <p:nvSpPr>
          <p:cNvPr id="11" name="任意多边形: 形状 10"/>
          <p:cNvSpPr/>
          <p:nvPr/>
        </p:nvSpPr>
        <p:spPr>
          <a:xfrm rot="2700000">
            <a:off x="-803840" y="-755763"/>
            <a:ext cx="5428563" cy="5833960"/>
          </a:xfrm>
          <a:custGeom>
            <a:avLst/>
            <a:gdLst>
              <a:gd name="connsiteX0" fmla="*/ 0 w 5428563"/>
              <a:gd name="connsiteY0" fmla="*/ 2574839 h 5504327"/>
              <a:gd name="connsiteX1" fmla="*/ 2574839 w 5428563"/>
              <a:gd name="connsiteY1" fmla="*/ 0 h 5504327"/>
              <a:gd name="connsiteX2" fmla="*/ 4511157 w 5428563"/>
              <a:gd name="connsiteY2" fmla="*/ 0 h 5504327"/>
              <a:gd name="connsiteX3" fmla="*/ 5428563 w 5428563"/>
              <a:gd name="connsiteY3" fmla="*/ 917406 h 5504327"/>
              <a:gd name="connsiteX4" fmla="*/ 5428563 w 5428563"/>
              <a:gd name="connsiteY4" fmla="*/ 4586921 h 5504327"/>
              <a:gd name="connsiteX5" fmla="*/ 4511157 w 5428563"/>
              <a:gd name="connsiteY5" fmla="*/ 5504327 h 5504327"/>
              <a:gd name="connsiteX6" fmla="*/ 2929489 w 5428563"/>
              <a:gd name="connsiteY6" fmla="*/ 5504327 h 5504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428563" h="5504327">
                <a:moveTo>
                  <a:pt x="0" y="2574839"/>
                </a:moveTo>
                <a:lnTo>
                  <a:pt x="2574839" y="0"/>
                </a:lnTo>
                <a:lnTo>
                  <a:pt x="4511157" y="0"/>
                </a:lnTo>
                <a:cubicBezTo>
                  <a:pt x="5017826" y="0"/>
                  <a:pt x="5428563" y="410737"/>
                  <a:pt x="5428563" y="917406"/>
                </a:cubicBezTo>
                <a:lnTo>
                  <a:pt x="5428563" y="4586921"/>
                </a:lnTo>
                <a:cubicBezTo>
                  <a:pt x="5428563" y="5093590"/>
                  <a:pt x="5017826" y="5504327"/>
                  <a:pt x="4511157" y="5504327"/>
                </a:cubicBezTo>
                <a:lnTo>
                  <a:pt x="2929489" y="5504327"/>
                </a:lnTo>
                <a:close/>
              </a:path>
            </a:pathLst>
          </a:custGeom>
          <a:solidFill>
            <a:schemeClr val="accent1">
              <a:lumMod val="20000"/>
              <a:lumOff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5981700" y="2419350"/>
            <a:ext cx="3946914" cy="830997"/>
          </a:xfrm>
          <a:prstGeom prst="rect">
            <a:avLst/>
          </a:prstGeom>
          <a:noFill/>
        </p:spPr>
        <p:txBody>
          <a:bodyPr wrap="none" rtlCol="0">
            <a:spAutoFit/>
            <a:scene3d>
              <a:camera prst="orthographicFront"/>
              <a:lightRig rig="threePt" dir="t"/>
            </a:scene3d>
            <a:sp3d contourW="6350"/>
          </a:bodyPr>
          <a:lstStyle>
            <a:defPPr>
              <a:defRPr lang="zh-CN"/>
            </a:defPPr>
            <a:lvl1pPr>
              <a:defRPr sz="2800" b="1">
                <a:solidFill>
                  <a:schemeClr val="tx1">
                    <a:lumMod val="75000"/>
                    <a:lumOff val="25000"/>
                  </a:schemeClr>
                </a:solidFill>
              </a:defRPr>
            </a:lvl1pPr>
          </a:lstStyle>
          <a:p>
            <a:r>
              <a:rPr lang="en-US" altLang="zh-CN" sz="4800" dirty="0">
                <a:solidFill>
                  <a:srgbClr val="FFFF00"/>
                </a:solidFill>
              </a:rPr>
              <a:t>1  </a:t>
            </a:r>
            <a:r>
              <a:rPr lang="zh-CN" altLang="en-US" sz="4800" dirty="0">
                <a:solidFill>
                  <a:srgbClr val="FFFF00"/>
                </a:solidFill>
              </a:rPr>
              <a:t>极限与连续</a:t>
            </a:r>
            <a:endParaRPr lang="zh-CN" altLang="en-US" sz="4800" dirty="0">
              <a:solidFill>
                <a:srgbClr val="FFFF00"/>
              </a:solidFill>
            </a:endParaRPr>
          </a:p>
        </p:txBody>
      </p:sp>
      <p:pic>
        <p:nvPicPr>
          <p:cNvPr id="16" name="图片占位符 15"/>
          <p:cNvPicPr>
            <a:picLocks noGrp="1" noChangeAspect="1"/>
          </p:cNvPicPr>
          <p:nvPr>
            <p:ph type="pic" sz="quarter" idx="10"/>
          </p:nvPr>
        </p:nvPicPr>
        <p:blipFill>
          <a:blip r:embed="rId1" cstate="screen"/>
          <a:srcRect/>
          <a:stretch>
            <a:fillRect/>
          </a:stretch>
        </p:blipFill>
        <p:spPr/>
      </p:pic>
      <p:cxnSp>
        <p:nvCxnSpPr>
          <p:cNvPr id="19" name="直接连接符 18"/>
          <p:cNvCxnSpPr/>
          <p:nvPr/>
        </p:nvCxnSpPr>
        <p:spPr>
          <a:xfrm>
            <a:off x="6096000" y="3235833"/>
            <a:ext cx="3135086"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rgbClr val="0D1B2A"/>
            </a:gs>
            <a:gs pos="60000">
              <a:srgbClr val="1B263B"/>
            </a:gs>
            <a:gs pos="100000">
              <a:srgbClr val="102A43"/>
            </a:gs>
          </a:gsLst>
          <a:lin ang="2700000" scaled="0"/>
        </a:gradFill>
        <a:effectLst/>
      </p:bgPr>
    </p:bg>
    <p:spTree>
      <p:nvGrpSpPr>
        <p:cNvPr id="1" name=""/>
        <p:cNvGrpSpPr/>
        <p:nvPr/>
      </p:nvGrpSpPr>
      <p:grpSpPr>
        <a:xfrm>
          <a:off x="0" y="0"/>
          <a:ext cx="0" cy="0"/>
          <a:chOff x="0" y="0"/>
          <a:chExt cx="0" cy="0"/>
        </a:xfrm>
      </p:grpSpPr>
      <p:pic>
        <p:nvPicPr>
          <p:cNvPr id="45" name="图片 4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2730" y="47712"/>
            <a:ext cx="795252" cy="556675"/>
          </a:xfrm>
          <a:prstGeom prst="rect">
            <a:avLst/>
          </a:prstGeom>
        </p:spPr>
      </p:pic>
      <p:sp>
        <p:nvSpPr>
          <p:cNvPr id="47" name="矩形 46"/>
          <p:cNvSpPr/>
          <p:nvPr/>
        </p:nvSpPr>
        <p:spPr>
          <a:xfrm>
            <a:off x="852604" y="91363"/>
            <a:ext cx="2272665" cy="706755"/>
          </a:xfrm>
          <a:prstGeom prst="rect">
            <a:avLst/>
          </a:prstGeom>
        </p:spPr>
        <p:txBody>
          <a:bodyPr wrap="none">
            <a:spAutoFit/>
          </a:bodyPr>
          <a:lstStyle/>
          <a:p>
            <a:r>
              <a:rPr lang="en-US" altLang="zh-CN" sz="4000" b="1" dirty="0">
                <a:solidFill>
                  <a:schemeClr val="bg1"/>
                </a:solidFill>
                <a:latin typeface="微软雅黑" panose="020B0503020204020204" charset="-122"/>
                <a:ea typeface="微软雅黑" panose="020B0503020204020204" charset="-122"/>
              </a:rPr>
              <a:t>1.1  </a:t>
            </a:r>
            <a:r>
              <a:rPr lang="zh-CN" altLang="en-US" sz="4000" b="1" dirty="0">
                <a:solidFill>
                  <a:schemeClr val="bg1"/>
                </a:solidFill>
                <a:latin typeface="微软雅黑" panose="020B0503020204020204" charset="-122"/>
                <a:ea typeface="微软雅黑" panose="020B0503020204020204" charset="-122"/>
              </a:rPr>
              <a:t>极限</a:t>
            </a:r>
            <a:endParaRPr lang="zh-CN" altLang="en-US" sz="4000" b="1" dirty="0">
              <a:solidFill>
                <a:schemeClr val="bg1"/>
              </a:solidFill>
              <a:latin typeface="微软雅黑" panose="020B0503020204020204" charset="-122"/>
              <a:ea typeface="微软雅黑" panose="020B0503020204020204" charset="-122"/>
            </a:endParaRPr>
          </a:p>
        </p:txBody>
      </p:sp>
      <p:sp>
        <p:nvSpPr>
          <p:cNvPr id="117771" name="Rectangle 11"/>
          <p:cNvSpPr>
            <a:spLocks noChangeArrowheads="1"/>
          </p:cNvSpPr>
          <p:nvPr/>
        </p:nvSpPr>
        <p:spPr bwMode="auto">
          <a:xfrm>
            <a:off x="1" y="-291048"/>
            <a:ext cx="308610" cy="582295"/>
          </a:xfrm>
          <a:prstGeom prst="rect">
            <a:avLst/>
          </a:prstGeom>
          <a:noFill/>
          <a:ln w="9525">
            <a:noFill/>
            <a:miter lim="800000"/>
          </a:ln>
          <a:effectLst/>
        </p:spPr>
        <p:txBody>
          <a:bodyPr vert="horz" wrap="none" lIns="91416" tIns="45708" rIns="91416" bIns="45708" numCol="1" anchor="ctr" anchorCtr="0" compatLnSpc="1">
            <a:spAutoFit/>
          </a:bodyPr>
          <a:lstStyle/>
          <a:p>
            <a:endParaRPr lang="zh-CN" altLang="en-US" sz="3200">
              <a:solidFill>
                <a:schemeClr val="bg1"/>
              </a:solidFill>
            </a:endParaRPr>
          </a:p>
        </p:txBody>
      </p:sp>
      <p:graphicFrame>
        <p:nvGraphicFramePr>
          <p:cNvPr id="1401859" name="Object 3"/>
          <p:cNvGraphicFramePr>
            <a:graphicFrameLocks noChangeAspect="1"/>
          </p:cNvGraphicFramePr>
          <p:nvPr/>
        </p:nvGraphicFramePr>
        <p:xfrm>
          <a:off x="414655" y="1052830"/>
          <a:ext cx="10296525" cy="1708150"/>
        </p:xfrm>
        <a:graphic>
          <a:graphicData uri="http://schemas.openxmlformats.org/presentationml/2006/ole">
            <mc:AlternateContent xmlns:mc="http://schemas.openxmlformats.org/markup-compatibility/2006">
              <mc:Choice xmlns:v="urn:schemas-microsoft-com:vml" Requires="v">
                <p:oleObj spid="_x0000_s2" name="Document" r:id="rId2" imgW="5563870" imgH="737870" progId="Word.Document.12">
                  <p:embed/>
                </p:oleObj>
              </mc:Choice>
              <mc:Fallback>
                <p:oleObj name="Document" r:id="rId2" imgW="5563870" imgH="737870" progId="Word.Document.12">
                  <p:embed/>
                  <p:pic>
                    <p:nvPicPr>
                      <p:cNvPr id="0" name="Object 3"/>
                      <p:cNvPicPr>
                        <a:picLocks noChangeAspect="1" noChangeArrowheads="1"/>
                      </p:cNvPicPr>
                      <p:nvPr/>
                    </p:nvPicPr>
                    <p:blipFill>
                      <a:blip r:embed="rId3"/>
                      <a:srcRect/>
                      <a:stretch>
                        <a:fillRect/>
                      </a:stretch>
                    </p:blipFill>
                    <p:spPr bwMode="auto">
                      <a:xfrm>
                        <a:off x="414655" y="1052830"/>
                        <a:ext cx="10296525" cy="1708150"/>
                      </a:xfrm>
                      <a:prstGeom prst="rect">
                        <a:avLst/>
                      </a:prstGeom>
                      <a:noFill/>
                    </p:spPr>
                  </p:pic>
                </p:oleObj>
              </mc:Fallback>
            </mc:AlternateContent>
          </a:graphicData>
        </a:graphic>
      </p:graphicFrame>
      <p:graphicFrame>
        <p:nvGraphicFramePr>
          <p:cNvPr id="1401861" name="Object 5"/>
          <p:cNvGraphicFramePr>
            <a:graphicFrameLocks noChangeAspect="1"/>
          </p:cNvGraphicFramePr>
          <p:nvPr/>
        </p:nvGraphicFramePr>
        <p:xfrm>
          <a:off x="341630" y="2313940"/>
          <a:ext cx="10674350" cy="1663065"/>
        </p:xfrm>
        <a:graphic>
          <a:graphicData uri="http://schemas.openxmlformats.org/presentationml/2006/ole">
            <mc:AlternateContent xmlns:mc="http://schemas.openxmlformats.org/markup-compatibility/2006">
              <mc:Choice xmlns:v="urn:schemas-microsoft-com:vml" Requires="v">
                <p:oleObj spid="_x0000_s3" name="Document" r:id="rId4" imgW="5563870" imgH="737870" progId="Word.Document.12">
                  <p:embed/>
                </p:oleObj>
              </mc:Choice>
              <mc:Fallback>
                <p:oleObj name="Document" r:id="rId4" imgW="5563870" imgH="737870" progId="Word.Document.12">
                  <p:embed/>
                  <p:pic>
                    <p:nvPicPr>
                      <p:cNvPr id="0" name="Object 5"/>
                      <p:cNvPicPr>
                        <a:picLocks noChangeAspect="1" noChangeArrowheads="1"/>
                      </p:cNvPicPr>
                      <p:nvPr/>
                    </p:nvPicPr>
                    <p:blipFill>
                      <a:blip r:embed="rId5"/>
                      <a:srcRect/>
                      <a:stretch>
                        <a:fillRect/>
                      </a:stretch>
                    </p:blipFill>
                    <p:spPr bwMode="auto">
                      <a:xfrm>
                        <a:off x="341630" y="2313940"/>
                        <a:ext cx="10674350" cy="1663065"/>
                      </a:xfrm>
                      <a:prstGeom prst="rect">
                        <a:avLst/>
                      </a:prstGeom>
                      <a:noFill/>
                    </p:spPr>
                  </p:pic>
                </p:oleObj>
              </mc:Fallback>
            </mc:AlternateContent>
          </a:graphicData>
        </a:graphic>
      </p:graphicFrame>
      <p:graphicFrame>
        <p:nvGraphicFramePr>
          <p:cNvPr id="1401862" name="Object 6"/>
          <p:cNvGraphicFramePr>
            <a:graphicFrameLocks noChangeAspect="1"/>
          </p:cNvGraphicFramePr>
          <p:nvPr/>
        </p:nvGraphicFramePr>
        <p:xfrm>
          <a:off x="327025" y="3440430"/>
          <a:ext cx="10688320" cy="2651125"/>
        </p:xfrm>
        <a:graphic>
          <a:graphicData uri="http://schemas.openxmlformats.org/presentationml/2006/ole">
            <mc:AlternateContent xmlns:mc="http://schemas.openxmlformats.org/markup-compatibility/2006">
              <mc:Choice xmlns:v="urn:schemas-microsoft-com:vml" Requires="v">
                <p:oleObj spid="_x0000_s4" name="Document" r:id="rId6" imgW="5739130" imgH="1094105" progId="Word.Document.12">
                  <p:embed/>
                </p:oleObj>
              </mc:Choice>
              <mc:Fallback>
                <p:oleObj name="Document" r:id="rId6" imgW="5739130" imgH="1094105" progId="Word.Document.12">
                  <p:embed/>
                  <p:pic>
                    <p:nvPicPr>
                      <p:cNvPr id="0" name="Object 6"/>
                      <p:cNvPicPr>
                        <a:picLocks noChangeAspect="1" noChangeArrowheads="1"/>
                      </p:cNvPicPr>
                      <p:nvPr/>
                    </p:nvPicPr>
                    <p:blipFill>
                      <a:blip r:embed="rId7"/>
                      <a:srcRect/>
                      <a:stretch>
                        <a:fillRect/>
                      </a:stretch>
                    </p:blipFill>
                    <p:spPr bwMode="auto">
                      <a:xfrm>
                        <a:off x="327025" y="3440430"/>
                        <a:ext cx="10688320" cy="2651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401859"/>
                                        </p:tgtEl>
                                        <p:attrNameLst>
                                          <p:attrName>style.visibility</p:attrName>
                                        </p:attrNameLst>
                                      </p:cBhvr>
                                      <p:to>
                                        <p:strVal val="visible"/>
                                      </p:to>
                                    </p:set>
                                    <p:anim calcmode="lin" valueType="num">
                                      <p:cBhvr additive="base">
                                        <p:cTn id="7" dur="500" fill="hold"/>
                                        <p:tgtEl>
                                          <p:spTgt spid="1401859"/>
                                        </p:tgtEl>
                                        <p:attrNameLst>
                                          <p:attrName>ppt_x</p:attrName>
                                        </p:attrNameLst>
                                      </p:cBhvr>
                                      <p:tavLst>
                                        <p:tav tm="0">
                                          <p:val>
                                            <p:strVal val="0-#ppt_w/2"/>
                                          </p:val>
                                        </p:tav>
                                        <p:tav tm="100000">
                                          <p:val>
                                            <p:strVal val="#ppt_x"/>
                                          </p:val>
                                        </p:tav>
                                      </p:tavLst>
                                    </p:anim>
                                    <p:anim calcmode="lin" valueType="num">
                                      <p:cBhvr additive="base">
                                        <p:cTn id="8" dur="500" fill="hold"/>
                                        <p:tgtEl>
                                          <p:spTgt spid="140185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1401861"/>
                                        </p:tgtEl>
                                        <p:attrNameLst>
                                          <p:attrName>style.visibility</p:attrName>
                                        </p:attrNameLst>
                                      </p:cBhvr>
                                      <p:to>
                                        <p:strVal val="visible"/>
                                      </p:to>
                                    </p:set>
                                    <p:anim calcmode="lin" valueType="num">
                                      <p:cBhvr additive="base">
                                        <p:cTn id="13" dur="500" fill="hold"/>
                                        <p:tgtEl>
                                          <p:spTgt spid="1401861"/>
                                        </p:tgtEl>
                                        <p:attrNameLst>
                                          <p:attrName>ppt_x</p:attrName>
                                        </p:attrNameLst>
                                      </p:cBhvr>
                                      <p:tavLst>
                                        <p:tav tm="0">
                                          <p:val>
                                            <p:strVal val="0-#ppt_w/2"/>
                                          </p:val>
                                        </p:tav>
                                        <p:tav tm="100000">
                                          <p:val>
                                            <p:strVal val="#ppt_x"/>
                                          </p:val>
                                        </p:tav>
                                      </p:tavLst>
                                    </p:anim>
                                    <p:anim calcmode="lin" valueType="num">
                                      <p:cBhvr additive="base">
                                        <p:cTn id="14" dur="500" fill="hold"/>
                                        <p:tgtEl>
                                          <p:spTgt spid="1401861"/>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nodeType="clickEffect">
                                  <p:stCondLst>
                                    <p:cond delay="0"/>
                                  </p:stCondLst>
                                  <p:childTnLst>
                                    <p:set>
                                      <p:cBhvr>
                                        <p:cTn id="18" dur="1" fill="hold">
                                          <p:stCondLst>
                                            <p:cond delay="0"/>
                                          </p:stCondLst>
                                        </p:cTn>
                                        <p:tgtEl>
                                          <p:spTgt spid="1401862"/>
                                        </p:tgtEl>
                                        <p:attrNameLst>
                                          <p:attrName>style.visibility</p:attrName>
                                        </p:attrNameLst>
                                      </p:cBhvr>
                                      <p:to>
                                        <p:strVal val="visible"/>
                                      </p:to>
                                    </p:set>
                                    <p:animEffect transition="in" filter="wipe(up)">
                                      <p:cBhvr>
                                        <p:cTn id="19" dur="1000"/>
                                        <p:tgtEl>
                                          <p:spTgt spid="14018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rgbClr val="0D1B2A"/>
            </a:gs>
            <a:gs pos="60000">
              <a:srgbClr val="1B263B"/>
            </a:gs>
            <a:gs pos="100000">
              <a:srgbClr val="102A43"/>
            </a:gs>
          </a:gsLst>
          <a:lin ang="2700000" scaled="0"/>
        </a:gradFill>
        <a:effectLst/>
      </p:bgPr>
    </p:bg>
    <p:spTree>
      <p:nvGrpSpPr>
        <p:cNvPr id="1" name=""/>
        <p:cNvGrpSpPr/>
        <p:nvPr/>
      </p:nvGrpSpPr>
      <p:grpSpPr>
        <a:xfrm>
          <a:off x="0" y="0"/>
          <a:ext cx="0" cy="0"/>
          <a:chOff x="0" y="0"/>
          <a:chExt cx="0" cy="0"/>
        </a:xfrm>
      </p:grpSpPr>
      <p:pic>
        <p:nvPicPr>
          <p:cNvPr id="45" name="图片 4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2730" y="47712"/>
            <a:ext cx="795252" cy="556675"/>
          </a:xfrm>
          <a:prstGeom prst="rect">
            <a:avLst/>
          </a:prstGeom>
        </p:spPr>
      </p:pic>
      <p:sp>
        <p:nvSpPr>
          <p:cNvPr id="47" name="矩形 46"/>
          <p:cNvSpPr/>
          <p:nvPr/>
        </p:nvSpPr>
        <p:spPr>
          <a:xfrm>
            <a:off x="852604" y="91363"/>
            <a:ext cx="2063750" cy="645160"/>
          </a:xfrm>
          <a:prstGeom prst="rect">
            <a:avLst/>
          </a:prstGeom>
        </p:spPr>
        <p:txBody>
          <a:bodyPr wrap="none">
            <a:spAutoFit/>
          </a:bodyPr>
          <a:lstStyle/>
          <a:p>
            <a:r>
              <a:rPr lang="en-US" altLang="zh-CN" sz="3600" b="1" dirty="0">
                <a:solidFill>
                  <a:schemeClr val="bg1"/>
                </a:solidFill>
                <a:latin typeface="微软雅黑" panose="020B0503020204020204" charset="-122"/>
                <a:ea typeface="微软雅黑" panose="020B0503020204020204" charset="-122"/>
              </a:rPr>
              <a:t>1.1  </a:t>
            </a:r>
            <a:r>
              <a:rPr lang="zh-CN" altLang="en-US" sz="3600" b="1" dirty="0">
                <a:solidFill>
                  <a:schemeClr val="bg1"/>
                </a:solidFill>
                <a:latin typeface="微软雅黑" panose="020B0503020204020204" charset="-122"/>
                <a:ea typeface="微软雅黑" panose="020B0503020204020204" charset="-122"/>
              </a:rPr>
              <a:t>极限</a:t>
            </a:r>
            <a:endParaRPr lang="zh-CN" altLang="en-US" sz="3600" b="1" dirty="0">
              <a:solidFill>
                <a:schemeClr val="bg1"/>
              </a:solidFill>
              <a:latin typeface="微软雅黑" panose="020B0503020204020204" charset="-122"/>
              <a:ea typeface="微软雅黑" panose="020B0503020204020204" charset="-122"/>
            </a:endParaRPr>
          </a:p>
        </p:txBody>
      </p:sp>
      <p:sp>
        <p:nvSpPr>
          <p:cNvPr id="117771" name="Rectangle 11"/>
          <p:cNvSpPr>
            <a:spLocks noChangeArrowheads="1"/>
          </p:cNvSpPr>
          <p:nvPr/>
        </p:nvSpPr>
        <p:spPr bwMode="auto">
          <a:xfrm>
            <a:off x="1" y="-184455"/>
            <a:ext cx="184683" cy="369108"/>
          </a:xfrm>
          <a:prstGeom prst="rect">
            <a:avLst/>
          </a:prstGeom>
          <a:noFill/>
          <a:ln w="9525">
            <a:noFill/>
            <a:miter lim="800000"/>
          </a:ln>
          <a:effectLst/>
        </p:spPr>
        <p:txBody>
          <a:bodyPr vert="horz" wrap="none" lIns="91416" tIns="45708" rIns="91416" bIns="45708" numCol="1" anchor="ctr" anchorCtr="0" compatLnSpc="1">
            <a:spAutoFit/>
          </a:bodyPr>
          <a:lstStyle/>
          <a:p>
            <a:endParaRPr lang="zh-CN" altLang="en-US" sz="1800">
              <a:solidFill>
                <a:schemeClr val="bg1"/>
              </a:solidFill>
            </a:endParaRPr>
          </a:p>
        </p:txBody>
      </p:sp>
      <p:graphicFrame>
        <p:nvGraphicFramePr>
          <p:cNvPr id="1401859" name="Object 3"/>
          <p:cNvGraphicFramePr>
            <a:graphicFrameLocks noChangeAspect="1"/>
          </p:cNvGraphicFramePr>
          <p:nvPr/>
        </p:nvGraphicFramePr>
        <p:xfrm>
          <a:off x="414655" y="772795"/>
          <a:ext cx="9570085" cy="1927860"/>
        </p:xfrm>
        <a:graphic>
          <a:graphicData uri="http://schemas.openxmlformats.org/presentationml/2006/ole">
            <mc:AlternateContent xmlns:mc="http://schemas.openxmlformats.org/markup-compatibility/2006">
              <mc:Choice xmlns:v="urn:schemas-microsoft-com:vml" Requires="v">
                <p:oleObj spid="_x0000_s2" name="Document" r:id="rId2" imgW="5563870" imgH="737870" progId="Word.Document.12">
                  <p:embed/>
                </p:oleObj>
              </mc:Choice>
              <mc:Fallback>
                <p:oleObj name="Document" r:id="rId2" imgW="5563870" imgH="737870" progId="Word.Document.12">
                  <p:embed/>
                  <p:pic>
                    <p:nvPicPr>
                      <p:cNvPr id="0" name="Object 3"/>
                      <p:cNvPicPr>
                        <a:picLocks noChangeAspect="1" noChangeArrowheads="1"/>
                      </p:cNvPicPr>
                      <p:nvPr/>
                    </p:nvPicPr>
                    <p:blipFill>
                      <a:blip r:embed="rId3"/>
                      <a:srcRect/>
                      <a:stretch>
                        <a:fillRect/>
                      </a:stretch>
                    </p:blipFill>
                    <p:spPr bwMode="auto">
                      <a:xfrm>
                        <a:off x="414655" y="772795"/>
                        <a:ext cx="9570085" cy="1927860"/>
                      </a:xfrm>
                      <a:prstGeom prst="rect">
                        <a:avLst/>
                      </a:prstGeom>
                      <a:noFill/>
                    </p:spPr>
                  </p:pic>
                </p:oleObj>
              </mc:Fallback>
            </mc:AlternateContent>
          </a:graphicData>
        </a:graphic>
      </p:graphicFrame>
      <p:graphicFrame>
        <p:nvGraphicFramePr>
          <p:cNvPr id="1401861" name="Object 5"/>
          <p:cNvGraphicFramePr>
            <a:graphicFrameLocks noChangeAspect="1"/>
          </p:cNvGraphicFramePr>
          <p:nvPr/>
        </p:nvGraphicFramePr>
        <p:xfrm>
          <a:off x="341630" y="2216785"/>
          <a:ext cx="10753725" cy="2157095"/>
        </p:xfrm>
        <a:graphic>
          <a:graphicData uri="http://schemas.openxmlformats.org/presentationml/2006/ole">
            <mc:AlternateContent xmlns:mc="http://schemas.openxmlformats.org/markup-compatibility/2006">
              <mc:Choice xmlns:v="urn:schemas-microsoft-com:vml" Requires="v">
                <p:oleObj spid="_x0000_s3" name="Document" r:id="rId4" imgW="5563870" imgH="737870" progId="Word.Document.12">
                  <p:embed/>
                </p:oleObj>
              </mc:Choice>
              <mc:Fallback>
                <p:oleObj name="Document" r:id="rId4" imgW="5563870" imgH="737870" progId="Word.Document.12">
                  <p:embed/>
                  <p:pic>
                    <p:nvPicPr>
                      <p:cNvPr id="0" name="Object 5"/>
                      <p:cNvPicPr>
                        <a:picLocks noChangeAspect="1" noChangeArrowheads="1"/>
                      </p:cNvPicPr>
                      <p:nvPr/>
                    </p:nvPicPr>
                    <p:blipFill>
                      <a:blip r:embed="rId5"/>
                      <a:srcRect/>
                      <a:stretch>
                        <a:fillRect/>
                      </a:stretch>
                    </p:blipFill>
                    <p:spPr bwMode="auto">
                      <a:xfrm>
                        <a:off x="341630" y="2216785"/>
                        <a:ext cx="10753725" cy="2157095"/>
                      </a:xfrm>
                      <a:prstGeom prst="rect">
                        <a:avLst/>
                      </a:prstGeom>
                      <a:noFill/>
                    </p:spPr>
                  </p:pic>
                </p:oleObj>
              </mc:Fallback>
            </mc:AlternateContent>
          </a:graphicData>
        </a:graphic>
      </p:graphicFrame>
      <p:graphicFrame>
        <p:nvGraphicFramePr>
          <p:cNvPr id="1401862" name="Object 6"/>
          <p:cNvGraphicFramePr>
            <a:graphicFrameLocks noChangeAspect="1"/>
          </p:cNvGraphicFramePr>
          <p:nvPr/>
        </p:nvGraphicFramePr>
        <p:xfrm>
          <a:off x="339725" y="3283585"/>
          <a:ext cx="10755630" cy="3220720"/>
        </p:xfrm>
        <a:graphic>
          <a:graphicData uri="http://schemas.openxmlformats.org/presentationml/2006/ole">
            <mc:AlternateContent xmlns:mc="http://schemas.openxmlformats.org/markup-compatibility/2006">
              <mc:Choice xmlns:v="urn:schemas-microsoft-com:vml" Requires="v">
                <p:oleObj spid="_x0000_s4" name="Document" r:id="rId6" imgW="5739130" imgH="1271270" progId="Word.Document.12">
                  <p:embed/>
                </p:oleObj>
              </mc:Choice>
              <mc:Fallback>
                <p:oleObj name="Document" r:id="rId6" imgW="5739130" imgH="1271270" progId="Word.Document.12">
                  <p:embed/>
                  <p:pic>
                    <p:nvPicPr>
                      <p:cNvPr id="0" name="Object 6"/>
                      <p:cNvPicPr>
                        <a:picLocks noChangeAspect="1" noChangeArrowheads="1"/>
                      </p:cNvPicPr>
                      <p:nvPr/>
                    </p:nvPicPr>
                    <p:blipFill>
                      <a:blip r:embed="rId7"/>
                      <a:srcRect/>
                      <a:stretch>
                        <a:fillRect/>
                      </a:stretch>
                    </p:blipFill>
                    <p:spPr bwMode="auto">
                      <a:xfrm>
                        <a:off x="339725" y="3283585"/>
                        <a:ext cx="10755630" cy="322072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401859"/>
                                        </p:tgtEl>
                                        <p:attrNameLst>
                                          <p:attrName>style.visibility</p:attrName>
                                        </p:attrNameLst>
                                      </p:cBhvr>
                                      <p:to>
                                        <p:strVal val="visible"/>
                                      </p:to>
                                    </p:set>
                                    <p:anim calcmode="lin" valueType="num">
                                      <p:cBhvr additive="base">
                                        <p:cTn id="7" dur="500" fill="hold"/>
                                        <p:tgtEl>
                                          <p:spTgt spid="1401859"/>
                                        </p:tgtEl>
                                        <p:attrNameLst>
                                          <p:attrName>ppt_x</p:attrName>
                                        </p:attrNameLst>
                                      </p:cBhvr>
                                      <p:tavLst>
                                        <p:tav tm="0">
                                          <p:val>
                                            <p:strVal val="0-#ppt_w/2"/>
                                          </p:val>
                                        </p:tav>
                                        <p:tav tm="100000">
                                          <p:val>
                                            <p:strVal val="#ppt_x"/>
                                          </p:val>
                                        </p:tav>
                                      </p:tavLst>
                                    </p:anim>
                                    <p:anim calcmode="lin" valueType="num">
                                      <p:cBhvr additive="base">
                                        <p:cTn id="8" dur="500" fill="hold"/>
                                        <p:tgtEl>
                                          <p:spTgt spid="140185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1401861"/>
                                        </p:tgtEl>
                                        <p:attrNameLst>
                                          <p:attrName>style.visibility</p:attrName>
                                        </p:attrNameLst>
                                      </p:cBhvr>
                                      <p:to>
                                        <p:strVal val="visible"/>
                                      </p:to>
                                    </p:set>
                                    <p:anim calcmode="lin" valueType="num">
                                      <p:cBhvr additive="base">
                                        <p:cTn id="13" dur="500" fill="hold"/>
                                        <p:tgtEl>
                                          <p:spTgt spid="1401861"/>
                                        </p:tgtEl>
                                        <p:attrNameLst>
                                          <p:attrName>ppt_x</p:attrName>
                                        </p:attrNameLst>
                                      </p:cBhvr>
                                      <p:tavLst>
                                        <p:tav tm="0">
                                          <p:val>
                                            <p:strVal val="0-#ppt_w/2"/>
                                          </p:val>
                                        </p:tav>
                                        <p:tav tm="100000">
                                          <p:val>
                                            <p:strVal val="#ppt_x"/>
                                          </p:val>
                                        </p:tav>
                                      </p:tavLst>
                                    </p:anim>
                                    <p:anim calcmode="lin" valueType="num">
                                      <p:cBhvr additive="base">
                                        <p:cTn id="14" dur="500" fill="hold"/>
                                        <p:tgtEl>
                                          <p:spTgt spid="1401861"/>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nodeType="clickEffect">
                                  <p:stCondLst>
                                    <p:cond delay="0"/>
                                  </p:stCondLst>
                                  <p:childTnLst>
                                    <p:set>
                                      <p:cBhvr>
                                        <p:cTn id="18" dur="1" fill="hold">
                                          <p:stCondLst>
                                            <p:cond delay="0"/>
                                          </p:stCondLst>
                                        </p:cTn>
                                        <p:tgtEl>
                                          <p:spTgt spid="1401862"/>
                                        </p:tgtEl>
                                        <p:attrNameLst>
                                          <p:attrName>style.visibility</p:attrName>
                                        </p:attrNameLst>
                                      </p:cBhvr>
                                      <p:to>
                                        <p:strVal val="visible"/>
                                      </p:to>
                                    </p:set>
                                    <p:animEffect transition="in" filter="wipe(up)">
                                      <p:cBhvr>
                                        <p:cTn id="19" dur="1000"/>
                                        <p:tgtEl>
                                          <p:spTgt spid="14018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0">
              <a:srgbClr val="0D1B2A"/>
            </a:gs>
            <a:gs pos="60000">
              <a:srgbClr val="1B263B"/>
            </a:gs>
            <a:gs pos="100000">
              <a:srgbClr val="102A43"/>
            </a:gs>
          </a:gsLst>
          <a:lin ang="2700000" scaled="0"/>
        </a:gradFill>
        <a:effectLst/>
      </p:bgPr>
    </p:bg>
    <p:spTree>
      <p:nvGrpSpPr>
        <p:cNvPr id="1" name=""/>
        <p:cNvGrpSpPr/>
        <p:nvPr/>
      </p:nvGrpSpPr>
      <p:grpSpPr>
        <a:xfrm>
          <a:off x="0" y="0"/>
          <a:ext cx="0" cy="0"/>
          <a:chOff x="0" y="0"/>
          <a:chExt cx="0" cy="0"/>
        </a:xfrm>
      </p:grpSpPr>
      <p:pic>
        <p:nvPicPr>
          <p:cNvPr id="45" name="图片 4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2730" y="47712"/>
            <a:ext cx="795252" cy="556675"/>
          </a:xfrm>
          <a:prstGeom prst="rect">
            <a:avLst/>
          </a:prstGeom>
        </p:spPr>
      </p:pic>
      <p:sp>
        <p:nvSpPr>
          <p:cNvPr id="47" name="矩形 46"/>
          <p:cNvSpPr/>
          <p:nvPr/>
        </p:nvSpPr>
        <p:spPr>
          <a:xfrm>
            <a:off x="852604" y="91363"/>
            <a:ext cx="1856105" cy="583565"/>
          </a:xfrm>
          <a:prstGeom prst="rect">
            <a:avLst/>
          </a:prstGeom>
        </p:spPr>
        <p:txBody>
          <a:bodyPr wrap="none">
            <a:spAutoFit/>
          </a:bodyPr>
          <a:lstStyle/>
          <a:p>
            <a:r>
              <a:rPr lang="en-US" altLang="zh-CN" sz="3200" b="1" dirty="0">
                <a:solidFill>
                  <a:schemeClr val="bg1"/>
                </a:solidFill>
                <a:latin typeface="微软雅黑" panose="020B0503020204020204" charset="-122"/>
                <a:ea typeface="微软雅黑" panose="020B0503020204020204" charset="-122"/>
              </a:rPr>
              <a:t>1.1  </a:t>
            </a:r>
            <a:r>
              <a:rPr lang="zh-CN" altLang="en-US" sz="3200" b="1" dirty="0">
                <a:solidFill>
                  <a:schemeClr val="bg1"/>
                </a:solidFill>
                <a:latin typeface="微软雅黑" panose="020B0503020204020204" charset="-122"/>
                <a:ea typeface="微软雅黑" panose="020B0503020204020204" charset="-122"/>
              </a:rPr>
              <a:t>极限</a:t>
            </a:r>
            <a:endParaRPr lang="zh-CN" altLang="en-US" sz="3200" b="1" dirty="0">
              <a:solidFill>
                <a:schemeClr val="bg1"/>
              </a:solidFill>
              <a:latin typeface="微软雅黑" panose="020B0503020204020204" charset="-122"/>
              <a:ea typeface="微软雅黑" panose="020B0503020204020204" charset="-122"/>
            </a:endParaRPr>
          </a:p>
        </p:txBody>
      </p:sp>
      <p:sp>
        <p:nvSpPr>
          <p:cNvPr id="117771" name="Rectangle 11"/>
          <p:cNvSpPr>
            <a:spLocks noChangeArrowheads="1"/>
          </p:cNvSpPr>
          <p:nvPr/>
        </p:nvSpPr>
        <p:spPr bwMode="auto">
          <a:xfrm>
            <a:off x="1" y="-184455"/>
            <a:ext cx="184683" cy="369108"/>
          </a:xfrm>
          <a:prstGeom prst="rect">
            <a:avLst/>
          </a:prstGeom>
          <a:noFill/>
          <a:ln w="9525">
            <a:noFill/>
            <a:miter lim="800000"/>
          </a:ln>
          <a:effectLst/>
        </p:spPr>
        <p:txBody>
          <a:bodyPr vert="horz" wrap="none" lIns="91416" tIns="45708" rIns="91416" bIns="45708" numCol="1" anchor="ctr" anchorCtr="0" compatLnSpc="1">
            <a:spAutoFit/>
          </a:bodyPr>
          <a:lstStyle/>
          <a:p>
            <a:endParaRPr lang="zh-CN" altLang="en-US" sz="1800">
              <a:solidFill>
                <a:schemeClr val="bg1"/>
              </a:solidFill>
            </a:endParaRPr>
          </a:p>
        </p:txBody>
      </p:sp>
      <p:graphicFrame>
        <p:nvGraphicFramePr>
          <p:cNvPr id="1401859" name="Object 3"/>
          <p:cNvGraphicFramePr>
            <a:graphicFrameLocks noChangeAspect="1"/>
          </p:cNvGraphicFramePr>
          <p:nvPr/>
        </p:nvGraphicFramePr>
        <p:xfrm>
          <a:off x="414655" y="675005"/>
          <a:ext cx="10231120" cy="1866900"/>
        </p:xfrm>
        <a:graphic>
          <a:graphicData uri="http://schemas.openxmlformats.org/presentationml/2006/ole">
            <mc:AlternateContent xmlns:mc="http://schemas.openxmlformats.org/markup-compatibility/2006">
              <mc:Choice xmlns:v="urn:schemas-microsoft-com:vml" Requires="v">
                <p:oleObj spid="_x0000_s2" name="Document" r:id="rId2" imgW="5563870" imgH="737870" progId="Word.Document.12">
                  <p:embed/>
                </p:oleObj>
              </mc:Choice>
              <mc:Fallback>
                <p:oleObj name="Document" r:id="rId2" imgW="5563870" imgH="737870" progId="Word.Document.12">
                  <p:embed/>
                  <p:pic>
                    <p:nvPicPr>
                      <p:cNvPr id="0" name="Object 3"/>
                      <p:cNvPicPr>
                        <a:picLocks noChangeAspect="1" noChangeArrowheads="1"/>
                      </p:cNvPicPr>
                      <p:nvPr/>
                    </p:nvPicPr>
                    <p:blipFill>
                      <a:blip r:embed="rId3"/>
                      <a:srcRect/>
                      <a:stretch>
                        <a:fillRect/>
                      </a:stretch>
                    </p:blipFill>
                    <p:spPr bwMode="auto">
                      <a:xfrm>
                        <a:off x="414655" y="675005"/>
                        <a:ext cx="10231120" cy="1866900"/>
                      </a:xfrm>
                      <a:prstGeom prst="rect">
                        <a:avLst/>
                      </a:prstGeom>
                      <a:noFill/>
                    </p:spPr>
                  </p:pic>
                </p:oleObj>
              </mc:Fallback>
            </mc:AlternateContent>
          </a:graphicData>
        </a:graphic>
      </p:graphicFrame>
      <p:graphicFrame>
        <p:nvGraphicFramePr>
          <p:cNvPr id="1401861" name="Object 5"/>
          <p:cNvGraphicFramePr>
            <a:graphicFrameLocks noChangeAspect="1"/>
          </p:cNvGraphicFramePr>
          <p:nvPr/>
        </p:nvGraphicFramePr>
        <p:xfrm>
          <a:off x="341630" y="2116455"/>
          <a:ext cx="10617200" cy="1854200"/>
        </p:xfrm>
        <a:graphic>
          <a:graphicData uri="http://schemas.openxmlformats.org/presentationml/2006/ole">
            <mc:AlternateContent xmlns:mc="http://schemas.openxmlformats.org/markup-compatibility/2006">
              <mc:Choice xmlns:v="urn:schemas-microsoft-com:vml" Requires="v">
                <p:oleObj spid="_x0000_s3" name="Document" r:id="rId4" imgW="5563870" imgH="737870" progId="Word.Document.12">
                  <p:embed/>
                </p:oleObj>
              </mc:Choice>
              <mc:Fallback>
                <p:oleObj name="Document" r:id="rId4" imgW="5563870" imgH="737870" progId="Word.Document.12">
                  <p:embed/>
                  <p:pic>
                    <p:nvPicPr>
                      <p:cNvPr id="0" name="Object 5"/>
                      <p:cNvPicPr>
                        <a:picLocks noChangeAspect="1" noChangeArrowheads="1"/>
                      </p:cNvPicPr>
                      <p:nvPr/>
                    </p:nvPicPr>
                    <p:blipFill>
                      <a:blip r:embed="rId5"/>
                      <a:srcRect/>
                      <a:stretch>
                        <a:fillRect/>
                      </a:stretch>
                    </p:blipFill>
                    <p:spPr bwMode="auto">
                      <a:xfrm>
                        <a:off x="341630" y="2116455"/>
                        <a:ext cx="10617200" cy="1854200"/>
                      </a:xfrm>
                      <a:prstGeom prst="rect">
                        <a:avLst/>
                      </a:prstGeom>
                      <a:noFill/>
                    </p:spPr>
                  </p:pic>
                </p:oleObj>
              </mc:Fallback>
            </mc:AlternateContent>
          </a:graphicData>
        </a:graphic>
      </p:graphicFrame>
      <p:graphicFrame>
        <p:nvGraphicFramePr>
          <p:cNvPr id="1401862" name="Object 6"/>
          <p:cNvGraphicFramePr>
            <a:graphicFrameLocks noChangeAspect="1"/>
          </p:cNvGraphicFramePr>
          <p:nvPr/>
        </p:nvGraphicFramePr>
        <p:xfrm>
          <a:off x="327025" y="3440430"/>
          <a:ext cx="10631805" cy="3244850"/>
        </p:xfrm>
        <a:graphic>
          <a:graphicData uri="http://schemas.openxmlformats.org/presentationml/2006/ole">
            <mc:AlternateContent xmlns:mc="http://schemas.openxmlformats.org/markup-compatibility/2006">
              <mc:Choice xmlns:v="urn:schemas-microsoft-com:vml" Requires="v">
                <p:oleObj spid="_x0000_s4" name="Document" r:id="rId6" imgW="5739130" imgH="1271270" progId="Word.Document.12">
                  <p:embed/>
                </p:oleObj>
              </mc:Choice>
              <mc:Fallback>
                <p:oleObj name="Document" r:id="rId6" imgW="5739130" imgH="1271270" progId="Word.Document.12">
                  <p:embed/>
                  <p:pic>
                    <p:nvPicPr>
                      <p:cNvPr id="0" name="Object 6"/>
                      <p:cNvPicPr>
                        <a:picLocks noChangeAspect="1" noChangeArrowheads="1"/>
                      </p:cNvPicPr>
                      <p:nvPr/>
                    </p:nvPicPr>
                    <p:blipFill>
                      <a:blip r:embed="rId7"/>
                      <a:srcRect/>
                      <a:stretch>
                        <a:fillRect/>
                      </a:stretch>
                    </p:blipFill>
                    <p:spPr bwMode="auto">
                      <a:xfrm>
                        <a:off x="327025" y="3440430"/>
                        <a:ext cx="10631805" cy="3244850"/>
                      </a:xfrm>
                      <a:prstGeom prst="rect">
                        <a:avLst/>
                      </a:prstGeom>
                      <a:noFill/>
                    </p:spPr>
                  </p:pic>
                </p:oleObj>
              </mc:Fallback>
            </mc:AlternateContent>
          </a:graphicData>
        </a:graphic>
      </p:graphicFrame>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401859"/>
                                        </p:tgtEl>
                                        <p:attrNameLst>
                                          <p:attrName>style.visibility</p:attrName>
                                        </p:attrNameLst>
                                      </p:cBhvr>
                                      <p:to>
                                        <p:strVal val="visible"/>
                                      </p:to>
                                    </p:set>
                                    <p:anim calcmode="lin" valueType="num">
                                      <p:cBhvr additive="base">
                                        <p:cTn id="7" dur="500" fill="hold"/>
                                        <p:tgtEl>
                                          <p:spTgt spid="1401859"/>
                                        </p:tgtEl>
                                        <p:attrNameLst>
                                          <p:attrName>ppt_x</p:attrName>
                                        </p:attrNameLst>
                                      </p:cBhvr>
                                      <p:tavLst>
                                        <p:tav tm="0">
                                          <p:val>
                                            <p:strVal val="0-#ppt_w/2"/>
                                          </p:val>
                                        </p:tav>
                                        <p:tav tm="100000">
                                          <p:val>
                                            <p:strVal val="#ppt_x"/>
                                          </p:val>
                                        </p:tav>
                                      </p:tavLst>
                                    </p:anim>
                                    <p:anim calcmode="lin" valueType="num">
                                      <p:cBhvr additive="base">
                                        <p:cTn id="8" dur="500" fill="hold"/>
                                        <p:tgtEl>
                                          <p:spTgt spid="140185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1401861"/>
                                        </p:tgtEl>
                                        <p:attrNameLst>
                                          <p:attrName>style.visibility</p:attrName>
                                        </p:attrNameLst>
                                      </p:cBhvr>
                                      <p:to>
                                        <p:strVal val="visible"/>
                                      </p:to>
                                    </p:set>
                                    <p:anim calcmode="lin" valueType="num">
                                      <p:cBhvr additive="base">
                                        <p:cTn id="13" dur="500" fill="hold"/>
                                        <p:tgtEl>
                                          <p:spTgt spid="1401861"/>
                                        </p:tgtEl>
                                        <p:attrNameLst>
                                          <p:attrName>ppt_x</p:attrName>
                                        </p:attrNameLst>
                                      </p:cBhvr>
                                      <p:tavLst>
                                        <p:tav tm="0">
                                          <p:val>
                                            <p:strVal val="0-#ppt_w/2"/>
                                          </p:val>
                                        </p:tav>
                                        <p:tav tm="100000">
                                          <p:val>
                                            <p:strVal val="#ppt_x"/>
                                          </p:val>
                                        </p:tav>
                                      </p:tavLst>
                                    </p:anim>
                                    <p:anim calcmode="lin" valueType="num">
                                      <p:cBhvr additive="base">
                                        <p:cTn id="14" dur="500" fill="hold"/>
                                        <p:tgtEl>
                                          <p:spTgt spid="1401861"/>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nodeType="clickEffect">
                                  <p:stCondLst>
                                    <p:cond delay="0"/>
                                  </p:stCondLst>
                                  <p:childTnLst>
                                    <p:set>
                                      <p:cBhvr>
                                        <p:cTn id="18" dur="1" fill="hold">
                                          <p:stCondLst>
                                            <p:cond delay="0"/>
                                          </p:stCondLst>
                                        </p:cTn>
                                        <p:tgtEl>
                                          <p:spTgt spid="1401862"/>
                                        </p:tgtEl>
                                        <p:attrNameLst>
                                          <p:attrName>style.visibility</p:attrName>
                                        </p:attrNameLst>
                                      </p:cBhvr>
                                      <p:to>
                                        <p:strVal val="visible"/>
                                      </p:to>
                                    </p:set>
                                    <p:animEffect transition="in" filter="wipe(up)">
                                      <p:cBhvr>
                                        <p:cTn id="19" dur="1000"/>
                                        <p:tgtEl>
                                          <p:spTgt spid="14018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0">
              <a:srgbClr val="0D1B2A"/>
            </a:gs>
            <a:gs pos="60000">
              <a:srgbClr val="1B263B"/>
            </a:gs>
            <a:gs pos="100000">
              <a:srgbClr val="102A43"/>
            </a:gs>
          </a:gsLst>
          <a:lin ang="2700000" scaled="0"/>
        </a:gradFill>
        <a:effectLst/>
      </p:bgPr>
    </p:bg>
    <p:spTree>
      <p:nvGrpSpPr>
        <p:cNvPr id="1" name=""/>
        <p:cNvGrpSpPr/>
        <p:nvPr/>
      </p:nvGrpSpPr>
      <p:grpSpPr>
        <a:xfrm>
          <a:off x="0" y="0"/>
          <a:ext cx="0" cy="0"/>
          <a:chOff x="0" y="0"/>
          <a:chExt cx="0" cy="0"/>
        </a:xfrm>
      </p:grpSpPr>
      <p:pic>
        <p:nvPicPr>
          <p:cNvPr id="45" name="图片 4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2730" y="47712"/>
            <a:ext cx="795252" cy="556675"/>
          </a:xfrm>
          <a:prstGeom prst="rect">
            <a:avLst/>
          </a:prstGeom>
        </p:spPr>
      </p:pic>
      <p:sp>
        <p:nvSpPr>
          <p:cNvPr id="47" name="矩形 46"/>
          <p:cNvSpPr/>
          <p:nvPr/>
        </p:nvSpPr>
        <p:spPr>
          <a:xfrm>
            <a:off x="852603" y="91363"/>
            <a:ext cx="1856105" cy="583565"/>
          </a:xfrm>
          <a:prstGeom prst="rect">
            <a:avLst/>
          </a:prstGeom>
        </p:spPr>
        <p:txBody>
          <a:bodyPr wrap="none">
            <a:spAutoFit/>
          </a:bodyPr>
          <a:lstStyle/>
          <a:p>
            <a:r>
              <a:rPr lang="en-US" altLang="zh-CN" sz="3200" b="1" dirty="0">
                <a:solidFill>
                  <a:schemeClr val="bg1"/>
                </a:solidFill>
                <a:latin typeface="微软雅黑" panose="020B0503020204020204" charset="-122"/>
                <a:ea typeface="微软雅黑" panose="020B0503020204020204" charset="-122"/>
              </a:rPr>
              <a:t>1.1  </a:t>
            </a:r>
            <a:r>
              <a:rPr lang="zh-CN" altLang="en-US" sz="3200" b="1" dirty="0">
                <a:solidFill>
                  <a:schemeClr val="bg1"/>
                </a:solidFill>
                <a:latin typeface="微软雅黑" panose="020B0503020204020204" charset="-122"/>
                <a:ea typeface="微软雅黑" panose="020B0503020204020204" charset="-122"/>
              </a:rPr>
              <a:t>极限</a:t>
            </a:r>
            <a:endParaRPr lang="zh-CN" altLang="en-US" sz="3200" b="1" dirty="0">
              <a:solidFill>
                <a:schemeClr val="bg1"/>
              </a:solidFill>
              <a:latin typeface="微软雅黑" panose="020B0503020204020204" charset="-122"/>
              <a:ea typeface="微软雅黑" panose="020B0503020204020204" charset="-122"/>
            </a:endParaRPr>
          </a:p>
        </p:txBody>
      </p:sp>
      <p:sp>
        <p:nvSpPr>
          <p:cNvPr id="117771" name="Rectangle 11"/>
          <p:cNvSpPr>
            <a:spLocks noChangeArrowheads="1"/>
          </p:cNvSpPr>
          <p:nvPr/>
        </p:nvSpPr>
        <p:spPr bwMode="auto">
          <a:xfrm>
            <a:off x="1" y="-184455"/>
            <a:ext cx="184683" cy="369108"/>
          </a:xfrm>
          <a:prstGeom prst="rect">
            <a:avLst/>
          </a:prstGeom>
          <a:noFill/>
          <a:ln w="9525">
            <a:noFill/>
            <a:miter lim="800000"/>
          </a:ln>
          <a:effectLst/>
        </p:spPr>
        <p:txBody>
          <a:bodyPr vert="horz" wrap="none" lIns="91416" tIns="45708" rIns="91416" bIns="45708" numCol="1" anchor="ctr" anchorCtr="0" compatLnSpc="1">
            <a:spAutoFit/>
          </a:bodyPr>
          <a:lstStyle/>
          <a:p>
            <a:endParaRPr lang="zh-CN" altLang="en-US" sz="1800">
              <a:solidFill>
                <a:schemeClr val="bg1"/>
              </a:solidFill>
            </a:endParaRPr>
          </a:p>
        </p:txBody>
      </p:sp>
      <p:graphicFrame>
        <p:nvGraphicFramePr>
          <p:cNvPr id="2" name="Object 8"/>
          <p:cNvGraphicFramePr>
            <a:graphicFrameLocks noChangeAspect="1"/>
          </p:cNvGraphicFramePr>
          <p:nvPr/>
        </p:nvGraphicFramePr>
        <p:xfrm>
          <a:off x="236220" y="854075"/>
          <a:ext cx="10297160" cy="2773045"/>
        </p:xfrm>
        <a:graphic>
          <a:graphicData uri="http://schemas.openxmlformats.org/presentationml/2006/ole">
            <mc:AlternateContent xmlns:mc="http://schemas.openxmlformats.org/markup-compatibility/2006">
              <mc:Choice xmlns:v="urn:schemas-microsoft-com:vml" Requires="v">
                <p:oleObj spid="_x0000_s3" name="Document" r:id="rId2" imgW="5563870" imgH="989330" progId="Word.Document.12">
                  <p:embed/>
                </p:oleObj>
              </mc:Choice>
              <mc:Fallback>
                <p:oleObj name="Document" r:id="rId2" imgW="5563870" imgH="989330" progId="Word.Document.12">
                  <p:embed/>
                  <p:pic>
                    <p:nvPicPr>
                      <p:cNvPr id="0" name="Object 8"/>
                      <p:cNvPicPr>
                        <a:picLocks noChangeAspect="1" noChangeArrowheads="1"/>
                      </p:cNvPicPr>
                      <p:nvPr/>
                    </p:nvPicPr>
                    <p:blipFill>
                      <a:blip r:embed="rId3"/>
                      <a:srcRect/>
                      <a:stretch>
                        <a:fillRect/>
                      </a:stretch>
                    </p:blipFill>
                    <p:spPr bwMode="auto">
                      <a:xfrm>
                        <a:off x="236220" y="854075"/>
                        <a:ext cx="10297160" cy="2773045"/>
                      </a:xfrm>
                      <a:prstGeom prst="rect">
                        <a:avLst/>
                      </a:prstGeom>
                      <a:noFill/>
                    </p:spPr>
                  </p:pic>
                </p:oleObj>
              </mc:Fallback>
            </mc:AlternateContent>
          </a:graphicData>
        </a:graphic>
      </p:graphicFrame>
      <p:graphicFrame>
        <p:nvGraphicFramePr>
          <p:cNvPr id="4" name="Object 9"/>
          <p:cNvGraphicFramePr>
            <a:graphicFrameLocks noChangeAspect="1"/>
          </p:cNvGraphicFramePr>
          <p:nvPr/>
        </p:nvGraphicFramePr>
        <p:xfrm>
          <a:off x="79375" y="2410460"/>
          <a:ext cx="11792585" cy="4147820"/>
        </p:xfrm>
        <a:graphic>
          <a:graphicData uri="http://schemas.openxmlformats.org/presentationml/2006/ole">
            <mc:AlternateContent xmlns:mc="http://schemas.openxmlformats.org/markup-compatibility/2006">
              <mc:Choice xmlns:v="urn:schemas-microsoft-com:vml" Requires="v">
                <p:oleObj spid="_x0000_s5" name="Document" r:id="rId4" imgW="5676900" imgH="2557145" progId="Word.Document.12">
                  <p:embed/>
                </p:oleObj>
              </mc:Choice>
              <mc:Fallback>
                <p:oleObj name="Document" r:id="rId4" imgW="5676900" imgH="2557145" progId="Word.Document.12">
                  <p:embed/>
                  <p:pic>
                    <p:nvPicPr>
                      <p:cNvPr id="0" name="Object 9"/>
                      <p:cNvPicPr>
                        <a:picLocks noChangeAspect="1" noChangeArrowheads="1"/>
                      </p:cNvPicPr>
                      <p:nvPr/>
                    </p:nvPicPr>
                    <p:blipFill>
                      <a:blip r:embed="rId5"/>
                      <a:srcRect/>
                      <a:stretch>
                        <a:fillRect/>
                      </a:stretch>
                    </p:blipFill>
                    <p:spPr bwMode="auto">
                      <a:xfrm>
                        <a:off x="79375" y="2410460"/>
                        <a:ext cx="11792585" cy="414782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Object 5"/>
          <p:cNvGraphicFramePr>
            <a:graphicFrameLocks noChangeAspect="1"/>
          </p:cNvGraphicFramePr>
          <p:nvPr/>
        </p:nvGraphicFramePr>
        <p:xfrm>
          <a:off x="3791585" y="853440"/>
          <a:ext cx="5542280" cy="1603375"/>
        </p:xfrm>
        <a:graphic>
          <a:graphicData uri="http://schemas.openxmlformats.org/presentationml/2006/ole">
            <mc:AlternateContent xmlns:mc="http://schemas.openxmlformats.org/markup-compatibility/2006">
              <mc:Choice xmlns:v="urn:schemas-microsoft-com:vml" Requires="v">
                <p:oleObj spid="_x0000_s7" name="文档" r:id="rId6" imgW="2880360" imgH="594995" progId="Word.Document.12">
                  <p:embed/>
                </p:oleObj>
              </mc:Choice>
              <mc:Fallback>
                <p:oleObj name="文档" r:id="rId6" imgW="2880360" imgH="594995" progId="Word.Document.12">
                  <p:embed/>
                  <p:pic>
                    <p:nvPicPr>
                      <p:cNvPr id="0" name="Object 5"/>
                      <p:cNvPicPr>
                        <a:picLocks noChangeAspect="1" noChangeArrowheads="1"/>
                      </p:cNvPicPr>
                      <p:nvPr/>
                    </p:nvPicPr>
                    <p:blipFill>
                      <a:blip r:embed="rId7"/>
                      <a:srcRect/>
                      <a:stretch>
                        <a:fillRect/>
                      </a:stretch>
                    </p:blipFill>
                    <p:spPr bwMode="auto">
                      <a:xfrm>
                        <a:off x="3791585" y="853440"/>
                        <a:ext cx="5542280" cy="1603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mc:Choice xmlns:a14="http://schemas.microsoft.com/office/drawing/2010/main" Requires="a14">
          <p:sp>
            <p:nvSpPr>
              <p:cNvPr id="9" name="文本框 8"/>
              <p:cNvSpPr txBox="1"/>
              <p:nvPr/>
            </p:nvSpPr>
            <p:spPr>
              <a:xfrm>
                <a:off x="1991360" y="3933190"/>
                <a:ext cx="4984750" cy="738505"/>
              </a:xfrm>
              <a:prstGeom prst="rect">
                <a:avLst/>
              </a:prstGeom>
              <a:noFill/>
            </p:spPr>
            <p:txBody>
              <a:bodyPr wrap="square" rtlCol="0">
                <a:spAutoFit/>
              </a:bodyPr>
              <a:p>
                <a14:m>
                  <m:oMath xmlns:m="http://schemas.openxmlformats.org/officeDocument/2006/math">
                    <m:func>
                      <m:funcPr>
                        <m:ctrlPr>
                          <a:rPr lang="en-US" altLang="zh-CN" sz="2800" i="1">
                            <a:solidFill>
                              <a:schemeClr val="bg1"/>
                            </a:solidFill>
                            <a:latin typeface="Cambria Math" panose="02040503050406030204" pitchFamily="18" charset="0"/>
                            <a:cs typeface="Cambria Math" panose="02040503050406030204" pitchFamily="18" charset="0"/>
                          </a:rPr>
                        </m:ctrlPr>
                      </m:funcPr>
                      <m:fName>
                        <m:limLow>
                          <m:limLowPr>
                            <m:ctrlPr>
                              <a:rPr lang="en-US" altLang="zh-CN" sz="2800">
                                <a:solidFill>
                                  <a:schemeClr val="bg1"/>
                                </a:solidFill>
                                <a:latin typeface="Cambria Math" panose="02040503050406030204" pitchFamily="18" charset="0"/>
                                <a:cs typeface="Cambria Math" panose="02040503050406030204" pitchFamily="18" charset="0"/>
                              </a:rPr>
                            </m:ctrlPr>
                          </m:limLowPr>
                          <m:e>
                            <m:r>
                              <m:rPr>
                                <m:sty m:val="p"/>
                              </m:rPr>
                              <a:rPr lang="en-US" altLang="zh-CN" sz="2800">
                                <a:solidFill>
                                  <a:schemeClr val="bg1"/>
                                </a:solidFill>
                                <a:latin typeface="Cambria Math" panose="02040503050406030204" pitchFamily="18" charset="0"/>
                                <a:cs typeface="Cambria Math" panose="02040503050406030204" pitchFamily="18" charset="0"/>
                              </a:rPr>
                              <m:t>lim</m:t>
                            </m:r>
                          </m:e>
                          <m:lim>
                            <m:r>
                              <a:rPr lang="en-US" altLang="zh-CN" sz="2800" i="1">
                                <a:solidFill>
                                  <a:schemeClr val="bg1"/>
                                </a:solidFill>
                                <a:latin typeface="Cambria Math" panose="02040503050406030204" pitchFamily="18" charset="0"/>
                                <a:cs typeface="Cambria Math" panose="02040503050406030204" pitchFamily="18" charset="0"/>
                              </a:rPr>
                              <m:t>𝑥</m:t>
                            </m:r>
                            <m:r>
                              <a:rPr lang="en-US" altLang="zh-CN" sz="2800" i="1">
                                <a:solidFill>
                                  <a:schemeClr val="bg1"/>
                                </a:solidFill>
                                <a:latin typeface="Cambria Math" panose="02040503050406030204" pitchFamily="18" charset="0"/>
                                <a:cs typeface="Cambria Math" panose="02040503050406030204" pitchFamily="18" charset="0"/>
                              </a:rPr>
                              <m:t>→</m:t>
                            </m:r>
                            <m:r>
                              <a:rPr lang="en-US" altLang="zh-CN" sz="2800" i="1">
                                <a:solidFill>
                                  <a:schemeClr val="bg1"/>
                                </a:solidFill>
                                <a:latin typeface="Cambria Math" panose="02040503050406030204" pitchFamily="18" charset="0"/>
                                <a:cs typeface="Cambria Math" panose="02040503050406030204" pitchFamily="18" charset="0"/>
                              </a:rPr>
                              <m:t>0</m:t>
                            </m:r>
                          </m:lim>
                        </m:limLow>
                      </m:fName>
                      <m:e>
                        <m:r>
                          <a:rPr lang="en-US" altLang="zh-CN" sz="2800" i="1">
                            <a:solidFill>
                              <a:schemeClr val="bg1"/>
                            </a:solidFill>
                            <a:latin typeface="Cambria Math" panose="02040503050406030204" pitchFamily="18" charset="0"/>
                            <a:cs typeface="Cambria Math" panose="02040503050406030204" pitchFamily="18" charset="0"/>
                          </a:rPr>
                          <m:t>(</m:t>
                        </m:r>
                        <m:sSup>
                          <m:sSupPr>
                            <m:ctrlPr>
                              <a:rPr lang="en-US" altLang="zh-CN" sz="2800" i="1">
                                <a:solidFill>
                                  <a:schemeClr val="bg1"/>
                                </a:solidFill>
                                <a:latin typeface="Cambria Math" panose="02040503050406030204" pitchFamily="18" charset="0"/>
                                <a:cs typeface="Cambria Math" panose="02040503050406030204" pitchFamily="18" charset="0"/>
                              </a:rPr>
                            </m:ctrlPr>
                          </m:sSupPr>
                          <m:e>
                            <m:f>
                              <m:fPr>
                                <m:ctrlPr>
                                  <a:rPr lang="en-US" altLang="zh-CN" sz="2800" i="1">
                                    <a:solidFill>
                                      <a:schemeClr val="bg1"/>
                                    </a:solidFill>
                                    <a:latin typeface="Cambria Math" panose="02040503050406030204" pitchFamily="18" charset="0"/>
                                    <a:cs typeface="Cambria Math" panose="02040503050406030204" pitchFamily="18" charset="0"/>
                                  </a:rPr>
                                </m:ctrlPr>
                              </m:fPr>
                              <m:num>
                                <m:r>
                                  <a:rPr lang="en-US" altLang="zh-CN" sz="2800" i="1">
                                    <a:solidFill>
                                      <a:schemeClr val="bg1"/>
                                    </a:solidFill>
                                    <a:latin typeface="Cambria Math" panose="02040503050406030204" pitchFamily="18" charset="0"/>
                                    <a:cs typeface="Cambria Math" panose="02040503050406030204" pitchFamily="18" charset="0"/>
                                  </a:rPr>
                                  <m:t>𝑥</m:t>
                                </m:r>
                                <m:r>
                                  <a:rPr lang="en-US" altLang="zh-CN" sz="2800" i="1">
                                    <a:solidFill>
                                      <a:schemeClr val="bg1"/>
                                    </a:solidFill>
                                    <a:latin typeface="Cambria Math" panose="02040503050406030204" pitchFamily="18" charset="0"/>
                                    <a:cs typeface="Cambria Math" panose="02040503050406030204" pitchFamily="18" charset="0"/>
                                  </a:rPr>
                                  <m:t>+</m:t>
                                </m:r>
                                <m:r>
                                  <a:rPr lang="en-US" altLang="zh-CN" sz="2800" i="1">
                                    <a:solidFill>
                                      <a:schemeClr val="bg1"/>
                                    </a:solidFill>
                                    <a:latin typeface="Cambria Math" panose="02040503050406030204" pitchFamily="18" charset="0"/>
                                    <a:cs typeface="Cambria Math" panose="02040503050406030204" pitchFamily="18" charset="0"/>
                                  </a:rPr>
                                  <m:t>2</m:t>
                                </m:r>
                                <m:r>
                                  <a:rPr lang="en-US" altLang="zh-CN" sz="2800" i="1">
                                    <a:solidFill>
                                      <a:schemeClr val="bg1"/>
                                    </a:solidFill>
                                    <a:latin typeface="Cambria Math" panose="02040503050406030204" pitchFamily="18" charset="0"/>
                                    <a:cs typeface="Cambria Math" panose="02040503050406030204" pitchFamily="18" charset="0"/>
                                  </a:rPr>
                                  <m:t>𝑎</m:t>
                                </m:r>
                              </m:num>
                              <m:den>
                                <m:r>
                                  <a:rPr lang="en-US" altLang="zh-CN" sz="2800" i="1">
                                    <a:solidFill>
                                      <a:schemeClr val="bg1"/>
                                    </a:solidFill>
                                    <a:latin typeface="Cambria Math" panose="02040503050406030204" pitchFamily="18" charset="0"/>
                                    <a:cs typeface="Cambria Math" panose="02040503050406030204" pitchFamily="18" charset="0"/>
                                  </a:rPr>
                                  <m:t>𝑥</m:t>
                                </m:r>
                                <m:r>
                                  <a:rPr lang="en-US" altLang="zh-CN" sz="2800" i="1">
                                    <a:solidFill>
                                      <a:schemeClr val="bg1"/>
                                    </a:solidFill>
                                    <a:latin typeface="Cambria Math" panose="02040503050406030204" pitchFamily="18" charset="0"/>
                                    <a:cs typeface="Cambria Math" panose="02040503050406030204" pitchFamily="18" charset="0"/>
                                  </a:rPr>
                                  <m:t>−</m:t>
                                </m:r>
                                <m:r>
                                  <a:rPr lang="en-US" altLang="zh-CN" sz="2800" i="1">
                                    <a:solidFill>
                                      <a:schemeClr val="bg1"/>
                                    </a:solidFill>
                                    <a:latin typeface="Cambria Math" panose="02040503050406030204" pitchFamily="18" charset="0"/>
                                    <a:cs typeface="Cambria Math" panose="02040503050406030204" pitchFamily="18" charset="0"/>
                                  </a:rPr>
                                  <m:t>𝑎</m:t>
                                </m:r>
                              </m:den>
                            </m:f>
                            <m:r>
                              <a:rPr lang="en-US" altLang="zh-CN" sz="2800" i="1">
                                <a:solidFill>
                                  <a:schemeClr val="bg1"/>
                                </a:solidFill>
                                <a:latin typeface="Cambria Math" panose="02040503050406030204" pitchFamily="18" charset="0"/>
                                <a:cs typeface="Cambria Math" panose="02040503050406030204" pitchFamily="18" charset="0"/>
                              </a:rPr>
                              <m:t>)</m:t>
                            </m:r>
                          </m:e>
                          <m:sup>
                            <m:r>
                              <a:rPr lang="en-US" altLang="zh-CN" sz="2800" i="1">
                                <a:solidFill>
                                  <a:schemeClr val="bg1"/>
                                </a:solidFill>
                                <a:latin typeface="Cambria Math" panose="02040503050406030204" pitchFamily="18" charset="0"/>
                                <a:cs typeface="Cambria Math" panose="02040503050406030204" pitchFamily="18" charset="0"/>
                              </a:rPr>
                              <m:t>𝑥</m:t>
                            </m:r>
                          </m:sup>
                        </m:sSup>
                      </m:e>
                    </m:func>
                    <m:r>
                      <a:rPr lang="en-US" altLang="zh-CN" sz="2800" i="1">
                        <a:solidFill>
                          <a:schemeClr val="bg1"/>
                        </a:solidFill>
                        <a:latin typeface="Cambria Math" panose="02040503050406030204" pitchFamily="18" charset="0"/>
                        <a:cs typeface="Cambria Math" panose="02040503050406030204" pitchFamily="18" charset="0"/>
                      </a:rPr>
                      <m:t>=</m:t>
                    </m:r>
                    <m:sSup>
                      <m:sSupPr>
                        <m:ctrlPr>
                          <a:rPr lang="en-US" altLang="zh-CN" sz="2800" i="1">
                            <a:solidFill>
                              <a:schemeClr val="bg1"/>
                            </a:solidFill>
                            <a:latin typeface="Cambria Math" panose="02040503050406030204" pitchFamily="18" charset="0"/>
                            <a:cs typeface="Cambria Math" panose="02040503050406030204" pitchFamily="18" charset="0"/>
                          </a:rPr>
                        </m:ctrlPr>
                      </m:sSupPr>
                      <m:e>
                        <m:r>
                          <a:rPr lang="en-US" altLang="zh-CN" sz="2800" i="1">
                            <a:solidFill>
                              <a:schemeClr val="bg1"/>
                            </a:solidFill>
                            <a:latin typeface="Cambria Math" panose="02040503050406030204" pitchFamily="18" charset="0"/>
                            <a:cs typeface="Cambria Math" panose="02040503050406030204" pitchFamily="18" charset="0"/>
                          </a:rPr>
                          <m:t>𝑒</m:t>
                        </m:r>
                      </m:e>
                      <m:sup>
                        <m:r>
                          <a:rPr lang="en-US" altLang="zh-CN" sz="2800" i="1">
                            <a:solidFill>
                              <a:schemeClr val="bg1"/>
                            </a:solidFill>
                            <a:latin typeface="Cambria Math" panose="02040503050406030204" pitchFamily="18" charset="0"/>
                            <a:cs typeface="Cambria Math" panose="02040503050406030204" pitchFamily="18" charset="0"/>
                          </a:rPr>
                          <m:t>6</m:t>
                        </m:r>
                      </m:sup>
                    </m:sSup>
                  </m:oMath>
                </a14:m>
                <a:r>
                  <a:rPr lang="en-US" altLang="zh-CN" sz="2800">
                    <a:solidFill>
                      <a:schemeClr val="bg1"/>
                    </a:solidFill>
                  </a:rPr>
                  <a:t>,</a:t>
                </a:r>
                <a:r>
                  <a:rPr lang="zh-CN" altLang="en-US" sz="2800">
                    <a:solidFill>
                      <a:schemeClr val="bg1"/>
                    </a:solidFill>
                  </a:rPr>
                  <a:t>则</a:t>
                </a:r>
                <a14:m>
                  <m:oMath xmlns:m="http://schemas.openxmlformats.org/officeDocument/2006/math">
                    <m:r>
                      <a:rPr lang="en-US" altLang="zh-CN" sz="2800" i="1">
                        <a:solidFill>
                          <a:schemeClr val="bg1"/>
                        </a:solidFill>
                        <a:latin typeface="Cambria Math" panose="02040503050406030204" pitchFamily="18" charset="0"/>
                        <a:cs typeface="Cambria Math" panose="02040503050406030204" pitchFamily="18" charset="0"/>
                      </a:rPr>
                      <m:t>𝑎</m:t>
                    </m:r>
                    <m:r>
                      <a:rPr lang="en-US" altLang="zh-CN" sz="2800" i="1">
                        <a:solidFill>
                          <a:schemeClr val="bg1"/>
                        </a:solidFill>
                        <a:latin typeface="Cambria Math" panose="02040503050406030204" pitchFamily="18" charset="0"/>
                        <a:cs typeface="Cambria Math" panose="02040503050406030204" pitchFamily="18" charset="0"/>
                      </a:rPr>
                      <m:t>=(       )</m:t>
                    </m:r>
                  </m:oMath>
                </a14:m>
                <a:endParaRPr lang="en-US" altLang="zh-CN" sz="2800" i="1">
                  <a:solidFill>
                    <a:schemeClr val="bg1"/>
                  </a:solidFill>
                  <a:latin typeface="Cambria Math" panose="02040503050406030204" pitchFamily="18" charset="0"/>
                  <a:cs typeface="Cambria Math" panose="02040503050406030204" pitchFamily="18" charset="0"/>
                </a:endParaRPr>
              </a:p>
            </p:txBody>
          </p:sp>
        </mc:Choice>
        <mc:Fallback>
          <p:sp>
            <p:nvSpPr>
              <p:cNvPr id="9" name="文本框 8"/>
              <p:cNvSpPr txBox="1">
                <a:spLocks noRot="1" noChangeAspect="1" noMove="1" noResize="1" noEditPoints="1" noAdjustHandles="1" noChangeArrowheads="1" noChangeShapeType="1" noTextEdit="1"/>
              </p:cNvSpPr>
              <p:nvPr/>
            </p:nvSpPr>
            <p:spPr>
              <a:xfrm>
                <a:off x="1991360" y="3933190"/>
                <a:ext cx="4984750" cy="738505"/>
              </a:xfrm>
              <a:prstGeom prst="rect">
                <a:avLst/>
              </a:prstGeom>
              <a:blipFill rotWithShape="1">
                <a:blip r:embed="rId8"/>
                <a:stretch>
                  <a:fillRect/>
                </a:stretch>
              </a:blipFill>
            </p:spPr>
            <p:txBody>
              <a:bodyPr/>
              <a:lstStyle/>
              <a:p>
                <a:r>
                  <a:rPr lang="zh-CN" altLang="en-US">
                    <a:noFill/>
                  </a:rPr>
                  <a:t> </a:t>
                </a:r>
              </a:p>
            </p:txBody>
          </p:sp>
        </mc:Fallback>
      </mc:AlternateContent>
      <p:sp>
        <p:nvSpPr>
          <p:cNvPr id="11" name="文本框 10"/>
          <p:cNvSpPr txBox="1"/>
          <p:nvPr/>
        </p:nvSpPr>
        <p:spPr>
          <a:xfrm>
            <a:off x="622935" y="4220845"/>
            <a:ext cx="1433195" cy="342265"/>
          </a:xfrm>
          <a:prstGeom prst="rect">
            <a:avLst/>
          </a:prstGeom>
          <a:noFill/>
        </p:spPr>
        <p:txBody>
          <a:bodyPr wrap="square" rtlCol="0">
            <a:noAutofit/>
          </a:bodyPr>
          <a:p>
            <a:pPr algn="ctr"/>
            <a:r>
              <a:rPr lang="zh-CN" altLang="en-US" sz="2800" b="1">
                <a:solidFill>
                  <a:schemeClr val="bg1"/>
                </a:solidFill>
                <a:sym typeface="+mn-ea"/>
              </a:rPr>
              <a:t>【</a:t>
            </a:r>
            <a:r>
              <a:rPr lang="en-US" altLang="zh-CN" sz="2800" b="1">
                <a:solidFill>
                  <a:schemeClr val="bg1"/>
                </a:solidFill>
                <a:sym typeface="+mn-ea"/>
              </a:rPr>
              <a:t>2025</a:t>
            </a:r>
            <a:r>
              <a:rPr lang="zh-CN" altLang="en-US" sz="2800" b="1">
                <a:solidFill>
                  <a:schemeClr val="bg1"/>
                </a:solidFill>
                <a:sym typeface="+mn-ea"/>
              </a:rPr>
              <a:t>】</a:t>
            </a:r>
            <a:endParaRPr lang="zh-CN" altLang="en-US" sz="2800" b="1">
              <a:solidFill>
                <a:schemeClr val="bg1"/>
              </a:solidFill>
              <a:sym typeface="+mn-ea"/>
            </a:endParaRPr>
          </a:p>
        </p:txBody>
      </p:sp>
      <p:grpSp>
        <p:nvGrpSpPr>
          <p:cNvPr id="23" name="组合 22"/>
          <p:cNvGrpSpPr/>
          <p:nvPr/>
        </p:nvGrpSpPr>
        <p:grpSpPr>
          <a:xfrm>
            <a:off x="1782445" y="4979035"/>
            <a:ext cx="1512570" cy="583565"/>
            <a:chOff x="11426" y="4267"/>
            <a:chExt cx="2382" cy="919"/>
          </a:xfrm>
        </p:grpSpPr>
        <p:sp>
          <p:nvSpPr>
            <p:cNvPr id="12" name="文本框 11"/>
            <p:cNvSpPr txBox="1"/>
            <p:nvPr/>
          </p:nvSpPr>
          <p:spPr>
            <a:xfrm>
              <a:off x="11426" y="4390"/>
              <a:ext cx="1049" cy="375"/>
            </a:xfrm>
            <a:prstGeom prst="rect">
              <a:avLst/>
            </a:prstGeom>
            <a:noFill/>
          </p:spPr>
          <p:txBody>
            <a:bodyPr wrap="square" rtlCol="0">
              <a:noAutofit/>
            </a:bodyPr>
            <a:p>
              <a:pPr algn="ctr"/>
              <a:r>
                <a:rPr lang="en-US" altLang="zh-CN" sz="2400" b="1">
                  <a:solidFill>
                    <a:schemeClr val="bg1"/>
                  </a:solidFill>
                  <a:sym typeface="+mn-ea"/>
                </a:rPr>
                <a:t>A.</a:t>
              </a:r>
              <a:endParaRPr lang="en-US" altLang="zh-CN" sz="2400" b="1">
                <a:solidFill>
                  <a:schemeClr val="bg1"/>
                </a:solidFill>
                <a:sym typeface="+mn-ea"/>
              </a:endParaRPr>
            </a:p>
          </p:txBody>
        </p:sp>
        <mc:AlternateContent xmlns:mc="http://schemas.openxmlformats.org/markup-compatibility/2006">
          <mc:Choice xmlns:a14="http://schemas.microsoft.com/office/drawing/2010/main" Requires="a14">
            <p:sp>
              <p:nvSpPr>
                <p:cNvPr id="16" name="文本框 15"/>
                <p:cNvSpPr txBox="1"/>
                <p:nvPr/>
              </p:nvSpPr>
              <p:spPr>
                <a:xfrm>
                  <a:off x="12095" y="4267"/>
                  <a:ext cx="1713" cy="919"/>
                </a:xfrm>
                <a:prstGeom prst="rect">
                  <a:avLst/>
                </a:prstGeom>
                <a:noFill/>
              </p:spPr>
              <p:txBody>
                <a:bodyPr wrap="square" rtlCol="0">
                  <a:spAutoFit/>
                </a:bodyPr>
                <a:p>
                  <a14:m>
                    <m:oMathPara xmlns:m="http://schemas.openxmlformats.org/officeDocument/2006/math">
                      <m:oMathParaPr>
                        <m:jc m:val="centerGroup"/>
                      </m:oMathParaPr>
                      <m:oMath xmlns:m="http://schemas.openxmlformats.org/officeDocument/2006/math">
                        <m:r>
                          <a:rPr lang="en-US" altLang="zh-CN" sz="3200">
                            <a:solidFill>
                              <a:schemeClr val="bg1"/>
                            </a:solidFill>
                            <a:latin typeface="Cambria Math" panose="02040503050406030204" pitchFamily="18" charset="0"/>
                            <a:ea typeface="MS Mincho" charset="0"/>
                            <a:cs typeface="Cambria Math" panose="02040503050406030204" pitchFamily="18" charset="0"/>
                          </a:rPr>
                          <m:t>1</m:t>
                        </m:r>
                      </m:oMath>
                    </m:oMathPara>
                  </a14:m>
                  <a:endParaRPr lang="en-US" altLang="zh-CN" sz="3200">
                    <a:solidFill>
                      <a:schemeClr val="bg1"/>
                    </a:solidFill>
                    <a:latin typeface="Cambria Math" panose="02040503050406030204" pitchFamily="18" charset="0"/>
                    <a:ea typeface="MS Mincho" charset="0"/>
                    <a:cs typeface="Cambria Math" panose="02040503050406030204" pitchFamily="18" charset="0"/>
                  </a:endParaRPr>
                </a:p>
              </p:txBody>
            </p:sp>
          </mc:Choice>
          <mc:Fallback>
            <p:sp>
              <p:nvSpPr>
                <p:cNvPr id="16" name="文本框 15"/>
                <p:cNvSpPr txBox="1">
                  <a:spLocks noRot="1" noChangeAspect="1" noMove="1" noResize="1" noEditPoints="1" noAdjustHandles="1" noChangeArrowheads="1" noChangeShapeType="1" noTextEdit="1"/>
                </p:cNvSpPr>
                <p:nvPr/>
              </p:nvSpPr>
              <p:spPr>
                <a:xfrm>
                  <a:off x="12095" y="4267"/>
                  <a:ext cx="1713" cy="919"/>
                </a:xfrm>
                <a:prstGeom prst="rect">
                  <a:avLst/>
                </a:prstGeom>
                <a:blipFill rotWithShape="1">
                  <a:blip r:embed="rId9"/>
                </a:blipFill>
              </p:spPr>
              <p:txBody>
                <a:bodyPr/>
                <a:lstStyle/>
                <a:p>
                  <a:r>
                    <a:rPr lang="zh-CN" altLang="en-US">
                      <a:noFill/>
                    </a:rPr>
                    <a:t> </a:t>
                  </a:r>
                </a:p>
              </p:txBody>
            </p:sp>
          </mc:Fallback>
        </mc:AlternateContent>
      </p:grpSp>
      <p:grpSp>
        <p:nvGrpSpPr>
          <p:cNvPr id="24" name="组合 23"/>
          <p:cNvGrpSpPr/>
          <p:nvPr/>
        </p:nvGrpSpPr>
        <p:grpSpPr>
          <a:xfrm>
            <a:off x="3791585" y="5123180"/>
            <a:ext cx="1512570" cy="645160"/>
            <a:chOff x="11426" y="4267"/>
            <a:chExt cx="2382" cy="1016"/>
          </a:xfrm>
        </p:grpSpPr>
        <p:sp>
          <p:nvSpPr>
            <p:cNvPr id="25" name="文本框 24"/>
            <p:cNvSpPr txBox="1"/>
            <p:nvPr/>
          </p:nvSpPr>
          <p:spPr>
            <a:xfrm>
              <a:off x="11426" y="4390"/>
              <a:ext cx="1049" cy="375"/>
            </a:xfrm>
            <a:prstGeom prst="rect">
              <a:avLst/>
            </a:prstGeom>
            <a:noFill/>
          </p:spPr>
          <p:txBody>
            <a:bodyPr wrap="square" rtlCol="0">
              <a:noAutofit/>
            </a:bodyPr>
            <a:p>
              <a:pPr algn="ctr"/>
              <a:r>
                <a:rPr lang="en-US" altLang="zh-CN" sz="2800" b="1">
                  <a:solidFill>
                    <a:schemeClr val="bg1"/>
                  </a:solidFill>
                  <a:sym typeface="+mn-ea"/>
                </a:rPr>
                <a:t>B.</a:t>
              </a:r>
              <a:endParaRPr lang="en-US" altLang="zh-CN" sz="2800" b="1">
                <a:solidFill>
                  <a:schemeClr val="bg1"/>
                </a:solidFill>
                <a:sym typeface="+mn-ea"/>
              </a:endParaRPr>
            </a:p>
          </p:txBody>
        </p:sp>
        <mc:AlternateContent xmlns:mc="http://schemas.openxmlformats.org/markup-compatibility/2006">
          <mc:Choice xmlns:a14="http://schemas.microsoft.com/office/drawing/2010/main" Requires="a14">
            <p:sp>
              <p:nvSpPr>
                <p:cNvPr id="26" name="文本框 25"/>
                <p:cNvSpPr txBox="1"/>
                <p:nvPr/>
              </p:nvSpPr>
              <p:spPr>
                <a:xfrm>
                  <a:off x="12095" y="4267"/>
                  <a:ext cx="1713" cy="1016"/>
                </a:xfrm>
                <a:prstGeom prst="rect">
                  <a:avLst/>
                </a:prstGeom>
                <a:noFill/>
              </p:spPr>
              <p:txBody>
                <a:bodyPr wrap="square" rtlCol="0">
                  <a:spAutoFit/>
                </a:bodyPr>
                <a:p>
                  <a14:m>
                    <m:oMathPara xmlns:m="http://schemas.openxmlformats.org/officeDocument/2006/math">
                      <m:oMathParaPr>
                        <m:jc m:val="centerGroup"/>
                      </m:oMathParaPr>
                      <m:oMath xmlns:m="http://schemas.openxmlformats.org/officeDocument/2006/math">
                        <m:r>
                          <a:rPr lang="en-US" altLang="zh-CN" sz="3600">
                            <a:solidFill>
                              <a:schemeClr val="bg1"/>
                            </a:solidFill>
                            <a:latin typeface="Cambria Math" panose="02040503050406030204" pitchFamily="18" charset="0"/>
                            <a:ea typeface="MS Mincho" charset="0"/>
                            <a:cs typeface="Cambria Math" panose="02040503050406030204" pitchFamily="18" charset="0"/>
                          </a:rPr>
                          <m:t>2</m:t>
                        </m:r>
                      </m:oMath>
                    </m:oMathPara>
                  </a14:m>
                  <a:endParaRPr lang="en-US" altLang="zh-CN" sz="3600">
                    <a:solidFill>
                      <a:schemeClr val="bg1"/>
                    </a:solidFill>
                    <a:latin typeface="Cambria Math" panose="02040503050406030204" pitchFamily="18" charset="0"/>
                    <a:ea typeface="MS Mincho" charset="0"/>
                    <a:cs typeface="Cambria Math" panose="02040503050406030204" pitchFamily="18" charset="0"/>
                  </a:endParaRPr>
                </a:p>
              </p:txBody>
            </p:sp>
          </mc:Choice>
          <mc:Fallback>
            <p:sp>
              <p:nvSpPr>
                <p:cNvPr id="26" name="文本框 25"/>
                <p:cNvSpPr txBox="1">
                  <a:spLocks noRot="1" noChangeAspect="1" noMove="1" noResize="1" noEditPoints="1" noAdjustHandles="1" noChangeArrowheads="1" noChangeShapeType="1" noTextEdit="1"/>
                </p:cNvSpPr>
                <p:nvPr/>
              </p:nvSpPr>
              <p:spPr>
                <a:xfrm>
                  <a:off x="12095" y="4267"/>
                  <a:ext cx="1713" cy="1016"/>
                </a:xfrm>
                <a:prstGeom prst="rect">
                  <a:avLst/>
                </a:prstGeom>
                <a:blipFill rotWithShape="1">
                  <a:blip r:embed="rId10"/>
                </a:blipFill>
              </p:spPr>
              <p:txBody>
                <a:bodyPr/>
                <a:lstStyle/>
                <a:p>
                  <a:r>
                    <a:rPr lang="zh-CN" altLang="en-US">
                      <a:noFill/>
                    </a:rPr>
                    <a:t> </a:t>
                  </a:r>
                </a:p>
              </p:txBody>
            </p:sp>
          </mc:Fallback>
        </mc:AlternateContent>
      </p:grpSp>
      <p:grpSp>
        <p:nvGrpSpPr>
          <p:cNvPr id="27" name="组合 26"/>
          <p:cNvGrpSpPr/>
          <p:nvPr/>
        </p:nvGrpSpPr>
        <p:grpSpPr>
          <a:xfrm>
            <a:off x="1782445" y="5908675"/>
            <a:ext cx="1512570" cy="645160"/>
            <a:chOff x="11426" y="4267"/>
            <a:chExt cx="2382" cy="1016"/>
          </a:xfrm>
        </p:grpSpPr>
        <p:sp>
          <p:nvSpPr>
            <p:cNvPr id="28" name="文本框 27"/>
            <p:cNvSpPr txBox="1"/>
            <p:nvPr/>
          </p:nvSpPr>
          <p:spPr>
            <a:xfrm>
              <a:off x="11426" y="4390"/>
              <a:ext cx="1049" cy="375"/>
            </a:xfrm>
            <a:prstGeom prst="rect">
              <a:avLst/>
            </a:prstGeom>
            <a:noFill/>
          </p:spPr>
          <p:txBody>
            <a:bodyPr wrap="square" rtlCol="0">
              <a:noAutofit/>
            </a:bodyPr>
            <a:p>
              <a:pPr algn="ctr"/>
              <a:r>
                <a:rPr lang="en-US" altLang="zh-CN" sz="2800" b="1">
                  <a:solidFill>
                    <a:schemeClr val="bg1"/>
                  </a:solidFill>
                  <a:sym typeface="+mn-ea"/>
                </a:rPr>
                <a:t>C.</a:t>
              </a:r>
              <a:endParaRPr lang="en-US" altLang="zh-CN" sz="2800" b="1">
                <a:solidFill>
                  <a:schemeClr val="bg1"/>
                </a:solidFill>
                <a:sym typeface="+mn-ea"/>
              </a:endParaRPr>
            </a:p>
          </p:txBody>
        </p:sp>
        <mc:AlternateContent xmlns:mc="http://schemas.openxmlformats.org/markup-compatibility/2006">
          <mc:Choice xmlns:a14="http://schemas.microsoft.com/office/drawing/2010/main" Requires="a14">
            <p:sp>
              <p:nvSpPr>
                <p:cNvPr id="29" name="文本框 28"/>
                <p:cNvSpPr txBox="1"/>
                <p:nvPr/>
              </p:nvSpPr>
              <p:spPr>
                <a:xfrm>
                  <a:off x="12095" y="4267"/>
                  <a:ext cx="1713" cy="1016"/>
                </a:xfrm>
                <a:prstGeom prst="rect">
                  <a:avLst/>
                </a:prstGeom>
                <a:noFill/>
              </p:spPr>
              <p:txBody>
                <a:bodyPr wrap="square" rtlCol="0">
                  <a:spAutoFit/>
                </a:bodyPr>
                <a:p>
                  <a14:m>
                    <m:oMathPara xmlns:m="http://schemas.openxmlformats.org/officeDocument/2006/math">
                      <m:oMathParaPr>
                        <m:jc m:val="centerGroup"/>
                      </m:oMathParaPr>
                      <m:oMath xmlns:m="http://schemas.openxmlformats.org/officeDocument/2006/math">
                        <m:r>
                          <a:rPr lang="en-US" altLang="zh-CN" sz="3600">
                            <a:solidFill>
                              <a:schemeClr val="bg1"/>
                            </a:solidFill>
                            <a:latin typeface="Cambria Math" panose="02040503050406030204" pitchFamily="18" charset="0"/>
                            <a:ea typeface="MS Mincho" charset="0"/>
                            <a:cs typeface="Cambria Math" panose="02040503050406030204" pitchFamily="18" charset="0"/>
                          </a:rPr>
                          <m:t>3</m:t>
                        </m:r>
                      </m:oMath>
                    </m:oMathPara>
                  </a14:m>
                  <a:endParaRPr lang="en-US" altLang="zh-CN" sz="3600">
                    <a:solidFill>
                      <a:schemeClr val="bg1"/>
                    </a:solidFill>
                    <a:latin typeface="Cambria Math" panose="02040503050406030204" pitchFamily="18" charset="0"/>
                    <a:ea typeface="MS Mincho" charset="0"/>
                    <a:cs typeface="Cambria Math" panose="02040503050406030204" pitchFamily="18" charset="0"/>
                  </a:endParaRPr>
                </a:p>
              </p:txBody>
            </p:sp>
          </mc:Choice>
          <mc:Fallback>
            <p:sp>
              <p:nvSpPr>
                <p:cNvPr id="29" name="文本框 28"/>
                <p:cNvSpPr txBox="1">
                  <a:spLocks noRot="1" noChangeAspect="1" noMove="1" noResize="1" noEditPoints="1" noAdjustHandles="1" noChangeArrowheads="1" noChangeShapeType="1" noTextEdit="1"/>
                </p:cNvSpPr>
                <p:nvPr/>
              </p:nvSpPr>
              <p:spPr>
                <a:xfrm>
                  <a:off x="12095" y="4267"/>
                  <a:ext cx="1713" cy="1016"/>
                </a:xfrm>
                <a:prstGeom prst="rect">
                  <a:avLst/>
                </a:prstGeom>
                <a:blipFill rotWithShape="1">
                  <a:blip r:embed="rId11"/>
                </a:blipFill>
              </p:spPr>
              <p:txBody>
                <a:bodyPr/>
                <a:lstStyle/>
                <a:p>
                  <a:r>
                    <a:rPr lang="zh-CN" altLang="en-US">
                      <a:noFill/>
                    </a:rPr>
                    <a:t> </a:t>
                  </a:r>
                </a:p>
              </p:txBody>
            </p:sp>
          </mc:Fallback>
        </mc:AlternateContent>
      </p:grpSp>
      <p:grpSp>
        <p:nvGrpSpPr>
          <p:cNvPr id="30" name="组合 29"/>
          <p:cNvGrpSpPr/>
          <p:nvPr/>
        </p:nvGrpSpPr>
        <p:grpSpPr>
          <a:xfrm>
            <a:off x="3727450" y="5908675"/>
            <a:ext cx="1512570" cy="645160"/>
            <a:chOff x="11426" y="4267"/>
            <a:chExt cx="2382" cy="1016"/>
          </a:xfrm>
        </p:grpSpPr>
        <p:sp>
          <p:nvSpPr>
            <p:cNvPr id="31" name="文本框 30"/>
            <p:cNvSpPr txBox="1"/>
            <p:nvPr/>
          </p:nvSpPr>
          <p:spPr>
            <a:xfrm>
              <a:off x="11426" y="4390"/>
              <a:ext cx="1049" cy="375"/>
            </a:xfrm>
            <a:prstGeom prst="rect">
              <a:avLst/>
            </a:prstGeom>
            <a:noFill/>
          </p:spPr>
          <p:txBody>
            <a:bodyPr wrap="square" rtlCol="0">
              <a:noAutofit/>
            </a:bodyPr>
            <a:p>
              <a:pPr algn="ctr"/>
              <a:r>
                <a:rPr lang="en-US" altLang="zh-CN" sz="2800" b="1">
                  <a:solidFill>
                    <a:schemeClr val="bg1"/>
                  </a:solidFill>
                  <a:sym typeface="+mn-ea"/>
                </a:rPr>
                <a:t>D.</a:t>
              </a:r>
              <a:endParaRPr lang="en-US" altLang="zh-CN" sz="2800" b="1">
                <a:solidFill>
                  <a:schemeClr val="bg1"/>
                </a:solidFill>
                <a:sym typeface="+mn-ea"/>
              </a:endParaRPr>
            </a:p>
          </p:txBody>
        </p:sp>
        <mc:AlternateContent xmlns:mc="http://schemas.openxmlformats.org/markup-compatibility/2006">
          <mc:Choice xmlns:a14="http://schemas.microsoft.com/office/drawing/2010/main" Requires="a14">
            <p:sp>
              <p:nvSpPr>
                <p:cNvPr id="32" name="文本框 31"/>
                <p:cNvSpPr txBox="1"/>
                <p:nvPr/>
              </p:nvSpPr>
              <p:spPr>
                <a:xfrm>
                  <a:off x="12095" y="4267"/>
                  <a:ext cx="1713" cy="1016"/>
                </a:xfrm>
                <a:prstGeom prst="rect">
                  <a:avLst/>
                </a:prstGeom>
                <a:noFill/>
              </p:spPr>
              <p:txBody>
                <a:bodyPr wrap="square" rtlCol="0">
                  <a:spAutoFit/>
                </a:bodyPr>
                <a:p>
                  <a14:m>
                    <m:oMathPara xmlns:m="http://schemas.openxmlformats.org/officeDocument/2006/math">
                      <m:oMathParaPr>
                        <m:jc m:val="centerGroup"/>
                      </m:oMathParaPr>
                      <m:oMath xmlns:m="http://schemas.openxmlformats.org/officeDocument/2006/math">
                        <m:r>
                          <a:rPr lang="en-US" altLang="zh-CN" sz="3600">
                            <a:solidFill>
                              <a:schemeClr val="bg1"/>
                            </a:solidFill>
                            <a:latin typeface="Cambria Math" panose="02040503050406030204" pitchFamily="18" charset="0"/>
                            <a:ea typeface="MS Mincho" charset="0"/>
                            <a:cs typeface="Cambria Math" panose="02040503050406030204" pitchFamily="18" charset="0"/>
                          </a:rPr>
                          <m:t>6</m:t>
                        </m:r>
                      </m:oMath>
                    </m:oMathPara>
                  </a14:m>
                  <a:endParaRPr lang="en-US" altLang="zh-CN" sz="3600">
                    <a:solidFill>
                      <a:schemeClr val="bg1"/>
                    </a:solidFill>
                    <a:latin typeface="Cambria Math" panose="02040503050406030204" pitchFamily="18" charset="0"/>
                    <a:ea typeface="MS Mincho" charset="0"/>
                    <a:cs typeface="Cambria Math" panose="02040503050406030204" pitchFamily="18" charset="0"/>
                  </a:endParaRPr>
                </a:p>
              </p:txBody>
            </p:sp>
          </mc:Choice>
          <mc:Fallback>
            <p:sp>
              <p:nvSpPr>
                <p:cNvPr id="32" name="文本框 31"/>
                <p:cNvSpPr txBox="1">
                  <a:spLocks noRot="1" noChangeAspect="1" noMove="1" noResize="1" noEditPoints="1" noAdjustHandles="1" noChangeArrowheads="1" noChangeShapeType="1" noTextEdit="1"/>
                </p:cNvSpPr>
                <p:nvPr/>
              </p:nvSpPr>
              <p:spPr>
                <a:xfrm>
                  <a:off x="12095" y="4267"/>
                  <a:ext cx="1713" cy="1016"/>
                </a:xfrm>
                <a:prstGeom prst="rect">
                  <a:avLst/>
                </a:prstGeom>
                <a:blipFill rotWithShape="1">
                  <a:blip r:embed="rId12"/>
                </a:blipFill>
              </p:spPr>
              <p:txBody>
                <a:bodyPr/>
                <a:lstStyle/>
                <a:p>
                  <a:r>
                    <a:rPr lang="zh-CN" altLang="en-US">
                      <a:noFill/>
                    </a:rPr>
                    <a:t> </a:t>
                  </a:r>
                </a:p>
              </p:txBody>
            </p:sp>
          </mc:Fallback>
        </mc:AlternateContent>
      </p:gr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gradFill>
          <a:gsLst>
            <a:gs pos="0">
              <a:srgbClr val="0D1B2A"/>
            </a:gs>
            <a:gs pos="60000">
              <a:srgbClr val="1B263B"/>
            </a:gs>
            <a:gs pos="100000">
              <a:srgbClr val="102A43"/>
            </a:gs>
          </a:gsLst>
          <a:lin ang="2700000" scaled="0"/>
        </a:gradFill>
        <a:effectLst/>
      </p:bgPr>
    </p:bg>
    <p:spTree>
      <p:nvGrpSpPr>
        <p:cNvPr id="1" name=""/>
        <p:cNvGrpSpPr/>
        <p:nvPr/>
      </p:nvGrpSpPr>
      <p:grpSpPr>
        <a:xfrm>
          <a:off x="0" y="0"/>
          <a:ext cx="0" cy="0"/>
          <a:chOff x="0" y="0"/>
          <a:chExt cx="0" cy="0"/>
        </a:xfrm>
      </p:grpSpPr>
      <p:pic>
        <p:nvPicPr>
          <p:cNvPr id="45" name="图片 4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2730" y="47712"/>
            <a:ext cx="795252" cy="556675"/>
          </a:xfrm>
          <a:prstGeom prst="rect">
            <a:avLst/>
          </a:prstGeom>
        </p:spPr>
      </p:pic>
      <p:sp>
        <p:nvSpPr>
          <p:cNvPr id="47" name="矩形 46"/>
          <p:cNvSpPr/>
          <p:nvPr/>
        </p:nvSpPr>
        <p:spPr>
          <a:xfrm>
            <a:off x="852604" y="91363"/>
            <a:ext cx="2063750" cy="645160"/>
          </a:xfrm>
          <a:prstGeom prst="rect">
            <a:avLst/>
          </a:prstGeom>
        </p:spPr>
        <p:txBody>
          <a:bodyPr wrap="none">
            <a:spAutoFit/>
          </a:bodyPr>
          <a:lstStyle/>
          <a:p>
            <a:r>
              <a:rPr lang="en-US" altLang="zh-CN" sz="3600" b="1" dirty="0">
                <a:solidFill>
                  <a:schemeClr val="bg1"/>
                </a:solidFill>
                <a:latin typeface="微软雅黑" panose="020B0503020204020204" charset="-122"/>
                <a:ea typeface="微软雅黑" panose="020B0503020204020204" charset="-122"/>
              </a:rPr>
              <a:t>1.1  </a:t>
            </a:r>
            <a:r>
              <a:rPr lang="zh-CN" altLang="en-US" sz="3600" b="1" dirty="0">
                <a:solidFill>
                  <a:schemeClr val="bg1"/>
                </a:solidFill>
                <a:latin typeface="微软雅黑" panose="020B0503020204020204" charset="-122"/>
                <a:ea typeface="微软雅黑" panose="020B0503020204020204" charset="-122"/>
              </a:rPr>
              <a:t>极限</a:t>
            </a:r>
            <a:endParaRPr lang="zh-CN" altLang="en-US" sz="3600" b="1" dirty="0">
              <a:solidFill>
                <a:schemeClr val="bg1"/>
              </a:solidFill>
              <a:latin typeface="微软雅黑" panose="020B0503020204020204" charset="-122"/>
              <a:ea typeface="微软雅黑" panose="020B0503020204020204" charset="-122"/>
            </a:endParaRPr>
          </a:p>
        </p:txBody>
      </p:sp>
      <p:sp>
        <p:nvSpPr>
          <p:cNvPr id="117771" name="Rectangle 11"/>
          <p:cNvSpPr>
            <a:spLocks noChangeArrowheads="1"/>
          </p:cNvSpPr>
          <p:nvPr/>
        </p:nvSpPr>
        <p:spPr bwMode="auto">
          <a:xfrm>
            <a:off x="1" y="-184455"/>
            <a:ext cx="184683" cy="369108"/>
          </a:xfrm>
          <a:prstGeom prst="rect">
            <a:avLst/>
          </a:prstGeom>
          <a:noFill/>
          <a:ln w="9525">
            <a:noFill/>
            <a:miter lim="800000"/>
          </a:ln>
          <a:effectLst/>
        </p:spPr>
        <p:txBody>
          <a:bodyPr vert="horz" wrap="none" lIns="91416" tIns="45708" rIns="91416" bIns="45708" numCol="1" anchor="ctr" anchorCtr="0" compatLnSpc="1">
            <a:spAutoFit/>
          </a:bodyPr>
          <a:lstStyle/>
          <a:p>
            <a:endParaRPr lang="zh-CN" altLang="en-US" sz="1800">
              <a:solidFill>
                <a:schemeClr val="bg1"/>
              </a:solidFill>
            </a:endParaRPr>
          </a:p>
        </p:txBody>
      </p:sp>
      <p:graphicFrame>
        <p:nvGraphicFramePr>
          <p:cNvPr id="1401859" name="Object 3"/>
          <p:cNvGraphicFramePr>
            <a:graphicFrameLocks noChangeAspect="1"/>
          </p:cNvGraphicFramePr>
          <p:nvPr/>
        </p:nvGraphicFramePr>
        <p:xfrm>
          <a:off x="414655" y="730885"/>
          <a:ext cx="10166350" cy="2034540"/>
        </p:xfrm>
        <a:graphic>
          <a:graphicData uri="http://schemas.openxmlformats.org/presentationml/2006/ole">
            <mc:AlternateContent xmlns:mc="http://schemas.openxmlformats.org/markup-compatibility/2006">
              <mc:Choice xmlns:v="urn:schemas-microsoft-com:vml" Requires="v">
                <p:oleObj spid="_x0000_s2" name="Document" r:id="rId2" imgW="5563870" imgH="737870" progId="Word.Document.12">
                  <p:embed/>
                </p:oleObj>
              </mc:Choice>
              <mc:Fallback>
                <p:oleObj name="Document" r:id="rId2" imgW="5563870" imgH="737870" progId="Word.Document.12">
                  <p:embed/>
                  <p:pic>
                    <p:nvPicPr>
                      <p:cNvPr id="0" name="Object 3"/>
                      <p:cNvPicPr>
                        <a:picLocks noChangeAspect="1" noChangeArrowheads="1"/>
                      </p:cNvPicPr>
                      <p:nvPr/>
                    </p:nvPicPr>
                    <p:blipFill>
                      <a:blip r:embed="rId3"/>
                      <a:srcRect/>
                      <a:stretch>
                        <a:fillRect/>
                      </a:stretch>
                    </p:blipFill>
                    <p:spPr bwMode="auto">
                      <a:xfrm>
                        <a:off x="414655" y="730885"/>
                        <a:ext cx="10166350" cy="2034540"/>
                      </a:xfrm>
                      <a:prstGeom prst="rect">
                        <a:avLst/>
                      </a:prstGeom>
                      <a:noFill/>
                    </p:spPr>
                  </p:pic>
                </p:oleObj>
              </mc:Fallback>
            </mc:AlternateContent>
          </a:graphicData>
        </a:graphic>
      </p:graphicFrame>
      <p:graphicFrame>
        <p:nvGraphicFramePr>
          <p:cNvPr id="1401861" name="Object 5"/>
          <p:cNvGraphicFramePr>
            <a:graphicFrameLocks noChangeAspect="1"/>
          </p:cNvGraphicFramePr>
          <p:nvPr/>
        </p:nvGraphicFramePr>
        <p:xfrm>
          <a:off x="334010" y="2204720"/>
          <a:ext cx="10631805" cy="1740535"/>
        </p:xfrm>
        <a:graphic>
          <a:graphicData uri="http://schemas.openxmlformats.org/presentationml/2006/ole">
            <mc:AlternateContent xmlns:mc="http://schemas.openxmlformats.org/markup-compatibility/2006">
              <mc:Choice xmlns:v="urn:schemas-microsoft-com:vml" Requires="v">
                <p:oleObj spid="_x0000_s3" name="Document" r:id="rId4" imgW="5563870" imgH="737870" progId="Word.Document.12">
                  <p:embed/>
                </p:oleObj>
              </mc:Choice>
              <mc:Fallback>
                <p:oleObj name="Document" r:id="rId4" imgW="5563870" imgH="737870" progId="Word.Document.12">
                  <p:embed/>
                  <p:pic>
                    <p:nvPicPr>
                      <p:cNvPr id="0" name="Object 5"/>
                      <p:cNvPicPr>
                        <a:picLocks noChangeAspect="1" noChangeArrowheads="1"/>
                      </p:cNvPicPr>
                      <p:nvPr/>
                    </p:nvPicPr>
                    <p:blipFill>
                      <a:blip r:embed="rId5"/>
                      <a:srcRect/>
                      <a:stretch>
                        <a:fillRect/>
                      </a:stretch>
                    </p:blipFill>
                    <p:spPr bwMode="auto">
                      <a:xfrm>
                        <a:off x="334010" y="2204720"/>
                        <a:ext cx="10631805" cy="1740535"/>
                      </a:xfrm>
                      <a:prstGeom prst="rect">
                        <a:avLst/>
                      </a:prstGeom>
                      <a:noFill/>
                    </p:spPr>
                  </p:pic>
                </p:oleObj>
              </mc:Fallback>
            </mc:AlternateContent>
          </a:graphicData>
        </a:graphic>
      </p:graphicFrame>
      <p:graphicFrame>
        <p:nvGraphicFramePr>
          <p:cNvPr id="1401862" name="Object 6"/>
          <p:cNvGraphicFramePr>
            <a:graphicFrameLocks noChangeAspect="1"/>
          </p:cNvGraphicFramePr>
          <p:nvPr/>
        </p:nvGraphicFramePr>
        <p:xfrm>
          <a:off x="347980" y="3108960"/>
          <a:ext cx="10617200" cy="2711450"/>
        </p:xfrm>
        <a:graphic>
          <a:graphicData uri="http://schemas.openxmlformats.org/presentationml/2006/ole">
            <mc:AlternateContent xmlns:mc="http://schemas.openxmlformats.org/markup-compatibility/2006">
              <mc:Choice xmlns:v="urn:schemas-microsoft-com:vml" Requires="v">
                <p:oleObj spid="_x0000_s4" name="Document" r:id="rId6" imgW="5739130" imgH="1271270" progId="Word.Document.12">
                  <p:embed/>
                </p:oleObj>
              </mc:Choice>
              <mc:Fallback>
                <p:oleObj name="Document" r:id="rId6" imgW="5739130" imgH="1271270" progId="Word.Document.12">
                  <p:embed/>
                  <p:pic>
                    <p:nvPicPr>
                      <p:cNvPr id="0" name="Object 6"/>
                      <p:cNvPicPr>
                        <a:picLocks noChangeAspect="1" noChangeArrowheads="1"/>
                      </p:cNvPicPr>
                      <p:nvPr/>
                    </p:nvPicPr>
                    <p:blipFill>
                      <a:blip r:embed="rId7"/>
                      <a:srcRect/>
                      <a:stretch>
                        <a:fillRect/>
                      </a:stretch>
                    </p:blipFill>
                    <p:spPr bwMode="auto">
                      <a:xfrm>
                        <a:off x="347980" y="3108960"/>
                        <a:ext cx="10617200" cy="2711450"/>
                      </a:xfrm>
                      <a:prstGeom prst="rect">
                        <a:avLst/>
                      </a:prstGeom>
                      <a:noFill/>
                    </p:spPr>
                  </p:pic>
                </p:oleObj>
              </mc:Fallback>
            </mc:AlternateContent>
          </a:graphicData>
        </a:graphic>
      </p:graphicFrame>
      <p:graphicFrame>
        <p:nvGraphicFramePr>
          <p:cNvPr id="5" name="Object 3"/>
          <p:cNvGraphicFramePr>
            <a:graphicFrameLocks noChangeAspect="1"/>
          </p:cNvGraphicFramePr>
          <p:nvPr/>
        </p:nvGraphicFramePr>
        <p:xfrm>
          <a:off x="767715" y="5661025"/>
          <a:ext cx="7200900" cy="1595120"/>
        </p:xfrm>
        <a:graphic>
          <a:graphicData uri="http://schemas.openxmlformats.org/presentationml/2006/ole">
            <mc:AlternateContent xmlns:mc="http://schemas.openxmlformats.org/markup-compatibility/2006">
              <mc:Choice xmlns:v="urn:schemas-microsoft-com:vml" Requires="v">
                <p:oleObj spid="_x0000_s6" name="Document" r:id="rId8" imgW="5563870" imgH="737870" progId="Word.Document.12">
                  <p:embed/>
                </p:oleObj>
              </mc:Choice>
              <mc:Fallback>
                <p:oleObj name="Document" r:id="rId8" imgW="5563870" imgH="737870" progId="Word.Document.12">
                  <p:embed/>
                  <p:pic>
                    <p:nvPicPr>
                      <p:cNvPr id="0" name="Object 3"/>
                      <p:cNvPicPr>
                        <a:picLocks noChangeAspect="1" noChangeArrowheads="1"/>
                      </p:cNvPicPr>
                      <p:nvPr/>
                    </p:nvPicPr>
                    <p:blipFill>
                      <a:blip r:embed="rId9"/>
                      <a:srcRect/>
                      <a:stretch>
                        <a:fillRect/>
                      </a:stretch>
                    </p:blipFill>
                    <p:spPr bwMode="auto">
                      <a:xfrm>
                        <a:off x="767715" y="5661025"/>
                        <a:ext cx="7200900" cy="1595120"/>
                      </a:xfrm>
                      <a:prstGeom prst="rect">
                        <a:avLst/>
                      </a:prstGeom>
                      <a:noFill/>
                    </p:spPr>
                  </p:pic>
                </p:oleObj>
              </mc:Fallback>
            </mc:AlternateContent>
          </a:graphicData>
        </a:graphic>
      </p:graphicFrame>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401859"/>
                                        </p:tgtEl>
                                        <p:attrNameLst>
                                          <p:attrName>style.visibility</p:attrName>
                                        </p:attrNameLst>
                                      </p:cBhvr>
                                      <p:to>
                                        <p:strVal val="visible"/>
                                      </p:to>
                                    </p:set>
                                    <p:anim calcmode="lin" valueType="num">
                                      <p:cBhvr additive="base">
                                        <p:cTn id="7" dur="500" fill="hold"/>
                                        <p:tgtEl>
                                          <p:spTgt spid="1401859"/>
                                        </p:tgtEl>
                                        <p:attrNameLst>
                                          <p:attrName>ppt_x</p:attrName>
                                        </p:attrNameLst>
                                      </p:cBhvr>
                                      <p:tavLst>
                                        <p:tav tm="0">
                                          <p:val>
                                            <p:strVal val="0-#ppt_w/2"/>
                                          </p:val>
                                        </p:tav>
                                        <p:tav tm="100000">
                                          <p:val>
                                            <p:strVal val="#ppt_x"/>
                                          </p:val>
                                        </p:tav>
                                      </p:tavLst>
                                    </p:anim>
                                    <p:anim calcmode="lin" valueType="num">
                                      <p:cBhvr additive="base">
                                        <p:cTn id="8" dur="500" fill="hold"/>
                                        <p:tgtEl>
                                          <p:spTgt spid="140185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1401861"/>
                                        </p:tgtEl>
                                        <p:attrNameLst>
                                          <p:attrName>style.visibility</p:attrName>
                                        </p:attrNameLst>
                                      </p:cBhvr>
                                      <p:to>
                                        <p:strVal val="visible"/>
                                      </p:to>
                                    </p:set>
                                    <p:anim calcmode="lin" valueType="num">
                                      <p:cBhvr additive="base">
                                        <p:cTn id="13" dur="500" fill="hold"/>
                                        <p:tgtEl>
                                          <p:spTgt spid="1401861"/>
                                        </p:tgtEl>
                                        <p:attrNameLst>
                                          <p:attrName>ppt_x</p:attrName>
                                        </p:attrNameLst>
                                      </p:cBhvr>
                                      <p:tavLst>
                                        <p:tav tm="0">
                                          <p:val>
                                            <p:strVal val="0-#ppt_w/2"/>
                                          </p:val>
                                        </p:tav>
                                        <p:tav tm="100000">
                                          <p:val>
                                            <p:strVal val="#ppt_x"/>
                                          </p:val>
                                        </p:tav>
                                      </p:tavLst>
                                    </p:anim>
                                    <p:anim calcmode="lin" valueType="num">
                                      <p:cBhvr additive="base">
                                        <p:cTn id="14" dur="500" fill="hold"/>
                                        <p:tgtEl>
                                          <p:spTgt spid="1401861"/>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nodeType="clickEffect">
                                  <p:stCondLst>
                                    <p:cond delay="0"/>
                                  </p:stCondLst>
                                  <p:childTnLst>
                                    <p:set>
                                      <p:cBhvr>
                                        <p:cTn id="18" dur="1" fill="hold">
                                          <p:stCondLst>
                                            <p:cond delay="0"/>
                                          </p:stCondLst>
                                        </p:cTn>
                                        <p:tgtEl>
                                          <p:spTgt spid="1401862"/>
                                        </p:tgtEl>
                                        <p:attrNameLst>
                                          <p:attrName>style.visibility</p:attrName>
                                        </p:attrNameLst>
                                      </p:cBhvr>
                                      <p:to>
                                        <p:strVal val="visible"/>
                                      </p:to>
                                    </p:set>
                                    <p:animEffect transition="in" filter="wipe(up)">
                                      <p:cBhvr>
                                        <p:cTn id="19" dur="1000"/>
                                        <p:tgtEl>
                                          <p:spTgt spid="14018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gradFill>
          <a:gsLst>
            <a:gs pos="0">
              <a:srgbClr val="0D1B2A"/>
            </a:gs>
            <a:gs pos="60000">
              <a:srgbClr val="1B263B"/>
            </a:gs>
            <a:gs pos="100000">
              <a:srgbClr val="102A43"/>
            </a:gs>
          </a:gsLst>
          <a:lin ang="2700000" scaled="0"/>
        </a:gradFill>
        <a:effectLst/>
      </p:bgPr>
    </p:bg>
    <p:spTree>
      <p:nvGrpSpPr>
        <p:cNvPr id="1" name=""/>
        <p:cNvGrpSpPr/>
        <p:nvPr/>
      </p:nvGrpSpPr>
      <p:grpSpPr>
        <a:xfrm>
          <a:off x="0" y="0"/>
          <a:ext cx="0" cy="0"/>
          <a:chOff x="0" y="0"/>
          <a:chExt cx="0" cy="0"/>
        </a:xfrm>
      </p:grpSpPr>
      <p:pic>
        <p:nvPicPr>
          <p:cNvPr id="45" name="图片 4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2730" y="47712"/>
            <a:ext cx="795252" cy="556675"/>
          </a:xfrm>
          <a:prstGeom prst="rect">
            <a:avLst/>
          </a:prstGeom>
        </p:spPr>
      </p:pic>
      <p:sp>
        <p:nvSpPr>
          <p:cNvPr id="47" name="矩形 46"/>
          <p:cNvSpPr/>
          <p:nvPr/>
        </p:nvSpPr>
        <p:spPr>
          <a:xfrm>
            <a:off x="852603" y="91363"/>
            <a:ext cx="1540806" cy="461537"/>
          </a:xfrm>
          <a:prstGeom prst="rect">
            <a:avLst/>
          </a:prstGeom>
        </p:spPr>
        <p:txBody>
          <a:bodyPr wrap="none">
            <a:spAutoFit/>
          </a:bodyPr>
          <a:lstStyle/>
          <a:p>
            <a:r>
              <a:rPr lang="en-US" altLang="zh-CN" sz="2400" b="1" dirty="0">
                <a:solidFill>
                  <a:schemeClr val="bg1"/>
                </a:solidFill>
                <a:latin typeface="微软雅黑" panose="020B0503020204020204" charset="-122"/>
                <a:ea typeface="微软雅黑" panose="020B0503020204020204" charset="-122"/>
              </a:rPr>
              <a:t>1.2</a:t>
            </a:r>
            <a:r>
              <a:rPr lang="zh-CN" altLang="en-US" sz="2400" b="1" dirty="0">
                <a:solidFill>
                  <a:schemeClr val="bg1"/>
                </a:solidFill>
                <a:latin typeface="微软雅黑" panose="020B0503020204020204" charset="-122"/>
                <a:ea typeface="微软雅黑" panose="020B0503020204020204" charset="-122"/>
              </a:rPr>
              <a:t>  连 续</a:t>
            </a:r>
            <a:endParaRPr lang="zh-CN" altLang="en-US" sz="2400" b="1" dirty="0">
              <a:solidFill>
                <a:schemeClr val="bg1"/>
              </a:solidFill>
              <a:latin typeface="微软雅黑" panose="020B0503020204020204" charset="-122"/>
              <a:ea typeface="微软雅黑" panose="020B0503020204020204" charset="-122"/>
            </a:endParaRPr>
          </a:p>
        </p:txBody>
      </p:sp>
      <p:sp>
        <p:nvSpPr>
          <p:cNvPr id="117771" name="Rectangle 11"/>
          <p:cNvSpPr>
            <a:spLocks noChangeArrowheads="1"/>
          </p:cNvSpPr>
          <p:nvPr/>
        </p:nvSpPr>
        <p:spPr bwMode="auto">
          <a:xfrm>
            <a:off x="1" y="-184455"/>
            <a:ext cx="184683" cy="369108"/>
          </a:xfrm>
          <a:prstGeom prst="rect">
            <a:avLst/>
          </a:prstGeom>
          <a:noFill/>
          <a:ln w="9525">
            <a:noFill/>
            <a:miter lim="800000"/>
          </a:ln>
          <a:effectLst/>
        </p:spPr>
        <p:txBody>
          <a:bodyPr vert="horz" wrap="none" lIns="91416" tIns="45708" rIns="91416" bIns="45708" numCol="1" anchor="ctr" anchorCtr="0" compatLnSpc="1">
            <a:spAutoFit/>
          </a:bodyPr>
          <a:lstStyle/>
          <a:p>
            <a:endParaRPr lang="zh-CN" altLang="en-US" sz="1800">
              <a:solidFill>
                <a:schemeClr val="bg1"/>
              </a:solidFill>
            </a:endParaRPr>
          </a:p>
        </p:txBody>
      </p:sp>
      <p:graphicFrame>
        <p:nvGraphicFramePr>
          <p:cNvPr id="1408005" name="Object 5"/>
          <p:cNvGraphicFramePr>
            <a:graphicFrameLocks noChangeAspect="1"/>
          </p:cNvGraphicFramePr>
          <p:nvPr/>
        </p:nvGraphicFramePr>
        <p:xfrm>
          <a:off x="623570" y="668655"/>
          <a:ext cx="9594850" cy="1946275"/>
        </p:xfrm>
        <a:graphic>
          <a:graphicData uri="http://schemas.openxmlformats.org/presentationml/2006/ole">
            <mc:AlternateContent xmlns:mc="http://schemas.openxmlformats.org/markup-compatibility/2006">
              <mc:Choice xmlns:v="urn:schemas-microsoft-com:vml" Requires="v">
                <p:oleObj spid="_x0000_s2" name="Document" r:id="rId2" imgW="5563870" imgH="737870" progId="Word.Document.12">
                  <p:embed/>
                </p:oleObj>
              </mc:Choice>
              <mc:Fallback>
                <p:oleObj name="Document" r:id="rId2" imgW="5563870" imgH="737870" progId="Word.Document.12">
                  <p:embed/>
                  <p:pic>
                    <p:nvPicPr>
                      <p:cNvPr id="0" name="Object 5"/>
                      <p:cNvPicPr>
                        <a:picLocks noChangeAspect="1" noChangeArrowheads="1"/>
                      </p:cNvPicPr>
                      <p:nvPr/>
                    </p:nvPicPr>
                    <p:blipFill>
                      <a:blip r:embed="rId3"/>
                      <a:srcRect/>
                      <a:stretch>
                        <a:fillRect/>
                      </a:stretch>
                    </p:blipFill>
                    <p:spPr bwMode="auto">
                      <a:xfrm>
                        <a:off x="623570" y="668655"/>
                        <a:ext cx="9594850" cy="1946275"/>
                      </a:xfrm>
                      <a:prstGeom prst="rect">
                        <a:avLst/>
                      </a:prstGeom>
                      <a:noFill/>
                    </p:spPr>
                  </p:pic>
                </p:oleObj>
              </mc:Fallback>
            </mc:AlternateContent>
          </a:graphicData>
        </a:graphic>
      </p:graphicFrame>
      <p:graphicFrame>
        <p:nvGraphicFramePr>
          <p:cNvPr id="8" name="Object 5"/>
          <p:cNvGraphicFramePr>
            <a:graphicFrameLocks noChangeAspect="1"/>
          </p:cNvGraphicFramePr>
          <p:nvPr/>
        </p:nvGraphicFramePr>
        <p:xfrm>
          <a:off x="623570" y="1682115"/>
          <a:ext cx="9659620" cy="1494790"/>
        </p:xfrm>
        <a:graphic>
          <a:graphicData uri="http://schemas.openxmlformats.org/presentationml/2006/ole">
            <mc:AlternateContent xmlns:mc="http://schemas.openxmlformats.org/markup-compatibility/2006">
              <mc:Choice xmlns:v="urn:schemas-microsoft-com:vml" Requires="v">
                <p:oleObj spid="_x0000_s3" name="Document" r:id="rId4" imgW="5563870" imgH="737870" progId="Word.Document.12">
                  <p:embed/>
                </p:oleObj>
              </mc:Choice>
              <mc:Fallback>
                <p:oleObj name="Document" r:id="rId4" imgW="5563870" imgH="737870" progId="Word.Document.12">
                  <p:embed/>
                  <p:pic>
                    <p:nvPicPr>
                      <p:cNvPr id="0" name="Object 5"/>
                      <p:cNvPicPr>
                        <a:picLocks noChangeAspect="1" noChangeArrowheads="1"/>
                      </p:cNvPicPr>
                      <p:nvPr/>
                    </p:nvPicPr>
                    <p:blipFill>
                      <a:blip r:embed="rId5"/>
                      <a:srcRect/>
                      <a:stretch>
                        <a:fillRect/>
                      </a:stretch>
                    </p:blipFill>
                    <p:spPr bwMode="auto">
                      <a:xfrm>
                        <a:off x="623570" y="1682115"/>
                        <a:ext cx="9659620" cy="1494790"/>
                      </a:xfrm>
                      <a:prstGeom prst="rect">
                        <a:avLst/>
                      </a:prstGeom>
                      <a:noFill/>
                    </p:spPr>
                  </p:pic>
                </p:oleObj>
              </mc:Fallback>
            </mc:AlternateContent>
          </a:graphicData>
        </a:graphic>
      </p:graphicFrame>
      <p:graphicFrame>
        <p:nvGraphicFramePr>
          <p:cNvPr id="9" name="Object 6"/>
          <p:cNvGraphicFramePr>
            <a:graphicFrameLocks noChangeAspect="1"/>
          </p:cNvGraphicFramePr>
          <p:nvPr/>
        </p:nvGraphicFramePr>
        <p:xfrm>
          <a:off x="623570" y="2564765"/>
          <a:ext cx="9659620" cy="4347210"/>
        </p:xfrm>
        <a:graphic>
          <a:graphicData uri="http://schemas.openxmlformats.org/presentationml/2006/ole">
            <mc:AlternateContent xmlns:mc="http://schemas.openxmlformats.org/markup-compatibility/2006">
              <mc:Choice xmlns:v="urn:schemas-microsoft-com:vml" Requires="v">
                <p:oleObj spid="_x0000_s4" name="Document" r:id="rId6" imgW="5756275" imgH="2736850" progId="Word.Document.12">
                  <p:embed/>
                </p:oleObj>
              </mc:Choice>
              <mc:Fallback>
                <p:oleObj name="Document" r:id="rId6" imgW="5756275" imgH="2736850" progId="Word.Document.12">
                  <p:embed/>
                  <p:pic>
                    <p:nvPicPr>
                      <p:cNvPr id="0" name="Object 6"/>
                      <p:cNvPicPr>
                        <a:picLocks noChangeAspect="1" noChangeArrowheads="1"/>
                      </p:cNvPicPr>
                      <p:nvPr/>
                    </p:nvPicPr>
                    <p:blipFill>
                      <a:blip r:embed="rId7"/>
                      <a:srcRect/>
                      <a:stretch>
                        <a:fillRect/>
                      </a:stretch>
                    </p:blipFill>
                    <p:spPr bwMode="auto">
                      <a:xfrm>
                        <a:off x="623570" y="2564765"/>
                        <a:ext cx="9659620" cy="4347210"/>
                      </a:xfrm>
                      <a:prstGeom prst="rect">
                        <a:avLst/>
                      </a:prstGeom>
                      <a:noFill/>
                    </p:spPr>
                  </p:pic>
                </p:oleObj>
              </mc:Fallback>
            </mc:AlternateContent>
          </a:graphicData>
        </a:graphic>
      </p:graphicFrame>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408005"/>
                                        </p:tgtEl>
                                        <p:attrNameLst>
                                          <p:attrName>style.visibility</p:attrName>
                                        </p:attrNameLst>
                                      </p:cBhvr>
                                      <p:to>
                                        <p:strVal val="visible"/>
                                      </p:to>
                                    </p:set>
                                    <p:anim calcmode="lin" valueType="num">
                                      <p:cBhvr additive="base">
                                        <p:cTn id="7" dur="500" fill="hold"/>
                                        <p:tgtEl>
                                          <p:spTgt spid="1408005"/>
                                        </p:tgtEl>
                                        <p:attrNameLst>
                                          <p:attrName>ppt_x</p:attrName>
                                        </p:attrNameLst>
                                      </p:cBhvr>
                                      <p:tavLst>
                                        <p:tav tm="0">
                                          <p:val>
                                            <p:strVal val="0-#ppt_w/2"/>
                                          </p:val>
                                        </p:tav>
                                        <p:tav tm="100000">
                                          <p:val>
                                            <p:strVal val="#ppt_x"/>
                                          </p:val>
                                        </p:tav>
                                      </p:tavLst>
                                    </p:anim>
                                    <p:anim calcmode="lin" valueType="num">
                                      <p:cBhvr additive="base">
                                        <p:cTn id="8" dur="500" fill="hold"/>
                                        <p:tgtEl>
                                          <p:spTgt spid="140800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0-#ppt_w/2"/>
                                          </p:val>
                                        </p:tav>
                                        <p:tav tm="100000">
                                          <p:val>
                                            <p:strVal val="#ppt_x"/>
                                          </p:val>
                                        </p:tav>
                                      </p:tavLst>
                                    </p:anim>
                                    <p:anim calcmode="lin" valueType="num">
                                      <p:cBhvr additive="base">
                                        <p:cTn id="14"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up)">
                                      <p:cBhvr>
                                        <p:cTn id="19"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gradFill>
          <a:gsLst>
            <a:gs pos="0">
              <a:srgbClr val="0D1B2A"/>
            </a:gs>
            <a:gs pos="60000">
              <a:srgbClr val="1B263B"/>
            </a:gs>
            <a:gs pos="100000">
              <a:srgbClr val="102A43"/>
            </a:gs>
          </a:gsLst>
          <a:lin ang="2700000" scaled="0"/>
        </a:gradFill>
        <a:effectLst/>
      </p:bgPr>
    </p:bg>
    <p:spTree>
      <p:nvGrpSpPr>
        <p:cNvPr id="1" name=""/>
        <p:cNvGrpSpPr/>
        <p:nvPr/>
      </p:nvGrpSpPr>
      <p:grpSpPr>
        <a:xfrm>
          <a:off x="0" y="0"/>
          <a:ext cx="0" cy="0"/>
          <a:chOff x="0" y="0"/>
          <a:chExt cx="0" cy="0"/>
        </a:xfrm>
      </p:grpSpPr>
      <p:sp>
        <p:nvSpPr>
          <p:cNvPr id="11" name="任意多边形: 形状 10"/>
          <p:cNvSpPr/>
          <p:nvPr/>
        </p:nvSpPr>
        <p:spPr>
          <a:xfrm rot="2700000">
            <a:off x="-803840" y="-755763"/>
            <a:ext cx="5428563" cy="5833960"/>
          </a:xfrm>
          <a:custGeom>
            <a:avLst/>
            <a:gdLst>
              <a:gd name="connsiteX0" fmla="*/ 0 w 5428563"/>
              <a:gd name="connsiteY0" fmla="*/ 2574839 h 5504327"/>
              <a:gd name="connsiteX1" fmla="*/ 2574839 w 5428563"/>
              <a:gd name="connsiteY1" fmla="*/ 0 h 5504327"/>
              <a:gd name="connsiteX2" fmla="*/ 4511157 w 5428563"/>
              <a:gd name="connsiteY2" fmla="*/ 0 h 5504327"/>
              <a:gd name="connsiteX3" fmla="*/ 5428563 w 5428563"/>
              <a:gd name="connsiteY3" fmla="*/ 917406 h 5504327"/>
              <a:gd name="connsiteX4" fmla="*/ 5428563 w 5428563"/>
              <a:gd name="connsiteY4" fmla="*/ 4586921 h 5504327"/>
              <a:gd name="connsiteX5" fmla="*/ 4511157 w 5428563"/>
              <a:gd name="connsiteY5" fmla="*/ 5504327 h 5504327"/>
              <a:gd name="connsiteX6" fmla="*/ 2929489 w 5428563"/>
              <a:gd name="connsiteY6" fmla="*/ 5504327 h 5504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428563" h="5504327">
                <a:moveTo>
                  <a:pt x="0" y="2574839"/>
                </a:moveTo>
                <a:lnTo>
                  <a:pt x="2574839" y="0"/>
                </a:lnTo>
                <a:lnTo>
                  <a:pt x="4511157" y="0"/>
                </a:lnTo>
                <a:cubicBezTo>
                  <a:pt x="5017826" y="0"/>
                  <a:pt x="5428563" y="410737"/>
                  <a:pt x="5428563" y="917406"/>
                </a:cubicBezTo>
                <a:lnTo>
                  <a:pt x="5428563" y="4586921"/>
                </a:lnTo>
                <a:cubicBezTo>
                  <a:pt x="5428563" y="5093590"/>
                  <a:pt x="5017826" y="5504327"/>
                  <a:pt x="4511157" y="5504327"/>
                </a:cubicBezTo>
                <a:lnTo>
                  <a:pt x="2929489" y="5504327"/>
                </a:lnTo>
                <a:close/>
              </a:path>
            </a:pathLst>
          </a:custGeom>
          <a:solidFill>
            <a:schemeClr val="accent1">
              <a:lumMod val="20000"/>
              <a:lumOff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5981700" y="2419350"/>
            <a:ext cx="5184433" cy="830997"/>
          </a:xfrm>
          <a:prstGeom prst="rect">
            <a:avLst/>
          </a:prstGeom>
          <a:noFill/>
        </p:spPr>
        <p:txBody>
          <a:bodyPr wrap="none" rtlCol="0">
            <a:spAutoFit/>
            <a:scene3d>
              <a:camera prst="orthographicFront"/>
              <a:lightRig rig="threePt" dir="t"/>
            </a:scene3d>
            <a:sp3d contourW="6350"/>
          </a:bodyPr>
          <a:lstStyle>
            <a:defPPr>
              <a:defRPr lang="zh-CN"/>
            </a:defPPr>
            <a:lvl1pPr>
              <a:defRPr sz="2800" b="1">
                <a:solidFill>
                  <a:schemeClr val="tx1">
                    <a:lumMod val="75000"/>
                    <a:lumOff val="25000"/>
                  </a:schemeClr>
                </a:solidFill>
              </a:defRPr>
            </a:lvl1pPr>
          </a:lstStyle>
          <a:p>
            <a:r>
              <a:rPr lang="en-US" altLang="zh-CN" sz="4800" dirty="0">
                <a:solidFill>
                  <a:srgbClr val="FFFF00"/>
                </a:solidFill>
              </a:rPr>
              <a:t>2  </a:t>
            </a:r>
            <a:r>
              <a:rPr lang="zh-CN" altLang="en-US" sz="4800" dirty="0">
                <a:solidFill>
                  <a:srgbClr val="FFFF00"/>
                </a:solidFill>
              </a:rPr>
              <a:t>一元函数微分学</a:t>
            </a:r>
            <a:endParaRPr lang="zh-CN" altLang="en-US" sz="4800" dirty="0">
              <a:solidFill>
                <a:srgbClr val="FFFF00"/>
              </a:solidFill>
            </a:endParaRPr>
          </a:p>
        </p:txBody>
      </p:sp>
      <p:pic>
        <p:nvPicPr>
          <p:cNvPr id="16" name="图片占位符 15"/>
          <p:cNvPicPr>
            <a:picLocks noGrp="1" noChangeAspect="1"/>
          </p:cNvPicPr>
          <p:nvPr>
            <p:ph type="pic" sz="quarter" idx="10"/>
          </p:nvPr>
        </p:nvPicPr>
        <p:blipFill>
          <a:blip r:embed="rId1" cstate="screen"/>
          <a:srcRect/>
          <a:stretch>
            <a:fillRect/>
          </a:stretch>
        </p:blipFill>
        <p:spPr/>
      </p:pic>
      <p:cxnSp>
        <p:nvCxnSpPr>
          <p:cNvPr id="19" name="直接连接符 18"/>
          <p:cNvCxnSpPr/>
          <p:nvPr/>
        </p:nvCxnSpPr>
        <p:spPr>
          <a:xfrm>
            <a:off x="6096000" y="3235833"/>
            <a:ext cx="3135086"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advTm="4000">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gradFill>
          <a:gsLst>
            <a:gs pos="0">
              <a:srgbClr val="0D1B2A"/>
            </a:gs>
            <a:gs pos="60000">
              <a:srgbClr val="1B263B"/>
            </a:gs>
            <a:gs pos="100000">
              <a:srgbClr val="102A43"/>
            </a:gs>
          </a:gsLst>
          <a:lin ang="2700000" scaled="0"/>
        </a:gradFill>
        <a:effectLst/>
      </p:bgPr>
    </p:bg>
    <p:spTree>
      <p:nvGrpSpPr>
        <p:cNvPr id="1" name=""/>
        <p:cNvGrpSpPr/>
        <p:nvPr/>
      </p:nvGrpSpPr>
      <p:grpSpPr>
        <a:xfrm>
          <a:off x="0" y="0"/>
          <a:ext cx="0" cy="0"/>
          <a:chOff x="0" y="0"/>
          <a:chExt cx="0" cy="0"/>
        </a:xfrm>
      </p:grpSpPr>
      <p:pic>
        <p:nvPicPr>
          <p:cNvPr id="45" name="图片 4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2730" y="47712"/>
            <a:ext cx="795252" cy="556675"/>
          </a:xfrm>
          <a:prstGeom prst="rect">
            <a:avLst/>
          </a:prstGeom>
        </p:spPr>
      </p:pic>
      <p:sp>
        <p:nvSpPr>
          <p:cNvPr id="47" name="矩形 46"/>
          <p:cNvSpPr/>
          <p:nvPr/>
        </p:nvSpPr>
        <p:spPr>
          <a:xfrm>
            <a:off x="852604" y="91363"/>
            <a:ext cx="5141416" cy="461545"/>
          </a:xfrm>
          <a:prstGeom prst="rect">
            <a:avLst/>
          </a:prstGeom>
        </p:spPr>
        <p:txBody>
          <a:bodyPr wrap="none">
            <a:spAutoFit/>
          </a:bodyPr>
          <a:lstStyle/>
          <a:p>
            <a:r>
              <a:rPr lang="en-US" altLang="zh-CN" sz="2400" b="1" dirty="0">
                <a:solidFill>
                  <a:schemeClr val="bg1"/>
                </a:solidFill>
                <a:latin typeface="微软雅黑" panose="020B0503020204020204" charset="-122"/>
                <a:ea typeface="微软雅黑" panose="020B0503020204020204" charset="-122"/>
              </a:rPr>
              <a:t>2.1</a:t>
            </a:r>
            <a:r>
              <a:rPr lang="zh-CN" altLang="en-US" sz="2400" b="1" dirty="0">
                <a:solidFill>
                  <a:schemeClr val="bg1"/>
                </a:solidFill>
                <a:latin typeface="微软雅黑" panose="020B0503020204020204" charset="-122"/>
                <a:ea typeface="微软雅黑" panose="020B0503020204020204" charset="-122"/>
              </a:rPr>
              <a:t>  函数和、差、积、商的求导法则</a:t>
            </a:r>
            <a:endParaRPr lang="zh-CN" altLang="en-US" sz="2400" b="1" dirty="0">
              <a:solidFill>
                <a:schemeClr val="bg1"/>
              </a:solidFill>
              <a:latin typeface="微软雅黑" panose="020B0503020204020204" charset="-122"/>
              <a:ea typeface="微软雅黑" panose="020B0503020204020204" charset="-122"/>
            </a:endParaRPr>
          </a:p>
        </p:txBody>
      </p:sp>
      <p:graphicFrame>
        <p:nvGraphicFramePr>
          <p:cNvPr id="20485" name="Object 5"/>
          <p:cNvGraphicFramePr>
            <a:graphicFrameLocks noChangeAspect="1"/>
          </p:cNvGraphicFramePr>
          <p:nvPr/>
        </p:nvGraphicFramePr>
        <p:xfrm>
          <a:off x="263525" y="691515"/>
          <a:ext cx="10804525" cy="6076950"/>
        </p:xfrm>
        <a:graphic>
          <a:graphicData uri="http://schemas.openxmlformats.org/presentationml/2006/ole">
            <mc:AlternateContent xmlns:mc="http://schemas.openxmlformats.org/markup-compatibility/2006">
              <mc:Choice xmlns:v="urn:schemas-microsoft-com:vml" Requires="v">
                <p:oleObj spid="_x0000_s2" name="Document" r:id="rId2" imgW="5584190" imgH="3028315" progId="Word.Document.12">
                  <p:embed/>
                </p:oleObj>
              </mc:Choice>
              <mc:Fallback>
                <p:oleObj name="Document" r:id="rId2" imgW="5584190" imgH="3028315" progId="Word.Document.12">
                  <p:embed/>
                  <p:pic>
                    <p:nvPicPr>
                      <p:cNvPr id="0" name="Object 5"/>
                      <p:cNvPicPr>
                        <a:picLocks noChangeAspect="1" noChangeArrowheads="1"/>
                      </p:cNvPicPr>
                      <p:nvPr/>
                    </p:nvPicPr>
                    <p:blipFill>
                      <a:blip r:embed="rId3"/>
                      <a:srcRect/>
                      <a:stretch>
                        <a:fillRect/>
                      </a:stretch>
                    </p:blipFill>
                    <p:spPr bwMode="auto">
                      <a:xfrm>
                        <a:off x="263525" y="691515"/>
                        <a:ext cx="10804525" cy="6076950"/>
                      </a:xfrm>
                      <a:prstGeom prst="rect">
                        <a:avLst/>
                      </a:prstGeom>
                      <a:noFill/>
                    </p:spPr>
                  </p:pic>
                </p:oleObj>
              </mc:Fallback>
            </mc:AlternateContent>
          </a:graphicData>
        </a:graphic>
      </p:graphicFrame>
    </p:spTree>
  </p:cSld>
  <p:clrMapOvr>
    <a:masterClrMapping/>
  </p:clrMapOvr>
  <p:transition spd="slow">
    <p:random/>
  </p:transition>
</p:sld>
</file>

<file path=ppt/slides/slide21.xml><?xml version="1.0" encoding="utf-8"?>
<p:sld xmlns:a="http://schemas.openxmlformats.org/drawingml/2006/main" xmlns:r="http://schemas.openxmlformats.org/officeDocument/2006/relationships" xmlns:p="http://schemas.openxmlformats.org/presentationml/2006/main">
  <p:cSld>
    <p:bg>
      <p:bgPr>
        <a:gradFill>
          <a:gsLst>
            <a:gs pos="0">
              <a:srgbClr val="0D1B2A"/>
            </a:gs>
            <a:gs pos="60000">
              <a:srgbClr val="1B263B"/>
            </a:gs>
            <a:gs pos="100000">
              <a:srgbClr val="102A43"/>
            </a:gs>
          </a:gsLst>
          <a:lin ang="2700000" scaled="0"/>
        </a:gradFill>
        <a:effectLst/>
      </p:bgPr>
    </p:bg>
    <p:spTree>
      <p:nvGrpSpPr>
        <p:cNvPr id="1" name=""/>
        <p:cNvGrpSpPr/>
        <p:nvPr/>
      </p:nvGrpSpPr>
      <p:grpSpPr>
        <a:xfrm>
          <a:off x="0" y="0"/>
          <a:ext cx="0" cy="0"/>
          <a:chOff x="0" y="0"/>
          <a:chExt cx="0" cy="0"/>
        </a:xfrm>
      </p:grpSpPr>
      <p:pic>
        <p:nvPicPr>
          <p:cNvPr id="45" name="图片 4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2730" y="47712"/>
            <a:ext cx="795252" cy="556675"/>
          </a:xfrm>
          <a:prstGeom prst="rect">
            <a:avLst/>
          </a:prstGeom>
        </p:spPr>
      </p:pic>
      <p:sp>
        <p:nvSpPr>
          <p:cNvPr id="47" name="矩形 46"/>
          <p:cNvSpPr/>
          <p:nvPr/>
        </p:nvSpPr>
        <p:spPr>
          <a:xfrm>
            <a:off x="852604" y="91363"/>
            <a:ext cx="4218326" cy="461545"/>
          </a:xfrm>
          <a:prstGeom prst="rect">
            <a:avLst/>
          </a:prstGeom>
        </p:spPr>
        <p:txBody>
          <a:bodyPr wrap="none">
            <a:spAutoFit/>
          </a:bodyPr>
          <a:lstStyle/>
          <a:p>
            <a:r>
              <a:rPr lang="en-US" altLang="zh-CN" sz="2400" b="1" dirty="0">
                <a:solidFill>
                  <a:schemeClr val="bg1"/>
                </a:solidFill>
                <a:latin typeface="微软雅黑" panose="020B0503020204020204" charset="-122"/>
                <a:ea typeface="微软雅黑" panose="020B0503020204020204" charset="-122"/>
              </a:rPr>
              <a:t>2.2  </a:t>
            </a:r>
            <a:r>
              <a:rPr lang="zh-CN" altLang="en-US" sz="2400" b="1" dirty="0">
                <a:solidFill>
                  <a:schemeClr val="bg1"/>
                </a:solidFill>
                <a:latin typeface="微软雅黑" panose="020B0503020204020204" charset="-122"/>
                <a:ea typeface="微软雅黑" panose="020B0503020204020204" charset="-122"/>
              </a:rPr>
              <a:t>基本初等函数的导数公式</a:t>
            </a:r>
            <a:endParaRPr lang="zh-CN" altLang="en-US" sz="2400" b="1" dirty="0">
              <a:solidFill>
                <a:schemeClr val="bg1"/>
              </a:solidFill>
              <a:latin typeface="微软雅黑" panose="020B0503020204020204" charset="-122"/>
              <a:ea typeface="微软雅黑" panose="020B0503020204020204" charset="-122"/>
            </a:endParaRPr>
          </a:p>
        </p:txBody>
      </p:sp>
      <p:graphicFrame>
        <p:nvGraphicFramePr>
          <p:cNvPr id="20485" name="Object 5"/>
          <p:cNvGraphicFramePr>
            <a:graphicFrameLocks noChangeAspect="1"/>
          </p:cNvGraphicFramePr>
          <p:nvPr/>
        </p:nvGraphicFramePr>
        <p:xfrm>
          <a:off x="-11430" y="709930"/>
          <a:ext cx="11786870" cy="6148070"/>
        </p:xfrm>
        <a:graphic>
          <a:graphicData uri="http://schemas.openxmlformats.org/presentationml/2006/ole">
            <mc:AlternateContent xmlns:mc="http://schemas.openxmlformats.org/markup-compatibility/2006">
              <mc:Choice xmlns:v="urn:schemas-microsoft-com:vml" Requires="v">
                <p:oleObj spid="_x0000_s2" name="文档" r:id="rId2" imgW="5588635" imgH="2823845" progId="Word.Document.12">
                  <p:embed/>
                </p:oleObj>
              </mc:Choice>
              <mc:Fallback>
                <p:oleObj name="文档" r:id="rId2" imgW="5588635" imgH="2823845" progId="Word.Document.12">
                  <p:embed/>
                  <p:pic>
                    <p:nvPicPr>
                      <p:cNvPr id="0" name="Object 5"/>
                      <p:cNvPicPr>
                        <a:picLocks noChangeAspect="1" noChangeArrowheads="1"/>
                      </p:cNvPicPr>
                      <p:nvPr/>
                    </p:nvPicPr>
                    <p:blipFill>
                      <a:blip r:embed="rId3"/>
                      <a:srcRect/>
                      <a:stretch>
                        <a:fillRect/>
                      </a:stretch>
                    </p:blipFill>
                    <p:spPr bwMode="auto">
                      <a:xfrm>
                        <a:off x="-11430" y="709930"/>
                        <a:ext cx="11786870" cy="6148070"/>
                      </a:xfrm>
                      <a:prstGeom prst="rect">
                        <a:avLst/>
                      </a:prstGeom>
                      <a:noFill/>
                    </p:spPr>
                  </p:pic>
                </p:oleObj>
              </mc:Fallback>
            </mc:AlternateContent>
          </a:graphicData>
        </a:graphic>
      </p:graphicFrame>
    </p:spTree>
  </p:cSld>
  <p:clrMapOvr>
    <a:masterClrMapping/>
  </p:clrMapOvr>
  <p:transition spd="slow">
    <p:random/>
  </p:transition>
</p:sld>
</file>

<file path=ppt/slides/slide22.xml><?xml version="1.0" encoding="utf-8"?>
<p:sld xmlns:a="http://schemas.openxmlformats.org/drawingml/2006/main" xmlns:r="http://schemas.openxmlformats.org/officeDocument/2006/relationships" xmlns:p="http://schemas.openxmlformats.org/presentationml/2006/main">
  <p:cSld>
    <p:bg>
      <p:bgPr>
        <a:gradFill>
          <a:gsLst>
            <a:gs pos="0">
              <a:srgbClr val="0D1B2A"/>
            </a:gs>
            <a:gs pos="60000">
              <a:srgbClr val="1B263B"/>
            </a:gs>
            <a:gs pos="100000">
              <a:srgbClr val="102A43"/>
            </a:gs>
          </a:gsLst>
          <a:lin ang="2700000" scaled="0"/>
        </a:gradFill>
        <a:effectLst/>
      </p:bgPr>
    </p:bg>
    <p:spTree>
      <p:nvGrpSpPr>
        <p:cNvPr id="1" name=""/>
        <p:cNvGrpSpPr/>
        <p:nvPr/>
      </p:nvGrpSpPr>
      <p:grpSpPr>
        <a:xfrm>
          <a:off x="0" y="0"/>
          <a:ext cx="0" cy="0"/>
          <a:chOff x="0" y="0"/>
          <a:chExt cx="0" cy="0"/>
        </a:xfrm>
      </p:grpSpPr>
      <p:pic>
        <p:nvPicPr>
          <p:cNvPr id="45" name="图片 4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2730" y="47712"/>
            <a:ext cx="795252" cy="556675"/>
          </a:xfrm>
          <a:prstGeom prst="rect">
            <a:avLst/>
          </a:prstGeom>
        </p:spPr>
      </p:pic>
      <p:graphicFrame>
        <p:nvGraphicFramePr>
          <p:cNvPr id="1268739" name="Object 3"/>
          <p:cNvGraphicFramePr>
            <a:graphicFrameLocks noChangeAspect="1"/>
          </p:cNvGraphicFramePr>
          <p:nvPr/>
        </p:nvGraphicFramePr>
        <p:xfrm>
          <a:off x="838200" y="331470"/>
          <a:ext cx="10170160" cy="2919095"/>
        </p:xfrm>
        <a:graphic>
          <a:graphicData uri="http://schemas.openxmlformats.org/presentationml/2006/ole">
            <mc:AlternateContent xmlns:mc="http://schemas.openxmlformats.org/markup-compatibility/2006">
              <mc:Choice xmlns:v="urn:schemas-microsoft-com:vml" Requires="v">
                <p:oleObj spid="_x0000_s2" name="Document" r:id="rId2" imgW="5563870" imgH="934085" progId="Word.Document.12">
                  <p:embed/>
                </p:oleObj>
              </mc:Choice>
              <mc:Fallback>
                <p:oleObj name="Document" r:id="rId2" imgW="5563870" imgH="934085" progId="Word.Document.12">
                  <p:embed/>
                  <p:pic>
                    <p:nvPicPr>
                      <p:cNvPr id="0" name="Object 3"/>
                      <p:cNvPicPr>
                        <a:picLocks noChangeAspect="1" noChangeArrowheads="1"/>
                      </p:cNvPicPr>
                      <p:nvPr/>
                    </p:nvPicPr>
                    <p:blipFill>
                      <a:blip r:embed="rId3"/>
                      <a:srcRect/>
                      <a:stretch>
                        <a:fillRect/>
                      </a:stretch>
                    </p:blipFill>
                    <p:spPr bwMode="auto">
                      <a:xfrm>
                        <a:off x="838200" y="331470"/>
                        <a:ext cx="10170160" cy="2919095"/>
                      </a:xfrm>
                      <a:prstGeom prst="rect">
                        <a:avLst/>
                      </a:prstGeom>
                      <a:noFill/>
                    </p:spPr>
                  </p:pic>
                </p:oleObj>
              </mc:Fallback>
            </mc:AlternateContent>
          </a:graphicData>
        </a:graphic>
      </p:graphicFrame>
      <p:graphicFrame>
        <p:nvGraphicFramePr>
          <p:cNvPr id="1268740" name="Object 4"/>
          <p:cNvGraphicFramePr>
            <a:graphicFrameLocks noChangeAspect="1"/>
          </p:cNvGraphicFramePr>
          <p:nvPr/>
        </p:nvGraphicFramePr>
        <p:xfrm>
          <a:off x="623570" y="2404745"/>
          <a:ext cx="10384790" cy="4114165"/>
        </p:xfrm>
        <a:graphic>
          <a:graphicData uri="http://schemas.openxmlformats.org/presentationml/2006/ole">
            <mc:AlternateContent xmlns:mc="http://schemas.openxmlformats.org/markup-compatibility/2006">
              <mc:Choice xmlns:v="urn:schemas-microsoft-com:vml" Requires="v">
                <p:oleObj spid="_x0000_s3" name="Document" r:id="rId4" imgW="5676900" imgH="1749425" progId="Word.Document.12">
                  <p:embed/>
                </p:oleObj>
              </mc:Choice>
              <mc:Fallback>
                <p:oleObj name="Document" r:id="rId4" imgW="5676900" imgH="1749425" progId="Word.Document.12">
                  <p:embed/>
                  <p:pic>
                    <p:nvPicPr>
                      <p:cNvPr id="0" name="Object 4"/>
                      <p:cNvPicPr>
                        <a:picLocks noChangeAspect="1" noChangeArrowheads="1"/>
                      </p:cNvPicPr>
                      <p:nvPr/>
                    </p:nvPicPr>
                    <p:blipFill>
                      <a:blip r:embed="rId5"/>
                      <a:srcRect/>
                      <a:stretch>
                        <a:fillRect/>
                      </a:stretch>
                    </p:blipFill>
                    <p:spPr bwMode="auto">
                      <a:xfrm>
                        <a:off x="623570" y="2404745"/>
                        <a:ext cx="10384790" cy="4114165"/>
                      </a:xfrm>
                      <a:prstGeom prst="rect">
                        <a:avLst/>
                      </a:prstGeom>
                      <a:noFill/>
                    </p:spPr>
                  </p:pic>
                </p:oleObj>
              </mc:Fallback>
            </mc:AlternateContent>
          </a:graphicData>
        </a:graphic>
      </p:graphicFrame>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268739"/>
                                        </p:tgtEl>
                                        <p:attrNameLst>
                                          <p:attrName>style.visibility</p:attrName>
                                        </p:attrNameLst>
                                      </p:cBhvr>
                                      <p:to>
                                        <p:strVal val="visible"/>
                                      </p:to>
                                    </p:set>
                                    <p:anim calcmode="lin" valueType="num">
                                      <p:cBhvr additive="base">
                                        <p:cTn id="7" dur="500" fill="hold"/>
                                        <p:tgtEl>
                                          <p:spTgt spid="1268739"/>
                                        </p:tgtEl>
                                        <p:attrNameLst>
                                          <p:attrName>ppt_x</p:attrName>
                                        </p:attrNameLst>
                                      </p:cBhvr>
                                      <p:tavLst>
                                        <p:tav tm="0">
                                          <p:val>
                                            <p:strVal val="0-#ppt_w/2"/>
                                          </p:val>
                                        </p:tav>
                                        <p:tav tm="100000">
                                          <p:val>
                                            <p:strVal val="#ppt_x"/>
                                          </p:val>
                                        </p:tav>
                                      </p:tavLst>
                                    </p:anim>
                                    <p:anim calcmode="lin" valueType="num">
                                      <p:cBhvr additive="base">
                                        <p:cTn id="8" dur="500" fill="hold"/>
                                        <p:tgtEl>
                                          <p:spTgt spid="126873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nodeType="clickEffect">
                                  <p:stCondLst>
                                    <p:cond delay="0"/>
                                  </p:stCondLst>
                                  <p:childTnLst>
                                    <p:set>
                                      <p:cBhvr>
                                        <p:cTn id="12" dur="1" fill="hold">
                                          <p:stCondLst>
                                            <p:cond delay="0"/>
                                          </p:stCondLst>
                                        </p:cTn>
                                        <p:tgtEl>
                                          <p:spTgt spid="1268740"/>
                                        </p:tgtEl>
                                        <p:attrNameLst>
                                          <p:attrName>style.visibility</p:attrName>
                                        </p:attrNameLst>
                                      </p:cBhvr>
                                      <p:to>
                                        <p:strVal val="visible"/>
                                      </p:to>
                                    </p:set>
                                    <p:animEffect transition="in" filter="wipe(up)">
                                      <p:cBhvr>
                                        <p:cTn id="13" dur="1000"/>
                                        <p:tgtEl>
                                          <p:spTgt spid="12687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gradFill>
          <a:gsLst>
            <a:gs pos="0">
              <a:srgbClr val="0D1B2A"/>
            </a:gs>
            <a:gs pos="60000">
              <a:srgbClr val="1B263B"/>
            </a:gs>
            <a:gs pos="100000">
              <a:srgbClr val="102A43"/>
            </a:gs>
          </a:gsLst>
          <a:lin ang="2700000" scaled="0"/>
        </a:gradFill>
        <a:effectLst/>
      </p:bgPr>
    </p:bg>
    <p:spTree>
      <p:nvGrpSpPr>
        <p:cNvPr id="1" name=""/>
        <p:cNvGrpSpPr/>
        <p:nvPr/>
      </p:nvGrpSpPr>
      <p:grpSpPr>
        <a:xfrm>
          <a:off x="0" y="0"/>
          <a:ext cx="0" cy="0"/>
          <a:chOff x="0" y="0"/>
          <a:chExt cx="0" cy="0"/>
        </a:xfrm>
      </p:grpSpPr>
      <p:pic>
        <p:nvPicPr>
          <p:cNvPr id="45" name="图片 4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2730" y="47712"/>
            <a:ext cx="795252" cy="556675"/>
          </a:xfrm>
          <a:prstGeom prst="rect">
            <a:avLst/>
          </a:prstGeom>
        </p:spPr>
      </p:pic>
      <p:graphicFrame>
        <p:nvGraphicFramePr>
          <p:cNvPr id="1268739" name="Object 3"/>
          <p:cNvGraphicFramePr>
            <a:graphicFrameLocks noChangeAspect="1"/>
          </p:cNvGraphicFramePr>
          <p:nvPr/>
        </p:nvGraphicFramePr>
        <p:xfrm>
          <a:off x="767715" y="942340"/>
          <a:ext cx="8644255" cy="1771650"/>
        </p:xfrm>
        <a:graphic>
          <a:graphicData uri="http://schemas.openxmlformats.org/presentationml/2006/ole">
            <mc:AlternateContent xmlns:mc="http://schemas.openxmlformats.org/markup-compatibility/2006">
              <mc:Choice xmlns:v="urn:schemas-microsoft-com:vml" Requires="v">
                <p:oleObj spid="_x0000_s2" name="Document" r:id="rId2" imgW="5581650" imgH="400050" progId="Word.Document.12">
                  <p:embed/>
                </p:oleObj>
              </mc:Choice>
              <mc:Fallback>
                <p:oleObj name="Document" r:id="rId2" imgW="5581650" imgH="400050" progId="Word.Document.12">
                  <p:embed/>
                  <p:pic>
                    <p:nvPicPr>
                      <p:cNvPr id="0" name="Object 3"/>
                      <p:cNvPicPr>
                        <a:picLocks noChangeAspect="1" noChangeArrowheads="1"/>
                      </p:cNvPicPr>
                      <p:nvPr/>
                    </p:nvPicPr>
                    <p:blipFill>
                      <a:blip r:embed="rId3"/>
                      <a:srcRect/>
                      <a:stretch>
                        <a:fillRect/>
                      </a:stretch>
                    </p:blipFill>
                    <p:spPr bwMode="auto">
                      <a:xfrm>
                        <a:off x="767715" y="942340"/>
                        <a:ext cx="8644255" cy="1771650"/>
                      </a:xfrm>
                      <a:prstGeom prst="rect">
                        <a:avLst/>
                      </a:prstGeom>
                      <a:noFill/>
                    </p:spPr>
                  </p:pic>
                </p:oleObj>
              </mc:Fallback>
            </mc:AlternateContent>
          </a:graphicData>
        </a:graphic>
      </p:graphicFrame>
      <p:graphicFrame>
        <p:nvGraphicFramePr>
          <p:cNvPr id="1268740" name="Object 4"/>
          <p:cNvGraphicFramePr>
            <a:graphicFrameLocks noChangeAspect="1"/>
          </p:cNvGraphicFramePr>
          <p:nvPr/>
        </p:nvGraphicFramePr>
        <p:xfrm>
          <a:off x="191770" y="3078480"/>
          <a:ext cx="11169650" cy="3171190"/>
        </p:xfrm>
        <a:graphic>
          <a:graphicData uri="http://schemas.openxmlformats.org/presentationml/2006/ole">
            <mc:AlternateContent xmlns:mc="http://schemas.openxmlformats.org/markup-compatibility/2006">
              <mc:Choice xmlns:v="urn:schemas-microsoft-com:vml" Requires="v">
                <p:oleObj spid="_x0000_s3" name="Document" r:id="rId4" imgW="5200015" imgH="1146175" progId="Word.Document.12">
                  <p:embed/>
                </p:oleObj>
              </mc:Choice>
              <mc:Fallback>
                <p:oleObj name="Document" r:id="rId4" imgW="5200015" imgH="1146175" progId="Word.Document.12">
                  <p:embed/>
                  <p:pic>
                    <p:nvPicPr>
                      <p:cNvPr id="0" name="Object 4"/>
                      <p:cNvPicPr>
                        <a:picLocks noChangeAspect="1" noChangeArrowheads="1"/>
                      </p:cNvPicPr>
                      <p:nvPr/>
                    </p:nvPicPr>
                    <p:blipFill>
                      <a:blip r:embed="rId5"/>
                      <a:srcRect/>
                      <a:stretch>
                        <a:fillRect/>
                      </a:stretch>
                    </p:blipFill>
                    <p:spPr bwMode="auto">
                      <a:xfrm>
                        <a:off x="191770" y="3078480"/>
                        <a:ext cx="11169650" cy="3171190"/>
                      </a:xfrm>
                      <a:prstGeom prst="rect">
                        <a:avLst/>
                      </a:prstGeom>
                      <a:noFill/>
                    </p:spPr>
                  </p:pic>
                </p:oleObj>
              </mc:Fallback>
            </mc:AlternateContent>
          </a:graphicData>
        </a:graphic>
      </p:graphicFrame>
      <mc:AlternateContent xmlns:mc="http://schemas.openxmlformats.org/markup-compatibility/2006" xmlns:p14="http://schemas.microsoft.com/office/powerpoint/2010/main">
        <mc:Choice Requires="p14">
          <p:contentPart r:id="rId6" p14:bwMode="auto">
            <p14:nvContentPartPr>
              <p14:cNvPr id="4" name="墨迹 3"/>
              <p14:cNvContentPartPr/>
              <p14:nvPr/>
            </p14:nvContentPartPr>
            <p14:xfrm>
              <a:off x="2126800" y="1855720"/>
              <a:ext cx="360" cy="360"/>
            </p14:xfrm>
          </p:contentPart>
        </mc:Choice>
        <mc:Fallback xmlns="">
          <p:pic>
            <p:nvPicPr>
              <p:cNvPr id="4" name="墨迹 3"/>
            </p:nvPicPr>
            <p:blipFill>
              <a:blip r:embed="rId7"/>
            </p:blipFill>
            <p:spPr>
              <a:xfrm>
                <a:off x="2126800" y="1855720"/>
                <a:ext cx="360" cy="360"/>
              </a:xfrm>
              <a:prstGeom prst="rect"/>
            </p:spPr>
          </p:pic>
        </mc:Fallback>
      </mc:AlternateContent>
      <mc:AlternateContent xmlns:mc="http://schemas.openxmlformats.org/markup-compatibility/2006" xmlns:p14="http://schemas.microsoft.com/office/powerpoint/2010/main">
        <mc:Choice Requires="p14">
          <p:contentPart r:id="rId8" p14:bwMode="auto">
            <p14:nvContentPartPr>
              <p14:cNvPr id="5" name="墨迹 4"/>
              <p14:cNvContentPartPr/>
              <p14:nvPr/>
            </p14:nvContentPartPr>
            <p14:xfrm>
              <a:off x="1889560" y="1666360"/>
              <a:ext cx="360" cy="360"/>
            </p14:xfrm>
          </p:contentPart>
        </mc:Choice>
        <mc:Fallback xmlns="">
          <p:pic>
            <p:nvPicPr>
              <p:cNvPr id="5" name="墨迹 4"/>
            </p:nvPicPr>
            <p:blipFill>
              <a:blip r:embed="rId7"/>
            </p:blipFill>
            <p:spPr>
              <a:xfrm>
                <a:off x="1889560" y="1666360"/>
                <a:ext cx="360" cy="360"/>
              </a:xfrm>
              <a:prstGeom prst="rect"/>
            </p:spPr>
          </p:pic>
        </mc:Fallback>
      </mc:AlternateContent>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268739"/>
                                        </p:tgtEl>
                                        <p:attrNameLst>
                                          <p:attrName>style.visibility</p:attrName>
                                        </p:attrNameLst>
                                      </p:cBhvr>
                                      <p:to>
                                        <p:strVal val="visible"/>
                                      </p:to>
                                    </p:set>
                                    <p:anim calcmode="lin" valueType="num">
                                      <p:cBhvr additive="base">
                                        <p:cTn id="7" dur="500" fill="hold"/>
                                        <p:tgtEl>
                                          <p:spTgt spid="1268739"/>
                                        </p:tgtEl>
                                        <p:attrNameLst>
                                          <p:attrName>ppt_x</p:attrName>
                                        </p:attrNameLst>
                                      </p:cBhvr>
                                      <p:tavLst>
                                        <p:tav tm="0">
                                          <p:val>
                                            <p:strVal val="0-#ppt_w/2"/>
                                          </p:val>
                                        </p:tav>
                                        <p:tav tm="100000">
                                          <p:val>
                                            <p:strVal val="#ppt_x"/>
                                          </p:val>
                                        </p:tav>
                                      </p:tavLst>
                                    </p:anim>
                                    <p:anim calcmode="lin" valueType="num">
                                      <p:cBhvr additive="base">
                                        <p:cTn id="8" dur="500" fill="hold"/>
                                        <p:tgtEl>
                                          <p:spTgt spid="126873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nodeType="clickEffect">
                                  <p:stCondLst>
                                    <p:cond delay="0"/>
                                  </p:stCondLst>
                                  <p:childTnLst>
                                    <p:set>
                                      <p:cBhvr>
                                        <p:cTn id="12" dur="1" fill="hold">
                                          <p:stCondLst>
                                            <p:cond delay="0"/>
                                          </p:stCondLst>
                                        </p:cTn>
                                        <p:tgtEl>
                                          <p:spTgt spid="1268740"/>
                                        </p:tgtEl>
                                        <p:attrNameLst>
                                          <p:attrName>style.visibility</p:attrName>
                                        </p:attrNameLst>
                                      </p:cBhvr>
                                      <p:to>
                                        <p:strVal val="visible"/>
                                      </p:to>
                                    </p:set>
                                    <p:animEffect transition="in" filter="wipe(up)">
                                      <p:cBhvr>
                                        <p:cTn id="13" dur="1000"/>
                                        <p:tgtEl>
                                          <p:spTgt spid="12687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gradFill>
          <a:gsLst>
            <a:gs pos="0">
              <a:srgbClr val="0D1B2A"/>
            </a:gs>
            <a:gs pos="60000">
              <a:srgbClr val="1B263B"/>
            </a:gs>
            <a:gs pos="100000">
              <a:srgbClr val="102A43"/>
            </a:gs>
          </a:gsLst>
          <a:lin ang="2700000" scaled="0"/>
        </a:gradFill>
        <a:effectLst/>
      </p:bgPr>
    </p:bg>
    <p:spTree>
      <p:nvGrpSpPr>
        <p:cNvPr id="1" name=""/>
        <p:cNvGrpSpPr/>
        <p:nvPr/>
      </p:nvGrpSpPr>
      <p:grpSpPr>
        <a:xfrm>
          <a:off x="0" y="0"/>
          <a:ext cx="0" cy="0"/>
          <a:chOff x="0" y="0"/>
          <a:chExt cx="0" cy="0"/>
        </a:xfrm>
      </p:grpSpPr>
      <p:pic>
        <p:nvPicPr>
          <p:cNvPr id="45" name="图片 4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2730" y="47712"/>
            <a:ext cx="795252" cy="556675"/>
          </a:xfrm>
          <a:prstGeom prst="rect">
            <a:avLst/>
          </a:prstGeom>
        </p:spPr>
      </p:pic>
      <p:graphicFrame>
        <p:nvGraphicFramePr>
          <p:cNvPr id="1268739" name="Object 3"/>
          <p:cNvGraphicFramePr>
            <a:graphicFrameLocks noChangeAspect="1"/>
          </p:cNvGraphicFramePr>
          <p:nvPr/>
        </p:nvGraphicFramePr>
        <p:xfrm>
          <a:off x="407670" y="335280"/>
          <a:ext cx="8577580" cy="1913890"/>
        </p:xfrm>
        <a:graphic>
          <a:graphicData uri="http://schemas.openxmlformats.org/presentationml/2006/ole">
            <mc:AlternateContent xmlns:mc="http://schemas.openxmlformats.org/markup-compatibility/2006">
              <mc:Choice xmlns:v="urn:schemas-microsoft-com:vml" Requires="v">
                <p:oleObj spid="_x0000_s2" name="Document" r:id="rId2" imgW="5563870" imgH="934085" progId="Word.Document.12">
                  <p:embed/>
                </p:oleObj>
              </mc:Choice>
              <mc:Fallback>
                <p:oleObj name="Document" r:id="rId2" imgW="5563870" imgH="934085" progId="Word.Document.12">
                  <p:embed/>
                  <p:pic>
                    <p:nvPicPr>
                      <p:cNvPr id="0" name="Object 3"/>
                      <p:cNvPicPr>
                        <a:picLocks noChangeAspect="1" noChangeArrowheads="1"/>
                      </p:cNvPicPr>
                      <p:nvPr/>
                    </p:nvPicPr>
                    <p:blipFill>
                      <a:blip r:embed="rId3"/>
                      <a:srcRect/>
                      <a:stretch>
                        <a:fillRect/>
                      </a:stretch>
                    </p:blipFill>
                    <p:spPr bwMode="auto">
                      <a:xfrm>
                        <a:off x="407670" y="335280"/>
                        <a:ext cx="8577580" cy="1913890"/>
                      </a:xfrm>
                      <a:prstGeom prst="rect">
                        <a:avLst/>
                      </a:prstGeom>
                      <a:noFill/>
                    </p:spPr>
                  </p:pic>
                </p:oleObj>
              </mc:Fallback>
            </mc:AlternateContent>
          </a:graphicData>
        </a:graphic>
      </p:graphicFrame>
      <p:graphicFrame>
        <p:nvGraphicFramePr>
          <p:cNvPr id="1268740" name="Object 4"/>
          <p:cNvGraphicFramePr>
            <a:graphicFrameLocks noChangeAspect="1"/>
          </p:cNvGraphicFramePr>
          <p:nvPr/>
        </p:nvGraphicFramePr>
        <p:xfrm>
          <a:off x="191770" y="1403985"/>
          <a:ext cx="11160125" cy="2893060"/>
        </p:xfrm>
        <a:graphic>
          <a:graphicData uri="http://schemas.openxmlformats.org/presentationml/2006/ole">
            <mc:AlternateContent xmlns:mc="http://schemas.openxmlformats.org/markup-compatibility/2006">
              <mc:Choice xmlns:v="urn:schemas-microsoft-com:vml" Requires="v">
                <p:oleObj spid="_x0000_s3" name="Document" r:id="rId4" imgW="5200015" imgH="1146175" progId="Word.Document.12">
                  <p:embed/>
                </p:oleObj>
              </mc:Choice>
              <mc:Fallback>
                <p:oleObj name="Document" r:id="rId4" imgW="5200015" imgH="1146175" progId="Word.Document.12">
                  <p:embed/>
                  <p:pic>
                    <p:nvPicPr>
                      <p:cNvPr id="0" name="Object 4"/>
                      <p:cNvPicPr>
                        <a:picLocks noChangeAspect="1" noChangeArrowheads="1"/>
                      </p:cNvPicPr>
                      <p:nvPr/>
                    </p:nvPicPr>
                    <p:blipFill>
                      <a:blip r:embed="rId5"/>
                      <a:srcRect/>
                      <a:stretch>
                        <a:fillRect/>
                      </a:stretch>
                    </p:blipFill>
                    <p:spPr bwMode="auto">
                      <a:xfrm>
                        <a:off x="191770" y="1403985"/>
                        <a:ext cx="11160125" cy="2893060"/>
                      </a:xfrm>
                      <a:prstGeom prst="rect">
                        <a:avLst/>
                      </a:prstGeom>
                      <a:noFill/>
                    </p:spPr>
                  </p:pic>
                </p:oleObj>
              </mc:Fallback>
            </mc:AlternateContent>
          </a:graphicData>
        </a:graphic>
      </p:graphicFrame>
      <p:graphicFrame>
        <p:nvGraphicFramePr>
          <p:cNvPr id="4" name="Object 4"/>
          <p:cNvGraphicFramePr>
            <a:graphicFrameLocks noChangeAspect="1"/>
          </p:cNvGraphicFramePr>
          <p:nvPr/>
        </p:nvGraphicFramePr>
        <p:xfrm>
          <a:off x="407670" y="2388870"/>
          <a:ext cx="7880985" cy="2602865"/>
        </p:xfrm>
        <a:graphic>
          <a:graphicData uri="http://schemas.openxmlformats.org/presentationml/2006/ole">
            <mc:AlternateContent xmlns:mc="http://schemas.openxmlformats.org/markup-compatibility/2006">
              <mc:Choice xmlns:v="urn:schemas-microsoft-com:vml" Requires="v">
                <p:oleObj spid="_x0000_s5" name="Document" r:id="rId6" imgW="5200015" imgH="1146175" progId="Word.Document.12">
                  <p:embed/>
                </p:oleObj>
              </mc:Choice>
              <mc:Fallback>
                <p:oleObj name="Document" r:id="rId6" imgW="5200015" imgH="1146175" progId="Word.Document.12">
                  <p:embed/>
                  <p:pic>
                    <p:nvPicPr>
                      <p:cNvPr id="0" name="Object 4"/>
                      <p:cNvPicPr>
                        <a:picLocks noChangeAspect="1" noChangeArrowheads="1"/>
                      </p:cNvPicPr>
                      <p:nvPr/>
                    </p:nvPicPr>
                    <p:blipFill>
                      <a:blip r:embed="rId7"/>
                      <a:srcRect/>
                      <a:stretch>
                        <a:fillRect/>
                      </a:stretch>
                    </p:blipFill>
                    <p:spPr bwMode="auto">
                      <a:xfrm>
                        <a:off x="407670" y="2388870"/>
                        <a:ext cx="7880985" cy="2602865"/>
                      </a:xfrm>
                      <a:prstGeom prst="rect">
                        <a:avLst/>
                      </a:prstGeom>
                      <a:noFill/>
                    </p:spPr>
                  </p:pic>
                </p:oleObj>
              </mc:Fallback>
            </mc:AlternateContent>
          </a:graphicData>
        </a:graphic>
      </p:graphicFrame>
      <p:graphicFrame>
        <p:nvGraphicFramePr>
          <p:cNvPr id="7" name="Object 3"/>
          <p:cNvGraphicFramePr>
            <a:graphicFrameLocks noChangeAspect="1"/>
          </p:cNvGraphicFramePr>
          <p:nvPr/>
        </p:nvGraphicFramePr>
        <p:xfrm>
          <a:off x="335280" y="3317875"/>
          <a:ext cx="8825865" cy="1229360"/>
        </p:xfrm>
        <a:graphic>
          <a:graphicData uri="http://schemas.openxmlformats.org/presentationml/2006/ole">
            <mc:AlternateContent xmlns:mc="http://schemas.openxmlformats.org/markup-compatibility/2006">
              <mc:Choice xmlns:v="urn:schemas-microsoft-com:vml" Requires="v">
                <p:oleObj spid="_x0000_s6" name="Document" r:id="rId8" imgW="5563870" imgH="509270" progId="Word.Document.12">
                  <p:embed/>
                </p:oleObj>
              </mc:Choice>
              <mc:Fallback>
                <p:oleObj name="Document" r:id="rId8" imgW="5563870" imgH="509270" progId="Word.Document.12">
                  <p:embed/>
                  <p:pic>
                    <p:nvPicPr>
                      <p:cNvPr id="0" name="Object 3"/>
                      <p:cNvPicPr>
                        <a:picLocks noChangeAspect="1" noChangeArrowheads="1"/>
                      </p:cNvPicPr>
                      <p:nvPr/>
                    </p:nvPicPr>
                    <p:blipFill>
                      <a:blip r:embed="rId9"/>
                      <a:srcRect/>
                      <a:stretch>
                        <a:fillRect/>
                      </a:stretch>
                    </p:blipFill>
                    <p:spPr bwMode="auto">
                      <a:xfrm>
                        <a:off x="335280" y="3317875"/>
                        <a:ext cx="8825865" cy="122936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Object 4"/>
          <p:cNvGraphicFramePr>
            <a:graphicFrameLocks noChangeAspect="1"/>
          </p:cNvGraphicFramePr>
          <p:nvPr/>
        </p:nvGraphicFramePr>
        <p:xfrm>
          <a:off x="551815" y="4605655"/>
          <a:ext cx="8521700" cy="2226945"/>
        </p:xfrm>
        <a:graphic>
          <a:graphicData uri="http://schemas.openxmlformats.org/presentationml/2006/ole">
            <mc:AlternateContent xmlns:mc="http://schemas.openxmlformats.org/markup-compatibility/2006">
              <mc:Choice xmlns:v="urn:schemas-microsoft-com:vml" Requires="v">
                <p:oleObj spid="_x0000_s9" name="文档" r:id="rId10" imgW="5696585" imgH="1051560" progId="Word.Document.12">
                  <p:embed/>
                </p:oleObj>
              </mc:Choice>
              <mc:Fallback>
                <p:oleObj name="文档" r:id="rId10" imgW="5696585" imgH="1051560" progId="Word.Document.12">
                  <p:embed/>
                  <p:pic>
                    <p:nvPicPr>
                      <p:cNvPr id="0" name="Object 4"/>
                      <p:cNvPicPr>
                        <a:picLocks noChangeAspect="1" noChangeArrowheads="1"/>
                      </p:cNvPicPr>
                      <p:nvPr/>
                    </p:nvPicPr>
                    <p:blipFill>
                      <a:blip r:embed="rId11"/>
                      <a:srcRect/>
                      <a:stretch>
                        <a:fillRect/>
                      </a:stretch>
                    </p:blipFill>
                    <p:spPr bwMode="auto">
                      <a:xfrm>
                        <a:off x="551815" y="4605655"/>
                        <a:ext cx="8521700" cy="222694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6873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6874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8"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0-#ppt_w/2"/>
                                          </p:val>
                                        </p:tav>
                                        <p:tav tm="100000">
                                          <p:val>
                                            <p:strVal val="#ppt_x"/>
                                          </p:val>
                                        </p:tav>
                                      </p:tavLst>
                                    </p:anim>
                                    <p:anim calcmode="lin" valueType="num">
                                      <p:cBhvr additive="base">
                                        <p:cTn id="16"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wipe(up)">
                                      <p:cBhvr>
                                        <p:cTn id="21"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gradFill>
          <a:gsLst>
            <a:gs pos="0">
              <a:srgbClr val="0D1B2A"/>
            </a:gs>
            <a:gs pos="60000">
              <a:srgbClr val="1B263B"/>
            </a:gs>
            <a:gs pos="100000">
              <a:srgbClr val="102A43"/>
            </a:gs>
          </a:gsLst>
          <a:lin ang="2700000" scaled="0"/>
        </a:gradFill>
        <a:effectLst/>
      </p:bgPr>
    </p:bg>
    <p:spTree>
      <p:nvGrpSpPr>
        <p:cNvPr id="1" name=""/>
        <p:cNvGrpSpPr/>
        <p:nvPr/>
      </p:nvGrpSpPr>
      <p:grpSpPr>
        <a:xfrm>
          <a:off x="0" y="0"/>
          <a:ext cx="0" cy="0"/>
          <a:chOff x="0" y="0"/>
          <a:chExt cx="0" cy="0"/>
        </a:xfrm>
      </p:grpSpPr>
      <p:pic>
        <p:nvPicPr>
          <p:cNvPr id="45" name="图片 4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2730" y="47712"/>
            <a:ext cx="795252" cy="556675"/>
          </a:xfrm>
          <a:prstGeom prst="rect">
            <a:avLst/>
          </a:prstGeom>
        </p:spPr>
      </p:pic>
      <p:sp>
        <p:nvSpPr>
          <p:cNvPr id="47" name="矩形 46"/>
          <p:cNvSpPr/>
          <p:nvPr/>
        </p:nvSpPr>
        <p:spPr>
          <a:xfrm>
            <a:off x="852603" y="91363"/>
            <a:ext cx="3602934" cy="461545"/>
          </a:xfrm>
          <a:prstGeom prst="rect">
            <a:avLst/>
          </a:prstGeom>
        </p:spPr>
        <p:txBody>
          <a:bodyPr wrap="none">
            <a:spAutoFit/>
          </a:bodyPr>
          <a:lstStyle/>
          <a:p>
            <a:r>
              <a:rPr lang="en-US" altLang="zh-CN" sz="2400" b="1" dirty="0">
                <a:solidFill>
                  <a:schemeClr val="bg1"/>
                </a:solidFill>
                <a:latin typeface="微软雅黑" panose="020B0503020204020204" charset="-122"/>
                <a:ea typeface="微软雅黑" panose="020B0503020204020204" charset="-122"/>
              </a:rPr>
              <a:t>2.3  </a:t>
            </a:r>
            <a:r>
              <a:rPr lang="zh-CN" altLang="en-US" sz="2400" b="1" dirty="0">
                <a:solidFill>
                  <a:schemeClr val="bg1"/>
                </a:solidFill>
                <a:latin typeface="微软雅黑" panose="020B0503020204020204" charset="-122"/>
                <a:ea typeface="微软雅黑" panose="020B0503020204020204" charset="-122"/>
              </a:rPr>
              <a:t>复合函数的求导法则</a:t>
            </a:r>
            <a:endParaRPr lang="zh-CN" altLang="en-US" sz="2400" b="1" dirty="0">
              <a:solidFill>
                <a:schemeClr val="bg1"/>
              </a:solidFill>
              <a:latin typeface="微软雅黑" panose="020B0503020204020204" charset="-122"/>
              <a:ea typeface="微软雅黑" panose="020B0503020204020204" charset="-122"/>
            </a:endParaRPr>
          </a:p>
        </p:txBody>
      </p:sp>
      <p:graphicFrame>
        <p:nvGraphicFramePr>
          <p:cNvPr id="1271811" name="Object 3"/>
          <p:cNvGraphicFramePr>
            <a:graphicFrameLocks noChangeAspect="1"/>
          </p:cNvGraphicFramePr>
          <p:nvPr/>
        </p:nvGraphicFramePr>
        <p:xfrm>
          <a:off x="551180" y="880745"/>
          <a:ext cx="9485630" cy="1724025"/>
        </p:xfrm>
        <a:graphic>
          <a:graphicData uri="http://schemas.openxmlformats.org/presentationml/2006/ole">
            <mc:AlternateContent xmlns:mc="http://schemas.openxmlformats.org/markup-compatibility/2006">
              <mc:Choice xmlns:v="urn:schemas-microsoft-com:vml" Requires="v">
                <p:oleObj spid="_x0000_s2" name="Document" r:id="rId2" imgW="5563870" imgH="682625" progId="Word.Document.12">
                  <p:embed/>
                </p:oleObj>
              </mc:Choice>
              <mc:Fallback>
                <p:oleObj name="Document" r:id="rId2" imgW="5563870" imgH="682625" progId="Word.Document.12">
                  <p:embed/>
                  <p:pic>
                    <p:nvPicPr>
                      <p:cNvPr id="0" name="Object 3"/>
                      <p:cNvPicPr>
                        <a:picLocks noChangeAspect="1" noChangeArrowheads="1"/>
                      </p:cNvPicPr>
                      <p:nvPr/>
                    </p:nvPicPr>
                    <p:blipFill>
                      <a:blip r:embed="rId3"/>
                      <a:srcRect/>
                      <a:stretch>
                        <a:fillRect/>
                      </a:stretch>
                    </p:blipFill>
                    <p:spPr bwMode="auto">
                      <a:xfrm>
                        <a:off x="551180" y="880745"/>
                        <a:ext cx="9485630" cy="1724025"/>
                      </a:xfrm>
                      <a:prstGeom prst="rect">
                        <a:avLst/>
                      </a:prstGeom>
                      <a:noFill/>
                    </p:spPr>
                  </p:pic>
                </p:oleObj>
              </mc:Fallback>
            </mc:AlternateContent>
          </a:graphicData>
        </a:graphic>
      </p:graphicFrame>
      <p:graphicFrame>
        <p:nvGraphicFramePr>
          <p:cNvPr id="1271812" name="Object 4"/>
          <p:cNvGraphicFramePr>
            <a:graphicFrameLocks noChangeAspect="1"/>
          </p:cNvGraphicFramePr>
          <p:nvPr/>
        </p:nvGraphicFramePr>
        <p:xfrm>
          <a:off x="714375" y="2371090"/>
          <a:ext cx="10741660" cy="1209040"/>
        </p:xfrm>
        <a:graphic>
          <a:graphicData uri="http://schemas.openxmlformats.org/presentationml/2006/ole">
            <mc:AlternateContent xmlns:mc="http://schemas.openxmlformats.org/markup-compatibility/2006">
              <mc:Choice xmlns:v="urn:schemas-microsoft-com:vml" Requires="v">
                <p:oleObj spid="_x0000_s3" name="文档" r:id="rId4" imgW="5681345" imgH="461010" progId="Word.Document.12">
                  <p:embed/>
                </p:oleObj>
              </mc:Choice>
              <mc:Fallback>
                <p:oleObj name="文档" r:id="rId4" imgW="5681345" imgH="461010" progId="Word.Document.12">
                  <p:embed/>
                  <p:pic>
                    <p:nvPicPr>
                      <p:cNvPr id="0" name="Object 4"/>
                      <p:cNvPicPr>
                        <a:picLocks noChangeAspect="1" noChangeArrowheads="1"/>
                      </p:cNvPicPr>
                      <p:nvPr/>
                    </p:nvPicPr>
                    <p:blipFill>
                      <a:blip r:embed="rId5"/>
                      <a:srcRect/>
                      <a:stretch>
                        <a:fillRect/>
                      </a:stretch>
                    </p:blipFill>
                    <p:spPr bwMode="auto">
                      <a:xfrm>
                        <a:off x="714375" y="2371090"/>
                        <a:ext cx="10741660" cy="12090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Object 3"/>
          <p:cNvGraphicFramePr>
            <a:graphicFrameLocks noChangeAspect="1"/>
          </p:cNvGraphicFramePr>
          <p:nvPr/>
        </p:nvGraphicFramePr>
        <p:xfrm>
          <a:off x="550545" y="3192780"/>
          <a:ext cx="8317865" cy="1393825"/>
        </p:xfrm>
        <a:graphic>
          <a:graphicData uri="http://schemas.openxmlformats.org/presentationml/2006/ole">
            <mc:AlternateContent xmlns:mc="http://schemas.openxmlformats.org/markup-compatibility/2006">
              <mc:Choice xmlns:v="urn:schemas-microsoft-com:vml" Requires="v">
                <p:oleObj spid="_x0000_s4" name="Document" r:id="rId6" imgW="5563870" imgH="509270" progId="Word.Document.12">
                  <p:embed/>
                </p:oleObj>
              </mc:Choice>
              <mc:Fallback>
                <p:oleObj name="Document" r:id="rId6" imgW="5563870" imgH="509270" progId="Word.Document.12">
                  <p:embed/>
                  <p:pic>
                    <p:nvPicPr>
                      <p:cNvPr id="0" name="Object 3"/>
                      <p:cNvPicPr>
                        <a:picLocks noChangeAspect="1" noChangeArrowheads="1"/>
                      </p:cNvPicPr>
                      <p:nvPr/>
                    </p:nvPicPr>
                    <p:blipFill>
                      <a:blip r:embed="rId7"/>
                      <a:srcRect/>
                      <a:stretch>
                        <a:fillRect/>
                      </a:stretch>
                    </p:blipFill>
                    <p:spPr bwMode="auto">
                      <a:xfrm>
                        <a:off x="550545" y="3192780"/>
                        <a:ext cx="8317865" cy="1393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Object 4"/>
          <p:cNvGraphicFramePr>
            <a:graphicFrameLocks noChangeAspect="1"/>
          </p:cNvGraphicFramePr>
          <p:nvPr/>
        </p:nvGraphicFramePr>
        <p:xfrm>
          <a:off x="479425" y="4586605"/>
          <a:ext cx="11406505" cy="1997075"/>
        </p:xfrm>
        <a:graphic>
          <a:graphicData uri="http://schemas.openxmlformats.org/presentationml/2006/ole">
            <mc:AlternateContent xmlns:mc="http://schemas.openxmlformats.org/markup-compatibility/2006">
              <mc:Choice xmlns:v="urn:schemas-microsoft-com:vml" Requires="v">
                <p:oleObj spid="_x0000_s5" name="文档" r:id="rId8" imgW="5696585" imgH="1051560" progId="Word.Document.12">
                  <p:embed/>
                </p:oleObj>
              </mc:Choice>
              <mc:Fallback>
                <p:oleObj name="文档" r:id="rId8" imgW="5696585" imgH="1051560" progId="Word.Document.12">
                  <p:embed/>
                  <p:pic>
                    <p:nvPicPr>
                      <p:cNvPr id="0" name="Object 4"/>
                      <p:cNvPicPr>
                        <a:picLocks noChangeAspect="1" noChangeArrowheads="1"/>
                      </p:cNvPicPr>
                      <p:nvPr/>
                    </p:nvPicPr>
                    <p:blipFill>
                      <a:blip r:embed="rId9"/>
                      <a:srcRect/>
                      <a:stretch>
                        <a:fillRect/>
                      </a:stretch>
                    </p:blipFill>
                    <p:spPr bwMode="auto">
                      <a:xfrm>
                        <a:off x="479425" y="4586605"/>
                        <a:ext cx="11406505" cy="1997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72839" name="Object 7"/>
          <p:cNvGraphicFramePr>
            <a:graphicFrameLocks noChangeAspect="1"/>
          </p:cNvGraphicFramePr>
          <p:nvPr/>
        </p:nvGraphicFramePr>
        <p:xfrm>
          <a:off x="191770" y="5876925"/>
          <a:ext cx="11277600" cy="1312545"/>
        </p:xfrm>
        <a:graphic>
          <a:graphicData uri="http://schemas.openxmlformats.org/presentationml/2006/ole">
            <mc:AlternateContent xmlns:mc="http://schemas.openxmlformats.org/markup-compatibility/2006">
              <mc:Choice xmlns:v="urn:schemas-microsoft-com:vml" Requires="v">
                <p:oleObj spid="_x0000_s6" name="Document" r:id="rId10" imgW="5605145" imgH="784860" progId="Word.Document.12">
                  <p:embed/>
                </p:oleObj>
              </mc:Choice>
              <mc:Fallback>
                <p:oleObj name="Document" r:id="rId10" imgW="5605145" imgH="784860" progId="Word.Document.12">
                  <p:embed/>
                  <p:pic>
                    <p:nvPicPr>
                      <p:cNvPr id="0" name="Object 7"/>
                      <p:cNvPicPr>
                        <a:picLocks noChangeAspect="1" noChangeArrowheads="1"/>
                      </p:cNvPicPr>
                      <p:nvPr/>
                    </p:nvPicPr>
                    <p:blipFill>
                      <a:blip r:embed="rId11"/>
                      <a:srcRect/>
                      <a:stretch>
                        <a:fillRect/>
                      </a:stretch>
                    </p:blipFill>
                    <p:spPr bwMode="auto">
                      <a:xfrm>
                        <a:off x="191770" y="5876925"/>
                        <a:ext cx="11277600" cy="1312545"/>
                      </a:xfrm>
                      <a:prstGeom prst="rect">
                        <a:avLst/>
                      </a:prstGeom>
                      <a:noFill/>
                    </p:spPr>
                  </p:pic>
                </p:oleObj>
              </mc:Fallback>
            </mc:AlternateContent>
          </a:graphicData>
        </a:graphic>
      </p:graphicFrame>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271811"/>
                                        </p:tgtEl>
                                        <p:attrNameLst>
                                          <p:attrName>style.visibility</p:attrName>
                                        </p:attrNameLst>
                                      </p:cBhvr>
                                      <p:to>
                                        <p:strVal val="visible"/>
                                      </p:to>
                                    </p:set>
                                    <p:anim calcmode="lin" valueType="num">
                                      <p:cBhvr additive="base">
                                        <p:cTn id="7" dur="500" fill="hold"/>
                                        <p:tgtEl>
                                          <p:spTgt spid="1271811"/>
                                        </p:tgtEl>
                                        <p:attrNameLst>
                                          <p:attrName>ppt_x</p:attrName>
                                        </p:attrNameLst>
                                      </p:cBhvr>
                                      <p:tavLst>
                                        <p:tav tm="0">
                                          <p:val>
                                            <p:strVal val="0-#ppt_w/2"/>
                                          </p:val>
                                        </p:tav>
                                        <p:tav tm="100000">
                                          <p:val>
                                            <p:strVal val="#ppt_x"/>
                                          </p:val>
                                        </p:tav>
                                      </p:tavLst>
                                    </p:anim>
                                    <p:anim calcmode="lin" valueType="num">
                                      <p:cBhvr additive="base">
                                        <p:cTn id="8" dur="500" fill="hold"/>
                                        <p:tgtEl>
                                          <p:spTgt spid="127181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nodeType="clickEffect">
                                  <p:stCondLst>
                                    <p:cond delay="0"/>
                                  </p:stCondLst>
                                  <p:childTnLst>
                                    <p:set>
                                      <p:cBhvr>
                                        <p:cTn id="12" dur="1" fill="hold">
                                          <p:stCondLst>
                                            <p:cond delay="0"/>
                                          </p:stCondLst>
                                        </p:cTn>
                                        <p:tgtEl>
                                          <p:spTgt spid="1271812"/>
                                        </p:tgtEl>
                                        <p:attrNameLst>
                                          <p:attrName>style.visibility</p:attrName>
                                        </p:attrNameLst>
                                      </p:cBhvr>
                                      <p:to>
                                        <p:strVal val="visible"/>
                                      </p:to>
                                    </p:set>
                                    <p:animEffect transition="in" filter="wipe(up)">
                                      <p:cBhvr>
                                        <p:cTn id="13" dur="1000"/>
                                        <p:tgtEl>
                                          <p:spTgt spid="1271812"/>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additive="base">
                                        <p:cTn id="18" dur="500" fill="hold"/>
                                        <p:tgtEl>
                                          <p:spTgt spid="7"/>
                                        </p:tgtEl>
                                        <p:attrNameLst>
                                          <p:attrName>ppt_x</p:attrName>
                                        </p:attrNameLst>
                                      </p:cBhvr>
                                      <p:tavLst>
                                        <p:tav tm="0">
                                          <p:val>
                                            <p:strVal val="0-#ppt_w/2"/>
                                          </p:val>
                                        </p:tav>
                                        <p:tav tm="100000">
                                          <p:val>
                                            <p:strVal val="#ppt_x"/>
                                          </p:val>
                                        </p:tav>
                                      </p:tavLst>
                                    </p:anim>
                                    <p:anim calcmode="lin" valueType="num">
                                      <p:cBhvr additive="base">
                                        <p:cTn id="19"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wipe(up)">
                                      <p:cBhvr>
                                        <p:cTn id="24" dur="1000"/>
                                        <p:tgtEl>
                                          <p:spTgt spid="8"/>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nodeType="clickEffect">
                                  <p:stCondLst>
                                    <p:cond delay="0"/>
                                  </p:stCondLst>
                                  <p:childTnLst>
                                    <p:set>
                                      <p:cBhvr>
                                        <p:cTn id="28" dur="1" fill="hold">
                                          <p:stCondLst>
                                            <p:cond delay="0"/>
                                          </p:stCondLst>
                                        </p:cTn>
                                        <p:tgtEl>
                                          <p:spTgt spid="1272839"/>
                                        </p:tgtEl>
                                        <p:attrNameLst>
                                          <p:attrName>style.visibility</p:attrName>
                                        </p:attrNameLst>
                                      </p:cBhvr>
                                      <p:to>
                                        <p:strVal val="visible"/>
                                      </p:to>
                                    </p:set>
                                    <p:animEffect transition="in" filter="wipe(up)">
                                      <p:cBhvr>
                                        <p:cTn id="29" dur="500"/>
                                        <p:tgtEl>
                                          <p:spTgt spid="12728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gradFill>
          <a:gsLst>
            <a:gs pos="0">
              <a:srgbClr val="0D1B2A"/>
            </a:gs>
            <a:gs pos="60000">
              <a:srgbClr val="1B263B"/>
            </a:gs>
            <a:gs pos="100000">
              <a:srgbClr val="102A43"/>
            </a:gs>
          </a:gsLst>
          <a:lin ang="2700000" scaled="0"/>
        </a:gradFill>
        <a:effectLst/>
      </p:bgPr>
    </p:bg>
    <p:spTree>
      <p:nvGrpSpPr>
        <p:cNvPr id="1" name=""/>
        <p:cNvGrpSpPr/>
        <p:nvPr/>
      </p:nvGrpSpPr>
      <p:grpSpPr>
        <a:xfrm>
          <a:off x="0" y="0"/>
          <a:ext cx="0" cy="0"/>
          <a:chOff x="0" y="0"/>
          <a:chExt cx="0" cy="0"/>
        </a:xfrm>
      </p:grpSpPr>
      <p:pic>
        <p:nvPicPr>
          <p:cNvPr id="45" name="图片 4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2730" y="47712"/>
            <a:ext cx="795252" cy="556675"/>
          </a:xfrm>
          <a:prstGeom prst="rect">
            <a:avLst/>
          </a:prstGeom>
        </p:spPr>
      </p:pic>
      <p:sp>
        <p:nvSpPr>
          <p:cNvPr id="47" name="矩形 46"/>
          <p:cNvSpPr/>
          <p:nvPr/>
        </p:nvSpPr>
        <p:spPr>
          <a:xfrm>
            <a:off x="852604" y="91363"/>
            <a:ext cx="2064451" cy="461545"/>
          </a:xfrm>
          <a:prstGeom prst="rect">
            <a:avLst/>
          </a:prstGeom>
        </p:spPr>
        <p:txBody>
          <a:bodyPr wrap="none">
            <a:spAutoFit/>
          </a:bodyPr>
          <a:lstStyle/>
          <a:p>
            <a:r>
              <a:rPr lang="en-US" altLang="zh-CN" sz="2400" b="1" dirty="0">
                <a:solidFill>
                  <a:schemeClr val="bg1"/>
                </a:solidFill>
                <a:latin typeface="微软雅黑" panose="020B0503020204020204" charset="-122"/>
                <a:ea typeface="微软雅黑" panose="020B0503020204020204" charset="-122"/>
              </a:rPr>
              <a:t>2.4  </a:t>
            </a:r>
            <a:r>
              <a:rPr lang="zh-CN" altLang="en-US" sz="2400" b="1" dirty="0">
                <a:solidFill>
                  <a:schemeClr val="bg1"/>
                </a:solidFill>
                <a:latin typeface="微软雅黑" panose="020B0503020204020204" charset="-122"/>
                <a:ea typeface="微软雅黑" panose="020B0503020204020204" charset="-122"/>
              </a:rPr>
              <a:t>高阶导数</a:t>
            </a:r>
            <a:endParaRPr lang="zh-CN" altLang="en-US" sz="2400" b="1" dirty="0">
              <a:solidFill>
                <a:schemeClr val="bg1"/>
              </a:solidFill>
              <a:latin typeface="微软雅黑" panose="020B0503020204020204" charset="-122"/>
              <a:ea typeface="微软雅黑" panose="020B0503020204020204" charset="-122"/>
            </a:endParaRPr>
          </a:p>
        </p:txBody>
      </p:sp>
      <p:graphicFrame>
        <p:nvGraphicFramePr>
          <p:cNvPr id="20485" name="Object 5"/>
          <p:cNvGraphicFramePr>
            <a:graphicFrameLocks noChangeAspect="1"/>
          </p:cNvGraphicFramePr>
          <p:nvPr/>
        </p:nvGraphicFramePr>
        <p:xfrm>
          <a:off x="66040" y="732155"/>
          <a:ext cx="11657965" cy="5948680"/>
        </p:xfrm>
        <a:graphic>
          <a:graphicData uri="http://schemas.openxmlformats.org/presentationml/2006/ole">
            <mc:AlternateContent xmlns:mc="http://schemas.openxmlformats.org/markup-compatibility/2006">
              <mc:Choice xmlns:v="urn:schemas-microsoft-com:vml" Requires="v">
                <p:oleObj spid="_x0000_s2" name="文档" r:id="rId2" imgW="5603240" imgH="2492375" progId="Word.Document.12">
                  <p:embed/>
                </p:oleObj>
              </mc:Choice>
              <mc:Fallback>
                <p:oleObj name="文档" r:id="rId2" imgW="5603240" imgH="2492375" progId="Word.Document.12">
                  <p:embed/>
                  <p:pic>
                    <p:nvPicPr>
                      <p:cNvPr id="0" name="Object 5"/>
                      <p:cNvPicPr>
                        <a:picLocks noChangeAspect="1" noChangeArrowheads="1"/>
                      </p:cNvPicPr>
                      <p:nvPr/>
                    </p:nvPicPr>
                    <p:blipFill>
                      <a:blip r:embed="rId3"/>
                      <a:srcRect/>
                      <a:stretch>
                        <a:fillRect/>
                      </a:stretch>
                    </p:blipFill>
                    <p:spPr bwMode="auto">
                      <a:xfrm>
                        <a:off x="66040" y="732155"/>
                        <a:ext cx="11657965" cy="5948680"/>
                      </a:xfrm>
                      <a:prstGeom prst="rect">
                        <a:avLst/>
                      </a:prstGeom>
                      <a:noFill/>
                    </p:spPr>
                  </p:pic>
                </p:oleObj>
              </mc:Fallback>
            </mc:AlternateContent>
          </a:graphicData>
        </a:graphic>
      </p:graphicFrame>
    </p:spTree>
  </p:cSld>
  <p:clrMapOvr>
    <a:masterClrMapping/>
  </p:clrMapOvr>
  <p:transition spd="slow">
    <p:random/>
  </p:transition>
</p:sld>
</file>

<file path=ppt/slides/slide27.xml><?xml version="1.0" encoding="utf-8"?>
<p:sld xmlns:a="http://schemas.openxmlformats.org/drawingml/2006/main" xmlns:r="http://schemas.openxmlformats.org/officeDocument/2006/relationships" xmlns:p="http://schemas.openxmlformats.org/presentationml/2006/main">
  <p:cSld>
    <p:bg>
      <p:bgPr>
        <a:gradFill>
          <a:gsLst>
            <a:gs pos="0">
              <a:srgbClr val="0D1B2A"/>
            </a:gs>
            <a:gs pos="60000">
              <a:srgbClr val="1B263B"/>
            </a:gs>
            <a:gs pos="100000">
              <a:srgbClr val="102A43"/>
            </a:gs>
          </a:gsLst>
          <a:lin ang="2700000" scaled="0"/>
        </a:gradFill>
        <a:effectLst/>
      </p:bgPr>
    </p:bg>
    <p:spTree>
      <p:nvGrpSpPr>
        <p:cNvPr id="1" name=""/>
        <p:cNvGrpSpPr/>
        <p:nvPr/>
      </p:nvGrpSpPr>
      <p:grpSpPr>
        <a:xfrm>
          <a:off x="0" y="0"/>
          <a:ext cx="0" cy="0"/>
          <a:chOff x="0" y="0"/>
          <a:chExt cx="0" cy="0"/>
        </a:xfrm>
      </p:grpSpPr>
      <p:pic>
        <p:nvPicPr>
          <p:cNvPr id="45" name="图片 4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2730" y="47712"/>
            <a:ext cx="795252" cy="556675"/>
          </a:xfrm>
          <a:prstGeom prst="rect">
            <a:avLst/>
          </a:prstGeom>
        </p:spPr>
      </p:pic>
      <p:sp>
        <p:nvSpPr>
          <p:cNvPr id="47" name="矩形 46"/>
          <p:cNvSpPr/>
          <p:nvPr/>
        </p:nvSpPr>
        <p:spPr>
          <a:xfrm>
            <a:off x="852604" y="91363"/>
            <a:ext cx="2064451" cy="461545"/>
          </a:xfrm>
          <a:prstGeom prst="rect">
            <a:avLst/>
          </a:prstGeom>
        </p:spPr>
        <p:txBody>
          <a:bodyPr wrap="none">
            <a:spAutoFit/>
          </a:bodyPr>
          <a:lstStyle/>
          <a:p>
            <a:r>
              <a:rPr lang="en-US" altLang="zh-CN" sz="2400" b="1" dirty="0">
                <a:solidFill>
                  <a:schemeClr val="bg1"/>
                </a:solidFill>
                <a:latin typeface="微软雅黑" panose="020B0503020204020204" charset="-122"/>
                <a:ea typeface="微软雅黑" panose="020B0503020204020204" charset="-122"/>
              </a:rPr>
              <a:t>2.4  </a:t>
            </a:r>
            <a:r>
              <a:rPr lang="zh-CN" altLang="en-US" sz="2400" b="1" dirty="0">
                <a:solidFill>
                  <a:schemeClr val="bg1"/>
                </a:solidFill>
                <a:latin typeface="微软雅黑" panose="020B0503020204020204" charset="-122"/>
                <a:ea typeface="微软雅黑" panose="020B0503020204020204" charset="-122"/>
              </a:rPr>
              <a:t>高阶导数</a:t>
            </a:r>
            <a:endParaRPr lang="zh-CN" altLang="en-US" sz="2400" b="1" dirty="0">
              <a:solidFill>
                <a:schemeClr val="bg1"/>
              </a:solidFill>
              <a:latin typeface="微软雅黑" panose="020B0503020204020204" charset="-122"/>
              <a:ea typeface="微软雅黑" panose="020B0503020204020204" charset="-122"/>
            </a:endParaRPr>
          </a:p>
        </p:txBody>
      </p:sp>
      <p:graphicFrame>
        <p:nvGraphicFramePr>
          <p:cNvPr id="1276931" name="Object 3"/>
          <p:cNvGraphicFramePr>
            <a:graphicFrameLocks noChangeAspect="1"/>
          </p:cNvGraphicFramePr>
          <p:nvPr/>
        </p:nvGraphicFramePr>
        <p:xfrm>
          <a:off x="528955" y="764540"/>
          <a:ext cx="10423525" cy="1777365"/>
        </p:xfrm>
        <a:graphic>
          <a:graphicData uri="http://schemas.openxmlformats.org/presentationml/2006/ole">
            <mc:AlternateContent xmlns:mc="http://schemas.openxmlformats.org/markup-compatibility/2006">
              <mc:Choice xmlns:v="urn:schemas-microsoft-com:vml" Requires="v">
                <p:oleObj spid="_x0000_s2" name="Document" r:id="rId2" imgW="5563870" imgH="682625" progId="Word.Document.12">
                  <p:embed/>
                </p:oleObj>
              </mc:Choice>
              <mc:Fallback>
                <p:oleObj name="Document" r:id="rId2" imgW="5563870" imgH="682625" progId="Word.Document.12">
                  <p:embed/>
                  <p:pic>
                    <p:nvPicPr>
                      <p:cNvPr id="0" name="Object 3"/>
                      <p:cNvPicPr>
                        <a:picLocks noChangeAspect="1" noChangeArrowheads="1"/>
                      </p:cNvPicPr>
                      <p:nvPr/>
                    </p:nvPicPr>
                    <p:blipFill>
                      <a:blip r:embed="rId3"/>
                      <a:srcRect/>
                      <a:stretch>
                        <a:fillRect/>
                      </a:stretch>
                    </p:blipFill>
                    <p:spPr bwMode="auto">
                      <a:xfrm>
                        <a:off x="528955" y="764540"/>
                        <a:ext cx="10423525" cy="177736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76932" name="Object 4"/>
          <p:cNvGraphicFramePr>
            <a:graphicFrameLocks noChangeAspect="1"/>
          </p:cNvGraphicFramePr>
          <p:nvPr/>
        </p:nvGraphicFramePr>
        <p:xfrm>
          <a:off x="714375" y="2116455"/>
          <a:ext cx="10779760" cy="2387600"/>
        </p:xfrm>
        <a:graphic>
          <a:graphicData uri="http://schemas.openxmlformats.org/presentationml/2006/ole">
            <mc:AlternateContent xmlns:mc="http://schemas.openxmlformats.org/markup-compatibility/2006">
              <mc:Choice xmlns:v="urn:schemas-microsoft-com:vml" Requires="v">
                <p:oleObj spid="_x0000_s3" name="文档" r:id="rId4" imgW="5701030" imgH="1102995" progId="Word.Document.12">
                  <p:embed/>
                </p:oleObj>
              </mc:Choice>
              <mc:Fallback>
                <p:oleObj name="文档" r:id="rId4" imgW="5701030" imgH="1102995" progId="Word.Document.12">
                  <p:embed/>
                  <p:pic>
                    <p:nvPicPr>
                      <p:cNvPr id="0" name="Object 4"/>
                      <p:cNvPicPr>
                        <a:picLocks noChangeAspect="1" noChangeArrowheads="1"/>
                      </p:cNvPicPr>
                      <p:nvPr/>
                    </p:nvPicPr>
                    <p:blipFill>
                      <a:blip r:embed="rId5"/>
                      <a:srcRect/>
                      <a:stretch>
                        <a:fillRect/>
                      </a:stretch>
                    </p:blipFill>
                    <p:spPr bwMode="auto">
                      <a:xfrm>
                        <a:off x="714375" y="2116455"/>
                        <a:ext cx="10779760" cy="2387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76933" name="Object 3"/>
          <p:cNvGraphicFramePr>
            <a:graphicFrameLocks noChangeAspect="1"/>
          </p:cNvGraphicFramePr>
          <p:nvPr/>
        </p:nvGraphicFramePr>
        <p:xfrm>
          <a:off x="714375" y="4206240"/>
          <a:ext cx="10703560" cy="1906905"/>
        </p:xfrm>
        <a:graphic>
          <a:graphicData uri="http://schemas.openxmlformats.org/presentationml/2006/ole">
            <mc:AlternateContent xmlns:mc="http://schemas.openxmlformats.org/markup-compatibility/2006">
              <mc:Choice xmlns:v="urn:schemas-microsoft-com:vml" Requires="v">
                <p:oleObj spid="_x0000_s4" name="Document" r:id="rId6" imgW="5563870" imgH="682625" progId="Word.Document.12">
                  <p:embed/>
                </p:oleObj>
              </mc:Choice>
              <mc:Fallback>
                <p:oleObj name="Document" r:id="rId6" imgW="5563870" imgH="682625" progId="Word.Document.12">
                  <p:embed/>
                  <p:pic>
                    <p:nvPicPr>
                      <p:cNvPr id="0" name="Object 3"/>
                      <p:cNvPicPr>
                        <a:picLocks noChangeAspect="1" noChangeArrowheads="1"/>
                      </p:cNvPicPr>
                      <p:nvPr/>
                    </p:nvPicPr>
                    <p:blipFill>
                      <a:blip r:embed="rId7"/>
                      <a:srcRect/>
                      <a:stretch>
                        <a:fillRect/>
                      </a:stretch>
                    </p:blipFill>
                    <p:spPr bwMode="auto">
                      <a:xfrm>
                        <a:off x="714375" y="4206240"/>
                        <a:ext cx="10703560" cy="190690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76934" name="Object 4"/>
          <p:cNvGraphicFramePr>
            <a:graphicFrameLocks noChangeAspect="1"/>
          </p:cNvGraphicFramePr>
          <p:nvPr/>
        </p:nvGraphicFramePr>
        <p:xfrm>
          <a:off x="767715" y="5897880"/>
          <a:ext cx="9990455" cy="1193800"/>
        </p:xfrm>
        <a:graphic>
          <a:graphicData uri="http://schemas.openxmlformats.org/presentationml/2006/ole">
            <mc:AlternateContent xmlns:mc="http://schemas.openxmlformats.org/markup-compatibility/2006">
              <mc:Choice xmlns:v="urn:schemas-microsoft-com:vml" Requires="v">
                <p:oleObj spid="_x0000_s5" name="文档" r:id="rId8" imgW="5701030" imgH="441325" progId="Word.Document.12">
                  <p:embed/>
                </p:oleObj>
              </mc:Choice>
              <mc:Fallback>
                <p:oleObj name="文档" r:id="rId8" imgW="5701030" imgH="441325" progId="Word.Document.12">
                  <p:embed/>
                  <p:pic>
                    <p:nvPicPr>
                      <p:cNvPr id="0" name="Object 4"/>
                      <p:cNvPicPr>
                        <a:picLocks noChangeAspect="1" noChangeArrowheads="1"/>
                      </p:cNvPicPr>
                      <p:nvPr/>
                    </p:nvPicPr>
                    <p:blipFill>
                      <a:blip r:embed="rId9"/>
                      <a:srcRect/>
                      <a:stretch>
                        <a:fillRect/>
                      </a:stretch>
                    </p:blipFill>
                    <p:spPr bwMode="auto">
                      <a:xfrm>
                        <a:off x="767715" y="5897880"/>
                        <a:ext cx="9990455" cy="1193800"/>
                      </a:xfrm>
                      <a:prstGeom prst="rect">
                        <a:avLst/>
                      </a:prstGeom>
                      <a:noFill/>
                    </p:spPr>
                  </p:pic>
                </p:oleObj>
              </mc:Fallback>
            </mc:AlternateContent>
          </a:graphicData>
        </a:graphic>
      </p:graphicFrame>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276931"/>
                                        </p:tgtEl>
                                        <p:attrNameLst>
                                          <p:attrName>style.visibility</p:attrName>
                                        </p:attrNameLst>
                                      </p:cBhvr>
                                      <p:to>
                                        <p:strVal val="visible"/>
                                      </p:to>
                                    </p:set>
                                    <p:anim calcmode="lin" valueType="num">
                                      <p:cBhvr additive="base">
                                        <p:cTn id="7" dur="500" fill="hold"/>
                                        <p:tgtEl>
                                          <p:spTgt spid="1276931"/>
                                        </p:tgtEl>
                                        <p:attrNameLst>
                                          <p:attrName>ppt_x</p:attrName>
                                        </p:attrNameLst>
                                      </p:cBhvr>
                                      <p:tavLst>
                                        <p:tav tm="0">
                                          <p:val>
                                            <p:strVal val="0-#ppt_w/2"/>
                                          </p:val>
                                        </p:tav>
                                        <p:tav tm="100000">
                                          <p:val>
                                            <p:strVal val="#ppt_x"/>
                                          </p:val>
                                        </p:tav>
                                      </p:tavLst>
                                    </p:anim>
                                    <p:anim calcmode="lin" valueType="num">
                                      <p:cBhvr additive="base">
                                        <p:cTn id="8" dur="500" fill="hold"/>
                                        <p:tgtEl>
                                          <p:spTgt spid="127693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nodeType="clickEffect">
                                  <p:stCondLst>
                                    <p:cond delay="0"/>
                                  </p:stCondLst>
                                  <p:childTnLst>
                                    <p:set>
                                      <p:cBhvr>
                                        <p:cTn id="12" dur="1" fill="hold">
                                          <p:stCondLst>
                                            <p:cond delay="0"/>
                                          </p:stCondLst>
                                        </p:cTn>
                                        <p:tgtEl>
                                          <p:spTgt spid="1276932"/>
                                        </p:tgtEl>
                                        <p:attrNameLst>
                                          <p:attrName>style.visibility</p:attrName>
                                        </p:attrNameLst>
                                      </p:cBhvr>
                                      <p:to>
                                        <p:strVal val="visible"/>
                                      </p:to>
                                    </p:set>
                                    <p:animEffect transition="in" filter="wipe(up)">
                                      <p:cBhvr>
                                        <p:cTn id="13" dur="1000"/>
                                        <p:tgtEl>
                                          <p:spTgt spid="1276932"/>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p:cTn id="17" dur="1" fill="hold">
                                          <p:stCondLst>
                                            <p:cond delay="0"/>
                                          </p:stCondLst>
                                        </p:cTn>
                                        <p:tgtEl>
                                          <p:spTgt spid="1276933"/>
                                        </p:tgtEl>
                                        <p:attrNameLst>
                                          <p:attrName>style.visibility</p:attrName>
                                        </p:attrNameLst>
                                      </p:cBhvr>
                                      <p:to>
                                        <p:strVal val="visible"/>
                                      </p:to>
                                    </p:set>
                                    <p:anim calcmode="lin" valueType="num">
                                      <p:cBhvr additive="base">
                                        <p:cTn id="18" dur="500" fill="hold"/>
                                        <p:tgtEl>
                                          <p:spTgt spid="1276933"/>
                                        </p:tgtEl>
                                        <p:attrNameLst>
                                          <p:attrName>ppt_x</p:attrName>
                                        </p:attrNameLst>
                                      </p:cBhvr>
                                      <p:tavLst>
                                        <p:tav tm="0">
                                          <p:val>
                                            <p:strVal val="0-#ppt_w/2"/>
                                          </p:val>
                                        </p:tav>
                                        <p:tav tm="100000">
                                          <p:val>
                                            <p:strVal val="#ppt_x"/>
                                          </p:val>
                                        </p:tav>
                                      </p:tavLst>
                                    </p:anim>
                                    <p:anim calcmode="lin" valueType="num">
                                      <p:cBhvr additive="base">
                                        <p:cTn id="19" dur="500" fill="hold"/>
                                        <p:tgtEl>
                                          <p:spTgt spid="1276933"/>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nodeType="clickEffect">
                                  <p:stCondLst>
                                    <p:cond delay="0"/>
                                  </p:stCondLst>
                                  <p:childTnLst>
                                    <p:set>
                                      <p:cBhvr>
                                        <p:cTn id="23" dur="1" fill="hold">
                                          <p:stCondLst>
                                            <p:cond delay="0"/>
                                          </p:stCondLst>
                                        </p:cTn>
                                        <p:tgtEl>
                                          <p:spTgt spid="1276934"/>
                                        </p:tgtEl>
                                        <p:attrNameLst>
                                          <p:attrName>style.visibility</p:attrName>
                                        </p:attrNameLst>
                                      </p:cBhvr>
                                      <p:to>
                                        <p:strVal val="visible"/>
                                      </p:to>
                                    </p:set>
                                    <p:animEffect transition="in" filter="wipe(up)">
                                      <p:cBhvr>
                                        <p:cTn id="24" dur="1000"/>
                                        <p:tgtEl>
                                          <p:spTgt spid="12769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gradFill>
          <a:gsLst>
            <a:gs pos="0">
              <a:srgbClr val="0D1B2A"/>
            </a:gs>
            <a:gs pos="60000">
              <a:srgbClr val="1B263B"/>
            </a:gs>
            <a:gs pos="100000">
              <a:srgbClr val="102A43"/>
            </a:gs>
          </a:gsLst>
          <a:lin ang="2700000" scaled="0"/>
        </a:gradFill>
        <a:effectLst/>
      </p:bgPr>
    </p:bg>
    <p:spTree>
      <p:nvGrpSpPr>
        <p:cNvPr id="1" name=""/>
        <p:cNvGrpSpPr/>
        <p:nvPr/>
      </p:nvGrpSpPr>
      <p:grpSpPr>
        <a:xfrm>
          <a:off x="0" y="0"/>
          <a:ext cx="0" cy="0"/>
          <a:chOff x="0" y="0"/>
          <a:chExt cx="0" cy="0"/>
        </a:xfrm>
      </p:grpSpPr>
      <p:pic>
        <p:nvPicPr>
          <p:cNvPr id="45" name="图片 4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2730" y="47712"/>
            <a:ext cx="795252" cy="556675"/>
          </a:xfrm>
          <a:prstGeom prst="rect">
            <a:avLst/>
          </a:prstGeom>
        </p:spPr>
      </p:pic>
      <p:sp>
        <p:nvSpPr>
          <p:cNvPr id="47" name="矩形 46"/>
          <p:cNvSpPr/>
          <p:nvPr/>
        </p:nvSpPr>
        <p:spPr>
          <a:xfrm>
            <a:off x="852604" y="91363"/>
            <a:ext cx="2372147" cy="461545"/>
          </a:xfrm>
          <a:prstGeom prst="rect">
            <a:avLst/>
          </a:prstGeom>
        </p:spPr>
        <p:txBody>
          <a:bodyPr wrap="none">
            <a:spAutoFit/>
          </a:bodyPr>
          <a:lstStyle/>
          <a:p>
            <a:r>
              <a:rPr lang="en-US" altLang="zh-CN" sz="2400" b="1" dirty="0">
                <a:solidFill>
                  <a:schemeClr val="bg1"/>
                </a:solidFill>
                <a:latin typeface="微软雅黑" panose="020B0503020204020204" charset="-122"/>
                <a:ea typeface="微软雅黑" panose="020B0503020204020204" charset="-122"/>
              </a:rPr>
              <a:t>2.5</a:t>
            </a:r>
            <a:r>
              <a:rPr lang="zh-CN" altLang="en-US" sz="2400" b="1" dirty="0">
                <a:solidFill>
                  <a:schemeClr val="bg1"/>
                </a:solidFill>
                <a:latin typeface="微软雅黑" panose="020B0503020204020204" charset="-122"/>
                <a:ea typeface="微软雅黑" panose="020B0503020204020204" charset="-122"/>
              </a:rPr>
              <a:t>  隐函数求导</a:t>
            </a:r>
            <a:endParaRPr lang="zh-CN" altLang="en-US" sz="2400" b="1" dirty="0">
              <a:solidFill>
                <a:schemeClr val="bg1"/>
              </a:solidFill>
              <a:latin typeface="微软雅黑" panose="020B0503020204020204" charset="-122"/>
              <a:ea typeface="微软雅黑" panose="020B0503020204020204" charset="-122"/>
            </a:endParaRPr>
          </a:p>
        </p:txBody>
      </p:sp>
      <p:graphicFrame>
        <p:nvGraphicFramePr>
          <p:cNvPr id="1274883" name="Object 3"/>
          <p:cNvGraphicFramePr>
            <a:graphicFrameLocks noChangeAspect="1"/>
          </p:cNvGraphicFramePr>
          <p:nvPr/>
        </p:nvGraphicFramePr>
        <p:xfrm>
          <a:off x="714375" y="799465"/>
          <a:ext cx="9197975" cy="1743075"/>
        </p:xfrm>
        <a:graphic>
          <a:graphicData uri="http://schemas.openxmlformats.org/presentationml/2006/ole">
            <mc:AlternateContent xmlns:mc="http://schemas.openxmlformats.org/markup-compatibility/2006">
              <mc:Choice xmlns:v="urn:schemas-microsoft-com:vml" Requires="v">
                <p:oleObj spid="_x0000_s2" name="Document" r:id="rId2" imgW="5563870" imgH="682625" progId="Word.Document.12">
                  <p:embed/>
                </p:oleObj>
              </mc:Choice>
              <mc:Fallback>
                <p:oleObj name="Document" r:id="rId2" imgW="5563870" imgH="682625" progId="Word.Document.12">
                  <p:embed/>
                  <p:pic>
                    <p:nvPicPr>
                      <p:cNvPr id="0" name="Object 3"/>
                      <p:cNvPicPr>
                        <a:picLocks noChangeAspect="1" noChangeArrowheads="1"/>
                      </p:cNvPicPr>
                      <p:nvPr/>
                    </p:nvPicPr>
                    <p:blipFill>
                      <a:blip r:embed="rId3"/>
                      <a:srcRect/>
                      <a:stretch>
                        <a:fillRect/>
                      </a:stretch>
                    </p:blipFill>
                    <p:spPr bwMode="auto">
                      <a:xfrm>
                        <a:off x="714375" y="799465"/>
                        <a:ext cx="9197975" cy="1743075"/>
                      </a:xfrm>
                      <a:prstGeom prst="rect">
                        <a:avLst/>
                      </a:prstGeom>
                      <a:noFill/>
                    </p:spPr>
                  </p:pic>
                </p:oleObj>
              </mc:Fallback>
            </mc:AlternateContent>
          </a:graphicData>
        </a:graphic>
      </p:graphicFrame>
      <p:graphicFrame>
        <p:nvGraphicFramePr>
          <p:cNvPr id="1274884" name="Object 4"/>
          <p:cNvGraphicFramePr>
            <a:graphicFrameLocks noChangeAspect="1"/>
          </p:cNvGraphicFramePr>
          <p:nvPr/>
        </p:nvGraphicFramePr>
        <p:xfrm>
          <a:off x="713105" y="2232025"/>
          <a:ext cx="10782300" cy="1986280"/>
        </p:xfrm>
        <a:graphic>
          <a:graphicData uri="http://schemas.openxmlformats.org/presentationml/2006/ole">
            <mc:AlternateContent xmlns:mc="http://schemas.openxmlformats.org/markup-compatibility/2006">
              <mc:Choice xmlns:v="urn:schemas-microsoft-com:vml" Requires="v">
                <p:oleObj spid="_x0000_s3" name="文档" r:id="rId4" imgW="5701030" imgH="935990" progId="Word.Document.12">
                  <p:embed/>
                </p:oleObj>
              </mc:Choice>
              <mc:Fallback>
                <p:oleObj name="文档" r:id="rId4" imgW="5701030" imgH="935990" progId="Word.Document.12">
                  <p:embed/>
                  <p:pic>
                    <p:nvPicPr>
                      <p:cNvPr id="0" name="Object 4"/>
                      <p:cNvPicPr>
                        <a:picLocks noChangeAspect="1" noChangeArrowheads="1"/>
                      </p:cNvPicPr>
                      <p:nvPr/>
                    </p:nvPicPr>
                    <p:blipFill>
                      <a:blip r:embed="rId5"/>
                      <a:srcRect/>
                      <a:stretch>
                        <a:fillRect/>
                      </a:stretch>
                    </p:blipFill>
                    <p:spPr bwMode="auto">
                      <a:xfrm>
                        <a:off x="713105" y="2232025"/>
                        <a:ext cx="10782300" cy="19862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Object 3"/>
          <p:cNvGraphicFramePr>
            <a:graphicFrameLocks noChangeAspect="1"/>
          </p:cNvGraphicFramePr>
          <p:nvPr/>
        </p:nvGraphicFramePr>
        <p:xfrm>
          <a:off x="714375" y="3961765"/>
          <a:ext cx="10703560" cy="1536065"/>
        </p:xfrm>
        <a:graphic>
          <a:graphicData uri="http://schemas.openxmlformats.org/presentationml/2006/ole">
            <mc:AlternateContent xmlns:mc="http://schemas.openxmlformats.org/markup-compatibility/2006">
              <mc:Choice xmlns:v="urn:schemas-microsoft-com:vml" Requires="v">
                <p:oleObj spid="_x0000_s4" name="Document" r:id="rId6" imgW="5563870" imgH="682625" progId="Word.Document.12">
                  <p:embed/>
                </p:oleObj>
              </mc:Choice>
              <mc:Fallback>
                <p:oleObj name="Document" r:id="rId6" imgW="5563870" imgH="682625" progId="Word.Document.12">
                  <p:embed/>
                  <p:pic>
                    <p:nvPicPr>
                      <p:cNvPr id="0" name="Object 3"/>
                      <p:cNvPicPr>
                        <a:picLocks noChangeAspect="1" noChangeArrowheads="1"/>
                      </p:cNvPicPr>
                      <p:nvPr/>
                    </p:nvPicPr>
                    <p:blipFill>
                      <a:blip r:embed="rId7"/>
                      <a:srcRect/>
                      <a:stretch>
                        <a:fillRect/>
                      </a:stretch>
                    </p:blipFill>
                    <p:spPr bwMode="auto">
                      <a:xfrm>
                        <a:off x="714375" y="3961765"/>
                        <a:ext cx="10703560" cy="153606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Object 4"/>
          <p:cNvGraphicFramePr>
            <a:graphicFrameLocks noChangeAspect="1"/>
          </p:cNvGraphicFramePr>
          <p:nvPr/>
        </p:nvGraphicFramePr>
        <p:xfrm>
          <a:off x="714375" y="5153660"/>
          <a:ext cx="9414510" cy="1746250"/>
        </p:xfrm>
        <a:graphic>
          <a:graphicData uri="http://schemas.openxmlformats.org/presentationml/2006/ole">
            <mc:AlternateContent xmlns:mc="http://schemas.openxmlformats.org/markup-compatibility/2006">
              <mc:Choice xmlns:v="urn:schemas-microsoft-com:vml" Requires="v">
                <p:oleObj spid="_x0000_s5" name="文档" r:id="rId8" imgW="5701030" imgH="784860" progId="Word.Document.12">
                  <p:embed/>
                </p:oleObj>
              </mc:Choice>
              <mc:Fallback>
                <p:oleObj name="文档" r:id="rId8" imgW="5701030" imgH="784860" progId="Word.Document.12">
                  <p:embed/>
                  <p:pic>
                    <p:nvPicPr>
                      <p:cNvPr id="0" name="Object 4"/>
                      <p:cNvPicPr>
                        <a:picLocks noChangeAspect="1" noChangeArrowheads="1"/>
                      </p:cNvPicPr>
                      <p:nvPr/>
                    </p:nvPicPr>
                    <p:blipFill>
                      <a:blip r:embed="rId9"/>
                      <a:srcRect/>
                      <a:stretch>
                        <a:fillRect/>
                      </a:stretch>
                    </p:blipFill>
                    <p:spPr bwMode="auto">
                      <a:xfrm>
                        <a:off x="714375" y="5153660"/>
                        <a:ext cx="9414510" cy="1746250"/>
                      </a:xfrm>
                      <a:prstGeom prst="rect">
                        <a:avLst/>
                      </a:prstGeom>
                      <a:noFill/>
                    </p:spPr>
                  </p:pic>
                </p:oleObj>
              </mc:Fallback>
            </mc:AlternateContent>
          </a:graphicData>
        </a:graphic>
      </p:graphicFrame>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274883"/>
                                        </p:tgtEl>
                                        <p:attrNameLst>
                                          <p:attrName>style.visibility</p:attrName>
                                        </p:attrNameLst>
                                      </p:cBhvr>
                                      <p:to>
                                        <p:strVal val="visible"/>
                                      </p:to>
                                    </p:set>
                                    <p:anim calcmode="lin" valueType="num">
                                      <p:cBhvr additive="base">
                                        <p:cTn id="7" dur="500" fill="hold"/>
                                        <p:tgtEl>
                                          <p:spTgt spid="1274883"/>
                                        </p:tgtEl>
                                        <p:attrNameLst>
                                          <p:attrName>ppt_x</p:attrName>
                                        </p:attrNameLst>
                                      </p:cBhvr>
                                      <p:tavLst>
                                        <p:tav tm="0">
                                          <p:val>
                                            <p:strVal val="0-#ppt_w/2"/>
                                          </p:val>
                                        </p:tav>
                                        <p:tav tm="100000">
                                          <p:val>
                                            <p:strVal val="#ppt_x"/>
                                          </p:val>
                                        </p:tav>
                                      </p:tavLst>
                                    </p:anim>
                                    <p:anim calcmode="lin" valueType="num">
                                      <p:cBhvr additive="base">
                                        <p:cTn id="8" dur="500" fill="hold"/>
                                        <p:tgtEl>
                                          <p:spTgt spid="127488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nodeType="clickEffect">
                                  <p:stCondLst>
                                    <p:cond delay="0"/>
                                  </p:stCondLst>
                                  <p:childTnLst>
                                    <p:set>
                                      <p:cBhvr>
                                        <p:cTn id="12" dur="1" fill="hold">
                                          <p:stCondLst>
                                            <p:cond delay="0"/>
                                          </p:stCondLst>
                                        </p:cTn>
                                        <p:tgtEl>
                                          <p:spTgt spid="1274884"/>
                                        </p:tgtEl>
                                        <p:attrNameLst>
                                          <p:attrName>style.visibility</p:attrName>
                                        </p:attrNameLst>
                                      </p:cBhvr>
                                      <p:to>
                                        <p:strVal val="visible"/>
                                      </p:to>
                                    </p:set>
                                    <p:animEffect transition="in" filter="wipe(up)">
                                      <p:cBhvr>
                                        <p:cTn id="13" dur="1000"/>
                                        <p:tgtEl>
                                          <p:spTgt spid="1274884"/>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additive="base">
                                        <p:cTn id="18" dur="500" fill="hold"/>
                                        <p:tgtEl>
                                          <p:spTgt spid="7"/>
                                        </p:tgtEl>
                                        <p:attrNameLst>
                                          <p:attrName>ppt_x</p:attrName>
                                        </p:attrNameLst>
                                      </p:cBhvr>
                                      <p:tavLst>
                                        <p:tav tm="0">
                                          <p:val>
                                            <p:strVal val="0-#ppt_w/2"/>
                                          </p:val>
                                        </p:tav>
                                        <p:tav tm="100000">
                                          <p:val>
                                            <p:strVal val="#ppt_x"/>
                                          </p:val>
                                        </p:tav>
                                      </p:tavLst>
                                    </p:anim>
                                    <p:anim calcmode="lin" valueType="num">
                                      <p:cBhvr additive="base">
                                        <p:cTn id="19"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wipe(up)">
                                      <p:cBhvr>
                                        <p:cTn id="24"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gradFill>
          <a:gsLst>
            <a:gs pos="0">
              <a:srgbClr val="0D1B2A"/>
            </a:gs>
            <a:gs pos="60000">
              <a:srgbClr val="1B263B"/>
            </a:gs>
            <a:gs pos="100000">
              <a:srgbClr val="102A43"/>
            </a:gs>
          </a:gsLst>
          <a:lin ang="2700000" scaled="0"/>
        </a:gradFill>
        <a:effectLst/>
      </p:bgPr>
    </p:bg>
    <p:spTree>
      <p:nvGrpSpPr>
        <p:cNvPr id="1" name=""/>
        <p:cNvGrpSpPr/>
        <p:nvPr/>
      </p:nvGrpSpPr>
      <p:grpSpPr>
        <a:xfrm>
          <a:off x="0" y="0"/>
          <a:ext cx="0" cy="0"/>
          <a:chOff x="0" y="0"/>
          <a:chExt cx="0" cy="0"/>
        </a:xfrm>
      </p:grpSpPr>
      <p:pic>
        <p:nvPicPr>
          <p:cNvPr id="45" name="图片 4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2730" y="47712"/>
            <a:ext cx="795252" cy="556675"/>
          </a:xfrm>
          <a:prstGeom prst="rect">
            <a:avLst/>
          </a:prstGeom>
        </p:spPr>
      </p:pic>
      <p:sp>
        <p:nvSpPr>
          <p:cNvPr id="47" name="矩形 46"/>
          <p:cNvSpPr/>
          <p:nvPr/>
        </p:nvSpPr>
        <p:spPr>
          <a:xfrm>
            <a:off x="852604" y="91363"/>
            <a:ext cx="3042692" cy="461537"/>
          </a:xfrm>
          <a:prstGeom prst="rect">
            <a:avLst/>
          </a:prstGeom>
        </p:spPr>
        <p:txBody>
          <a:bodyPr wrap="none">
            <a:spAutoFit/>
          </a:bodyPr>
          <a:lstStyle/>
          <a:p>
            <a:r>
              <a:rPr lang="en-US" altLang="zh-CN" sz="2400" b="1" dirty="0">
                <a:solidFill>
                  <a:schemeClr val="bg1"/>
                </a:solidFill>
                <a:latin typeface="微软雅黑" panose="020B0503020204020204" charset="-122"/>
                <a:ea typeface="微软雅黑" panose="020B0503020204020204" charset="-122"/>
              </a:rPr>
              <a:t>2.6</a:t>
            </a:r>
            <a:r>
              <a:rPr lang="zh-CN" altLang="en-US" sz="2400" b="1" dirty="0">
                <a:solidFill>
                  <a:schemeClr val="bg1"/>
                </a:solidFill>
                <a:latin typeface="微软雅黑" panose="020B0503020204020204" charset="-122"/>
                <a:ea typeface="微软雅黑" panose="020B0503020204020204" charset="-122"/>
              </a:rPr>
              <a:t>  导数的几何意义</a:t>
            </a:r>
            <a:endParaRPr lang="zh-CN" altLang="en-US" sz="2400" b="1" dirty="0">
              <a:solidFill>
                <a:schemeClr val="bg1"/>
              </a:solidFill>
              <a:latin typeface="微软雅黑" panose="020B0503020204020204" charset="-122"/>
              <a:ea typeface="微软雅黑" panose="020B0503020204020204" charset="-122"/>
            </a:endParaRPr>
          </a:p>
        </p:txBody>
      </p:sp>
      <p:graphicFrame>
        <p:nvGraphicFramePr>
          <p:cNvPr id="1274883" name="Object 3"/>
          <p:cNvGraphicFramePr>
            <a:graphicFrameLocks noChangeAspect="1"/>
          </p:cNvGraphicFramePr>
          <p:nvPr/>
        </p:nvGraphicFramePr>
        <p:xfrm>
          <a:off x="-187960" y="764540"/>
          <a:ext cx="10100310" cy="2318385"/>
        </p:xfrm>
        <a:graphic>
          <a:graphicData uri="http://schemas.openxmlformats.org/presentationml/2006/ole">
            <mc:AlternateContent xmlns:mc="http://schemas.openxmlformats.org/markup-compatibility/2006">
              <mc:Choice xmlns:v="urn:schemas-microsoft-com:vml" Requires="v">
                <p:oleObj spid="_x0000_s2" name="Document" r:id="rId2" imgW="5563870" imgH="737870" progId="Word.Document.12">
                  <p:embed/>
                </p:oleObj>
              </mc:Choice>
              <mc:Fallback>
                <p:oleObj name="Document" r:id="rId2" imgW="5563870" imgH="737870" progId="Word.Document.12">
                  <p:embed/>
                  <p:pic>
                    <p:nvPicPr>
                      <p:cNvPr id="0" name="Object 3"/>
                      <p:cNvPicPr>
                        <a:picLocks noChangeAspect="1" noChangeArrowheads="1"/>
                      </p:cNvPicPr>
                      <p:nvPr/>
                    </p:nvPicPr>
                    <p:blipFill>
                      <a:blip r:embed="rId3"/>
                      <a:srcRect/>
                      <a:stretch>
                        <a:fillRect/>
                      </a:stretch>
                    </p:blipFill>
                    <p:spPr bwMode="auto">
                      <a:xfrm>
                        <a:off x="-187960" y="764540"/>
                        <a:ext cx="10100310" cy="2318385"/>
                      </a:xfrm>
                      <a:prstGeom prst="rect">
                        <a:avLst/>
                      </a:prstGeom>
                      <a:noFill/>
                    </p:spPr>
                  </p:pic>
                </p:oleObj>
              </mc:Fallback>
            </mc:AlternateContent>
          </a:graphicData>
        </a:graphic>
      </p:graphicFrame>
      <p:graphicFrame>
        <p:nvGraphicFramePr>
          <p:cNvPr id="3" name="Object 3"/>
          <p:cNvGraphicFramePr>
            <a:graphicFrameLocks noChangeAspect="1"/>
          </p:cNvGraphicFramePr>
          <p:nvPr/>
        </p:nvGraphicFramePr>
        <p:xfrm>
          <a:off x="231775" y="2649855"/>
          <a:ext cx="9680575" cy="3184525"/>
        </p:xfrm>
        <a:graphic>
          <a:graphicData uri="http://schemas.openxmlformats.org/presentationml/2006/ole">
            <mc:AlternateContent xmlns:mc="http://schemas.openxmlformats.org/markup-compatibility/2006">
              <mc:Choice xmlns:v="urn:schemas-microsoft-com:vml" Requires="v">
                <p:oleObj spid="_x0000_s4" name="Document" r:id="rId4" imgW="5541010" imgH="1112520" progId="Word.Document.12">
                  <p:embed/>
                </p:oleObj>
              </mc:Choice>
              <mc:Fallback>
                <p:oleObj name="Document" r:id="rId4" imgW="5541010" imgH="1112520" progId="Word.Document.12">
                  <p:embed/>
                  <p:pic>
                    <p:nvPicPr>
                      <p:cNvPr id="0" name="Object 3"/>
                      <p:cNvPicPr>
                        <a:picLocks noChangeAspect="1" noChangeArrowheads="1"/>
                      </p:cNvPicPr>
                      <p:nvPr/>
                    </p:nvPicPr>
                    <p:blipFill>
                      <a:blip r:embed="rId5"/>
                      <a:srcRect/>
                      <a:stretch>
                        <a:fillRect/>
                      </a:stretch>
                    </p:blipFill>
                    <p:spPr bwMode="auto">
                      <a:xfrm>
                        <a:off x="231775" y="2649855"/>
                        <a:ext cx="9680575" cy="3184525"/>
                      </a:xfrm>
                      <a:prstGeom prst="rect">
                        <a:avLst/>
                      </a:prstGeom>
                      <a:noFill/>
                    </p:spPr>
                  </p:pic>
                </p:oleObj>
              </mc:Fallback>
            </mc:AlternateContent>
          </a:graphicData>
        </a:graphic>
      </p:graphicFrame>
      <p:graphicFrame>
        <p:nvGraphicFramePr>
          <p:cNvPr id="5" name="Object 4"/>
          <p:cNvGraphicFramePr>
            <a:graphicFrameLocks noChangeAspect="1"/>
          </p:cNvGraphicFramePr>
          <p:nvPr/>
        </p:nvGraphicFramePr>
        <p:xfrm>
          <a:off x="191135" y="4292600"/>
          <a:ext cx="11475085" cy="1884680"/>
        </p:xfrm>
        <a:graphic>
          <a:graphicData uri="http://schemas.openxmlformats.org/presentationml/2006/ole">
            <mc:AlternateContent xmlns:mc="http://schemas.openxmlformats.org/markup-compatibility/2006">
              <mc:Choice xmlns:v="urn:schemas-microsoft-com:vml" Requires="v">
                <p:oleObj spid="_x0000_s6" name="Document" r:id="rId6" imgW="5727065" imgH="687070" progId="Word.Document.12">
                  <p:embed/>
                </p:oleObj>
              </mc:Choice>
              <mc:Fallback>
                <p:oleObj name="Document" r:id="rId6" imgW="5727065" imgH="687070" progId="Word.Document.12">
                  <p:embed/>
                  <p:pic>
                    <p:nvPicPr>
                      <p:cNvPr id="0" name="Object 4"/>
                      <p:cNvPicPr>
                        <a:picLocks noChangeAspect="1" noChangeArrowheads="1"/>
                      </p:cNvPicPr>
                      <p:nvPr/>
                    </p:nvPicPr>
                    <p:blipFill>
                      <a:blip r:embed="rId7"/>
                      <a:srcRect/>
                      <a:stretch>
                        <a:fillRect/>
                      </a:stretch>
                    </p:blipFill>
                    <p:spPr bwMode="auto">
                      <a:xfrm>
                        <a:off x="191135" y="4292600"/>
                        <a:ext cx="11475085" cy="1884680"/>
                      </a:xfrm>
                      <a:prstGeom prst="rect">
                        <a:avLst/>
                      </a:prstGeom>
                      <a:noFill/>
                    </p:spPr>
                  </p:pic>
                </p:oleObj>
              </mc:Fallback>
            </mc:AlternateContent>
          </a:graphicData>
        </a:graphic>
      </p:graphicFrame>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274883"/>
                                        </p:tgtEl>
                                        <p:attrNameLst>
                                          <p:attrName>style.visibility</p:attrName>
                                        </p:attrNameLst>
                                      </p:cBhvr>
                                      <p:to>
                                        <p:strVal val="visible"/>
                                      </p:to>
                                    </p:set>
                                    <p:anim calcmode="lin" valueType="num">
                                      <p:cBhvr additive="base">
                                        <p:cTn id="7" dur="500" fill="hold"/>
                                        <p:tgtEl>
                                          <p:spTgt spid="1274883"/>
                                        </p:tgtEl>
                                        <p:attrNameLst>
                                          <p:attrName>ppt_x</p:attrName>
                                        </p:attrNameLst>
                                      </p:cBhvr>
                                      <p:tavLst>
                                        <p:tav tm="0">
                                          <p:val>
                                            <p:strVal val="0-#ppt_w/2"/>
                                          </p:val>
                                        </p:tav>
                                        <p:tav tm="100000">
                                          <p:val>
                                            <p:strVal val="#ppt_x"/>
                                          </p:val>
                                        </p:tav>
                                      </p:tavLst>
                                    </p:anim>
                                    <p:anim calcmode="lin" valueType="num">
                                      <p:cBhvr additive="base">
                                        <p:cTn id="8" dur="500" fill="hold"/>
                                        <p:tgtEl>
                                          <p:spTgt spid="127488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gradFill>
          <a:gsLst>
            <a:gs pos="0">
              <a:srgbClr val="0D1B2A"/>
            </a:gs>
            <a:gs pos="60000">
              <a:srgbClr val="1B263B"/>
            </a:gs>
            <a:gs pos="100000">
              <a:srgbClr val="102A43"/>
            </a:gs>
          </a:gsLst>
          <a:lin ang="2700000" scaled="0"/>
        </a:gradFill>
        <a:effectLst/>
      </p:bgPr>
    </p:bg>
    <p:spTree>
      <p:nvGrpSpPr>
        <p:cNvPr id="1" name=""/>
        <p:cNvGrpSpPr/>
        <p:nvPr/>
      </p:nvGrpSpPr>
      <p:grpSpPr>
        <a:xfrm>
          <a:off x="0" y="0"/>
          <a:ext cx="0" cy="0"/>
          <a:chOff x="0" y="0"/>
          <a:chExt cx="0" cy="0"/>
        </a:xfrm>
      </p:grpSpPr>
      <p:graphicFrame>
        <p:nvGraphicFramePr>
          <p:cNvPr id="1265668" name="Object 4"/>
          <p:cNvGraphicFramePr>
            <a:graphicFrameLocks noChangeAspect="1"/>
          </p:cNvGraphicFramePr>
          <p:nvPr/>
        </p:nvGraphicFramePr>
        <p:xfrm>
          <a:off x="42545" y="939800"/>
          <a:ext cx="12547600" cy="5742305"/>
        </p:xfrm>
        <a:graphic>
          <a:graphicData uri="http://schemas.openxmlformats.org/presentationml/2006/ole">
            <mc:AlternateContent xmlns:mc="http://schemas.openxmlformats.org/markup-compatibility/2006">
              <mc:Choice xmlns:v="urn:schemas-microsoft-com:vml" Requires="v">
                <p:oleObj spid="_x0000_s2" name="Document" r:id="rId1" imgW="5605145" imgH="2225040" progId="Word.Document.12">
                  <p:embed/>
                </p:oleObj>
              </mc:Choice>
              <mc:Fallback>
                <p:oleObj name="Document" r:id="rId1" imgW="5605145" imgH="2225040" progId="Word.Document.12">
                  <p:embed/>
                  <p:pic>
                    <p:nvPicPr>
                      <p:cNvPr id="0" name="Object 4"/>
                      <p:cNvPicPr>
                        <a:picLocks noChangeAspect="1" noChangeArrowheads="1"/>
                      </p:cNvPicPr>
                      <p:nvPr/>
                    </p:nvPicPr>
                    <p:blipFill>
                      <a:blip r:embed="rId2"/>
                      <a:srcRect/>
                      <a:stretch>
                        <a:fillRect/>
                      </a:stretch>
                    </p:blipFill>
                    <p:spPr bwMode="auto">
                      <a:xfrm>
                        <a:off x="42545" y="939800"/>
                        <a:ext cx="12547600" cy="5742305"/>
                      </a:xfrm>
                      <a:prstGeom prst="rect">
                        <a:avLst/>
                      </a:prstGeom>
                      <a:noFill/>
                    </p:spPr>
                  </p:pic>
                </p:oleObj>
              </mc:Fallback>
            </mc:AlternateContent>
          </a:graphicData>
        </a:graphic>
      </p:graphicFrame>
      <p:pic>
        <p:nvPicPr>
          <p:cNvPr id="45" name="图片 4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730" y="47712"/>
            <a:ext cx="795252" cy="556675"/>
          </a:xfrm>
          <a:prstGeom prst="rect">
            <a:avLst/>
          </a:prstGeom>
        </p:spPr>
      </p:pic>
      <p:sp>
        <p:nvSpPr>
          <p:cNvPr id="47" name="矩形 46"/>
          <p:cNvSpPr/>
          <p:nvPr/>
        </p:nvSpPr>
        <p:spPr>
          <a:xfrm>
            <a:off x="852604" y="91363"/>
            <a:ext cx="3700052" cy="461537"/>
          </a:xfrm>
          <a:prstGeom prst="rect">
            <a:avLst/>
          </a:prstGeom>
        </p:spPr>
        <p:txBody>
          <a:bodyPr wrap="none">
            <a:spAutoFit/>
          </a:bodyPr>
          <a:lstStyle/>
          <a:p>
            <a:r>
              <a:rPr lang="en-US" altLang="zh-CN" sz="2400" b="1" dirty="0">
                <a:solidFill>
                  <a:schemeClr val="bg1"/>
                </a:solidFill>
                <a:latin typeface="微软雅黑" panose="020B0503020204020204" charset="-122"/>
                <a:ea typeface="微软雅黑" panose="020B0503020204020204" charset="-122"/>
              </a:rPr>
              <a:t>2.7  </a:t>
            </a:r>
            <a:r>
              <a:rPr lang="zh-CN" altLang="en-US" sz="2400" b="1" dirty="0">
                <a:solidFill>
                  <a:schemeClr val="bg1"/>
                </a:solidFill>
                <a:latin typeface="微软雅黑" panose="020B0503020204020204" charset="-122"/>
                <a:ea typeface="微软雅黑" panose="020B0503020204020204" charset="-122"/>
              </a:rPr>
              <a:t>函数的单调性与极值</a:t>
            </a:r>
            <a:endParaRPr lang="zh-CN" altLang="en-US" sz="2400" b="1" dirty="0">
              <a:solidFill>
                <a:schemeClr val="bg1"/>
              </a:solidFill>
              <a:latin typeface="微软雅黑" panose="020B0503020204020204" charset="-122"/>
              <a:ea typeface="微软雅黑" panose="020B0503020204020204" charset="-122"/>
            </a:endParaRPr>
          </a:p>
        </p:txBody>
      </p:sp>
      <p:pic>
        <p:nvPicPr>
          <p:cNvPr id="1265667" name="Picture 3" descr="3-4"/>
          <p:cNvPicPr>
            <a:picLocks noChangeAspect="1" noChangeArrowheads="1"/>
          </p:cNvPicPr>
          <p:nvPr/>
        </p:nvPicPr>
        <p:blipFill>
          <a:blip r:embed="rId4"/>
          <a:srcRect/>
          <a:stretch>
            <a:fillRect/>
          </a:stretch>
        </p:blipFill>
        <p:spPr bwMode="auto">
          <a:xfrm>
            <a:off x="6102350" y="625475"/>
            <a:ext cx="3801110" cy="2617470"/>
          </a:xfrm>
          <a:prstGeom prst="rect">
            <a:avLst/>
          </a:prstGeom>
          <a:noFill/>
          <a:ln w="9525">
            <a:noFill/>
            <a:miter lim="800000"/>
            <a:headEnd/>
            <a:tailEnd/>
          </a:ln>
        </p:spPr>
      </p:pic>
    </p:spTree>
  </p:cSld>
  <p:clrMapOvr>
    <a:masterClrMapping/>
  </p:clrMapOvr>
  <p:transition spd="slow">
    <p:random/>
  </p:transition>
</p:sld>
</file>

<file path=ppt/slides/slide31.xml><?xml version="1.0" encoding="utf-8"?>
<p:sld xmlns:a="http://schemas.openxmlformats.org/drawingml/2006/main" xmlns:r="http://schemas.openxmlformats.org/officeDocument/2006/relationships" xmlns:p="http://schemas.openxmlformats.org/presentationml/2006/main">
  <p:cSld>
    <p:bg>
      <p:bgPr>
        <a:gradFill>
          <a:gsLst>
            <a:gs pos="0">
              <a:srgbClr val="0D1B2A"/>
            </a:gs>
            <a:gs pos="60000">
              <a:srgbClr val="1B263B"/>
            </a:gs>
            <a:gs pos="100000">
              <a:srgbClr val="102A43"/>
            </a:gs>
          </a:gsLst>
          <a:lin ang="2700000" scaled="0"/>
        </a:gradFill>
        <a:effectLst/>
      </p:bgPr>
    </p:bg>
    <p:spTree>
      <p:nvGrpSpPr>
        <p:cNvPr id="1" name=""/>
        <p:cNvGrpSpPr/>
        <p:nvPr/>
      </p:nvGrpSpPr>
      <p:grpSpPr>
        <a:xfrm>
          <a:off x="0" y="0"/>
          <a:ext cx="0" cy="0"/>
          <a:chOff x="0" y="0"/>
          <a:chExt cx="0" cy="0"/>
        </a:xfrm>
      </p:grpSpPr>
      <p:pic>
        <p:nvPicPr>
          <p:cNvPr id="45" name="图片 4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2730" y="47712"/>
            <a:ext cx="795252" cy="556675"/>
          </a:xfrm>
          <a:prstGeom prst="rect">
            <a:avLst/>
          </a:prstGeom>
        </p:spPr>
      </p:pic>
      <p:sp>
        <p:nvSpPr>
          <p:cNvPr id="47" name="矩形 46"/>
          <p:cNvSpPr/>
          <p:nvPr/>
        </p:nvSpPr>
        <p:spPr>
          <a:xfrm>
            <a:off x="852604" y="91363"/>
            <a:ext cx="3700052" cy="461537"/>
          </a:xfrm>
          <a:prstGeom prst="rect">
            <a:avLst/>
          </a:prstGeom>
        </p:spPr>
        <p:txBody>
          <a:bodyPr wrap="none">
            <a:spAutoFit/>
          </a:bodyPr>
          <a:lstStyle/>
          <a:p>
            <a:r>
              <a:rPr lang="en-US" altLang="zh-CN" sz="2400" b="1" dirty="0">
                <a:solidFill>
                  <a:schemeClr val="bg1"/>
                </a:solidFill>
                <a:latin typeface="微软雅黑" panose="020B0503020204020204" charset="-122"/>
                <a:ea typeface="微软雅黑" panose="020B0503020204020204" charset="-122"/>
              </a:rPr>
              <a:t>2.7  </a:t>
            </a:r>
            <a:r>
              <a:rPr lang="zh-CN" altLang="en-US" sz="2400" b="1" dirty="0">
                <a:solidFill>
                  <a:schemeClr val="bg1"/>
                </a:solidFill>
                <a:latin typeface="微软雅黑" panose="020B0503020204020204" charset="-122"/>
                <a:ea typeface="微软雅黑" panose="020B0503020204020204" charset="-122"/>
              </a:rPr>
              <a:t>函数的单调性与极值</a:t>
            </a:r>
            <a:endParaRPr lang="zh-CN" altLang="en-US" sz="2400" b="1" dirty="0">
              <a:solidFill>
                <a:schemeClr val="bg1"/>
              </a:solidFill>
              <a:latin typeface="微软雅黑" panose="020B0503020204020204" charset="-122"/>
              <a:ea typeface="微软雅黑" panose="020B0503020204020204" charset="-122"/>
            </a:endParaRPr>
          </a:p>
        </p:txBody>
      </p:sp>
      <p:graphicFrame>
        <p:nvGraphicFramePr>
          <p:cNvPr id="1274883" name="Object 3"/>
          <p:cNvGraphicFramePr>
            <a:graphicFrameLocks noChangeAspect="1"/>
          </p:cNvGraphicFramePr>
          <p:nvPr/>
        </p:nvGraphicFramePr>
        <p:xfrm>
          <a:off x="262255" y="347980"/>
          <a:ext cx="10652125" cy="3766820"/>
        </p:xfrm>
        <a:graphic>
          <a:graphicData uri="http://schemas.openxmlformats.org/presentationml/2006/ole">
            <mc:AlternateContent xmlns:mc="http://schemas.openxmlformats.org/markup-compatibility/2006">
              <mc:Choice xmlns:v="urn:schemas-microsoft-com:vml" Requires="v">
                <p:oleObj spid="_x0000_s2" name="Document" r:id="rId2" imgW="5553710" imgH="2069465" progId="Word.Document.12">
                  <p:embed/>
                </p:oleObj>
              </mc:Choice>
              <mc:Fallback>
                <p:oleObj name="Document" r:id="rId2" imgW="5553710" imgH="2069465" progId="Word.Document.12">
                  <p:embed/>
                  <p:pic>
                    <p:nvPicPr>
                      <p:cNvPr id="0" name="Object 3"/>
                      <p:cNvPicPr>
                        <a:picLocks noChangeAspect="1" noChangeArrowheads="1"/>
                      </p:cNvPicPr>
                      <p:nvPr/>
                    </p:nvPicPr>
                    <p:blipFill>
                      <a:blip r:embed="rId3"/>
                      <a:srcRect/>
                      <a:stretch>
                        <a:fillRect/>
                      </a:stretch>
                    </p:blipFill>
                    <p:spPr bwMode="auto">
                      <a:xfrm>
                        <a:off x="262255" y="347980"/>
                        <a:ext cx="10652125" cy="376682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74884" name="Object 4"/>
          <p:cNvGraphicFramePr>
            <a:graphicFrameLocks noChangeAspect="1"/>
          </p:cNvGraphicFramePr>
          <p:nvPr/>
        </p:nvGraphicFramePr>
        <p:xfrm>
          <a:off x="551180" y="1334135"/>
          <a:ext cx="10697845" cy="3255645"/>
        </p:xfrm>
        <a:graphic>
          <a:graphicData uri="http://schemas.openxmlformats.org/presentationml/2006/ole">
            <mc:AlternateContent xmlns:mc="http://schemas.openxmlformats.org/markup-compatibility/2006">
              <mc:Choice xmlns:v="urn:schemas-microsoft-com:vml" Requires="v">
                <p:oleObj spid="_x0000_s3" name="Document" r:id="rId4" imgW="5676900" imgH="1600200" progId="Word.Document.12">
                  <p:embed/>
                </p:oleObj>
              </mc:Choice>
              <mc:Fallback>
                <p:oleObj name="Document" r:id="rId4" imgW="5676900" imgH="1600200" progId="Word.Document.12">
                  <p:embed/>
                  <p:pic>
                    <p:nvPicPr>
                      <p:cNvPr id="0" name="Object 4"/>
                      <p:cNvPicPr>
                        <a:picLocks noChangeAspect="1" noChangeArrowheads="1"/>
                      </p:cNvPicPr>
                      <p:nvPr/>
                    </p:nvPicPr>
                    <p:blipFill>
                      <a:blip r:embed="rId5"/>
                      <a:srcRect/>
                      <a:stretch>
                        <a:fillRect/>
                      </a:stretch>
                    </p:blipFill>
                    <p:spPr bwMode="auto">
                      <a:xfrm>
                        <a:off x="551180" y="1334135"/>
                        <a:ext cx="10697845" cy="325564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Object 4"/>
          <p:cNvGraphicFramePr>
            <a:graphicFrameLocks noChangeAspect="1"/>
          </p:cNvGraphicFramePr>
          <p:nvPr/>
        </p:nvGraphicFramePr>
        <p:xfrm>
          <a:off x="505460" y="5589905"/>
          <a:ext cx="10471150" cy="1576705"/>
        </p:xfrm>
        <a:graphic>
          <a:graphicData uri="http://schemas.openxmlformats.org/presentationml/2006/ole">
            <mc:AlternateContent xmlns:mc="http://schemas.openxmlformats.org/markup-compatibility/2006">
              <mc:Choice xmlns:v="urn:schemas-microsoft-com:vml" Requires="v">
                <p:oleObj spid="_x0000_s5" name="Document" r:id="rId6" imgW="5696585" imgH="713105" progId="Word.Document.12">
                  <p:embed/>
                </p:oleObj>
              </mc:Choice>
              <mc:Fallback>
                <p:oleObj name="Document" r:id="rId6" imgW="5696585" imgH="713105" progId="Word.Document.12">
                  <p:embed/>
                  <p:pic>
                    <p:nvPicPr>
                      <p:cNvPr id="0" name="Object 4"/>
                      <p:cNvPicPr>
                        <a:picLocks noChangeAspect="1" noChangeArrowheads="1"/>
                      </p:cNvPicPr>
                      <p:nvPr/>
                    </p:nvPicPr>
                    <p:blipFill>
                      <a:blip r:embed="rId7"/>
                      <a:srcRect/>
                      <a:stretch>
                        <a:fillRect/>
                      </a:stretch>
                    </p:blipFill>
                    <p:spPr bwMode="auto">
                      <a:xfrm>
                        <a:off x="505460" y="5589905"/>
                        <a:ext cx="10471150" cy="1576705"/>
                      </a:xfrm>
                      <a:prstGeom prst="rect">
                        <a:avLst/>
                      </a:prstGeom>
                      <a:noFill/>
                    </p:spPr>
                  </p:pic>
                </p:oleObj>
              </mc:Fallback>
            </mc:AlternateContent>
          </a:graphicData>
        </a:graphic>
      </p:graphicFrame>
      <p:pic>
        <p:nvPicPr>
          <p:cNvPr id="6" name="Picture 4"/>
          <p:cNvPicPr>
            <a:picLocks noChangeAspect="1" noChangeArrowheads="1"/>
          </p:cNvPicPr>
          <p:nvPr/>
        </p:nvPicPr>
        <p:blipFill>
          <a:blip r:embed="rId8"/>
          <a:srcRect/>
          <a:stretch>
            <a:fillRect/>
          </a:stretch>
        </p:blipFill>
        <p:spPr bwMode="auto">
          <a:xfrm>
            <a:off x="624840" y="4004945"/>
            <a:ext cx="9723120" cy="1542415"/>
          </a:xfrm>
          <a:prstGeom prst="rect">
            <a:avLst/>
          </a:prstGeom>
          <a:noFill/>
          <a:ln w="9525">
            <a:noFill/>
            <a:miter lim="800000"/>
            <a:headEnd/>
            <a:tailEnd/>
          </a:ln>
          <a:effectLst/>
        </p:spPr>
      </p:pic>
      <mc:AlternateContent xmlns:mc="http://schemas.openxmlformats.org/markup-compatibility/2006" xmlns:p14="http://schemas.microsoft.com/office/powerpoint/2010/main">
        <mc:Choice Requires="p14">
          <p:contentPart r:id="rId9" p14:bwMode="auto">
            <p14:nvContentPartPr>
              <p14:cNvPr id="7" name="墨迹 6"/>
              <p14:cNvContentPartPr/>
              <p14:nvPr/>
            </p14:nvContentPartPr>
            <p14:xfrm>
              <a:off x="467200" y="2356773"/>
              <a:ext cx="360" cy="360"/>
            </p14:xfrm>
          </p:contentPart>
        </mc:Choice>
        <mc:Fallback xmlns="">
          <p:pic>
            <p:nvPicPr>
              <p:cNvPr id="7" name="墨迹 6"/>
            </p:nvPicPr>
            <p:blipFill>
              <a:blip r:embed="rId10"/>
            </p:blipFill>
            <p:spPr>
              <a:xfrm>
                <a:off x="467200" y="2356773"/>
                <a:ext cx="360" cy="360"/>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8" name="墨迹 7"/>
              <p14:cNvContentPartPr/>
              <p14:nvPr/>
            </p14:nvContentPartPr>
            <p14:xfrm>
              <a:off x="846640" y="1049613"/>
              <a:ext cx="360" cy="360"/>
            </p14:xfrm>
          </p:contentPart>
        </mc:Choice>
        <mc:Fallback xmlns="">
          <p:pic>
            <p:nvPicPr>
              <p:cNvPr id="8" name="墨迹 7"/>
            </p:nvPicPr>
            <p:blipFill>
              <a:blip r:embed="rId10"/>
            </p:blipFill>
            <p:spPr>
              <a:xfrm>
                <a:off x="846640" y="1049613"/>
                <a:ext cx="360" cy="360"/>
              </a:xfrm>
              <a:prstGeom prst="rect"/>
            </p:spPr>
          </p:pic>
        </mc:Fallback>
      </mc:AlternateContent>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274883"/>
                                        </p:tgtEl>
                                        <p:attrNameLst>
                                          <p:attrName>style.visibility</p:attrName>
                                        </p:attrNameLst>
                                      </p:cBhvr>
                                      <p:to>
                                        <p:strVal val="visible"/>
                                      </p:to>
                                    </p:set>
                                    <p:anim calcmode="lin" valueType="num">
                                      <p:cBhvr additive="base">
                                        <p:cTn id="7" dur="500" fill="hold"/>
                                        <p:tgtEl>
                                          <p:spTgt spid="1274883"/>
                                        </p:tgtEl>
                                        <p:attrNameLst>
                                          <p:attrName>ppt_x</p:attrName>
                                        </p:attrNameLst>
                                      </p:cBhvr>
                                      <p:tavLst>
                                        <p:tav tm="0">
                                          <p:val>
                                            <p:strVal val="0-#ppt_w/2"/>
                                          </p:val>
                                        </p:tav>
                                        <p:tav tm="100000">
                                          <p:val>
                                            <p:strVal val="#ppt_x"/>
                                          </p:val>
                                        </p:tav>
                                      </p:tavLst>
                                    </p:anim>
                                    <p:anim calcmode="lin" valueType="num">
                                      <p:cBhvr additive="base">
                                        <p:cTn id="8" dur="500" fill="hold"/>
                                        <p:tgtEl>
                                          <p:spTgt spid="127488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nodeType="clickEffect">
                                  <p:stCondLst>
                                    <p:cond delay="0"/>
                                  </p:stCondLst>
                                  <p:childTnLst>
                                    <p:set>
                                      <p:cBhvr>
                                        <p:cTn id="12" dur="1" fill="hold">
                                          <p:stCondLst>
                                            <p:cond delay="0"/>
                                          </p:stCondLst>
                                        </p:cTn>
                                        <p:tgtEl>
                                          <p:spTgt spid="1274884"/>
                                        </p:tgtEl>
                                        <p:attrNameLst>
                                          <p:attrName>style.visibility</p:attrName>
                                        </p:attrNameLst>
                                      </p:cBhvr>
                                      <p:to>
                                        <p:strVal val="visible"/>
                                      </p:to>
                                    </p:set>
                                    <p:animEffect transition="in" filter="wipe(up)">
                                      <p:cBhvr>
                                        <p:cTn id="13" dur="1000"/>
                                        <p:tgtEl>
                                          <p:spTgt spid="12748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gradFill>
          <a:gsLst>
            <a:gs pos="0">
              <a:srgbClr val="0D1B2A"/>
            </a:gs>
            <a:gs pos="60000">
              <a:srgbClr val="1B263B"/>
            </a:gs>
            <a:gs pos="100000">
              <a:srgbClr val="102A43"/>
            </a:gs>
          </a:gsLst>
          <a:lin ang="2700000" scaled="0"/>
        </a:gradFill>
        <a:effectLst/>
      </p:bgPr>
    </p:bg>
    <p:spTree>
      <p:nvGrpSpPr>
        <p:cNvPr id="1" name=""/>
        <p:cNvGrpSpPr/>
        <p:nvPr/>
      </p:nvGrpSpPr>
      <p:grpSpPr>
        <a:xfrm>
          <a:off x="0" y="0"/>
          <a:ext cx="0" cy="0"/>
          <a:chOff x="0" y="0"/>
          <a:chExt cx="0" cy="0"/>
        </a:xfrm>
      </p:grpSpPr>
      <p:graphicFrame>
        <p:nvGraphicFramePr>
          <p:cNvPr id="1274884" name="Object 4"/>
          <p:cNvGraphicFramePr>
            <a:graphicFrameLocks noChangeAspect="1"/>
          </p:cNvGraphicFramePr>
          <p:nvPr/>
        </p:nvGraphicFramePr>
        <p:xfrm>
          <a:off x="467200" y="1712566"/>
          <a:ext cx="7729538" cy="2844800"/>
        </p:xfrm>
        <a:graphic>
          <a:graphicData uri="http://schemas.openxmlformats.org/presentationml/2006/ole">
            <mc:AlternateContent xmlns:mc="http://schemas.openxmlformats.org/markup-compatibility/2006">
              <mc:Choice xmlns:v="urn:schemas-microsoft-com:vml" Requires="v">
                <p:oleObj spid="_x0000_s3" name="Document" r:id="rId1" imgW="4331335" imgH="1597025" progId="Word.Document.12">
                  <p:embed/>
                </p:oleObj>
              </mc:Choice>
              <mc:Fallback>
                <p:oleObj name="Document" r:id="rId1" imgW="4331335" imgH="1597025" progId="Word.Document.12">
                  <p:embed/>
                  <p:pic>
                    <p:nvPicPr>
                      <p:cNvPr id="0" name="Object 4"/>
                      <p:cNvPicPr>
                        <a:picLocks noChangeAspect="1" noChangeArrowheads="1"/>
                      </p:cNvPicPr>
                      <p:nvPr/>
                    </p:nvPicPr>
                    <p:blipFill>
                      <a:blip r:embed="rId2"/>
                      <a:srcRect/>
                      <a:stretch>
                        <a:fillRect/>
                      </a:stretch>
                    </p:blipFill>
                    <p:spPr bwMode="auto">
                      <a:xfrm>
                        <a:off x="467200" y="1712566"/>
                        <a:ext cx="7729538" cy="2844800"/>
                      </a:xfrm>
                      <a:prstGeom prst="rect">
                        <a:avLst/>
                      </a:prstGeom>
                      <a:noFill/>
                    </p:spPr>
                  </p:pic>
                </p:oleObj>
              </mc:Fallback>
            </mc:AlternateContent>
          </a:graphicData>
        </a:graphic>
      </p:graphicFrame>
      <p:pic>
        <p:nvPicPr>
          <p:cNvPr id="45" name="图片 4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730" y="47712"/>
            <a:ext cx="795252" cy="556675"/>
          </a:xfrm>
          <a:prstGeom prst="rect">
            <a:avLst/>
          </a:prstGeom>
        </p:spPr>
      </p:pic>
      <p:sp>
        <p:nvSpPr>
          <p:cNvPr id="47" name="矩形 46"/>
          <p:cNvSpPr/>
          <p:nvPr/>
        </p:nvSpPr>
        <p:spPr>
          <a:xfrm>
            <a:off x="852604" y="91363"/>
            <a:ext cx="3700052" cy="461537"/>
          </a:xfrm>
          <a:prstGeom prst="rect">
            <a:avLst/>
          </a:prstGeom>
        </p:spPr>
        <p:txBody>
          <a:bodyPr wrap="none">
            <a:spAutoFit/>
          </a:bodyPr>
          <a:lstStyle/>
          <a:p>
            <a:r>
              <a:rPr lang="en-US" altLang="zh-CN" sz="2400" b="1" dirty="0">
                <a:solidFill>
                  <a:schemeClr val="bg1"/>
                </a:solidFill>
                <a:latin typeface="微软雅黑" panose="020B0503020204020204" charset="-122"/>
                <a:ea typeface="微软雅黑" panose="020B0503020204020204" charset="-122"/>
              </a:rPr>
              <a:t>2.7  </a:t>
            </a:r>
            <a:r>
              <a:rPr lang="zh-CN" altLang="en-US" sz="2400" b="1" dirty="0">
                <a:solidFill>
                  <a:schemeClr val="bg1"/>
                </a:solidFill>
                <a:latin typeface="微软雅黑" panose="020B0503020204020204" charset="-122"/>
                <a:ea typeface="微软雅黑" panose="020B0503020204020204" charset="-122"/>
              </a:rPr>
              <a:t>函数的单调性与极值</a:t>
            </a:r>
            <a:endParaRPr lang="zh-CN" altLang="en-US" sz="2400" b="1" dirty="0">
              <a:solidFill>
                <a:schemeClr val="bg1"/>
              </a:solidFill>
              <a:latin typeface="微软雅黑" panose="020B0503020204020204" charset="-122"/>
              <a:ea typeface="微软雅黑" panose="020B0503020204020204" charset="-122"/>
            </a:endParaRPr>
          </a:p>
        </p:txBody>
      </p:sp>
      <p:graphicFrame>
        <p:nvGraphicFramePr>
          <p:cNvPr id="1274883" name="Object 3"/>
          <p:cNvGraphicFramePr>
            <a:graphicFrameLocks noChangeAspect="1"/>
          </p:cNvGraphicFramePr>
          <p:nvPr/>
        </p:nvGraphicFramePr>
        <p:xfrm>
          <a:off x="263525" y="604520"/>
          <a:ext cx="9725660" cy="5414010"/>
        </p:xfrm>
        <a:graphic>
          <a:graphicData uri="http://schemas.openxmlformats.org/presentationml/2006/ole">
            <mc:AlternateContent xmlns:mc="http://schemas.openxmlformats.org/markup-compatibility/2006">
              <mc:Choice xmlns:v="urn:schemas-microsoft-com:vml" Requires="v">
                <p:oleObj spid="_x0000_s2" name="Document" r:id="rId4" imgW="5553710" imgH="2069465" progId="Word.Document.12">
                  <p:embed/>
                </p:oleObj>
              </mc:Choice>
              <mc:Fallback>
                <p:oleObj name="Document" r:id="rId4" imgW="5553710" imgH="2069465" progId="Word.Document.12">
                  <p:embed/>
                  <p:pic>
                    <p:nvPicPr>
                      <p:cNvPr id="0" name="Object 3"/>
                      <p:cNvPicPr>
                        <a:picLocks noChangeAspect="1" noChangeArrowheads="1"/>
                      </p:cNvPicPr>
                      <p:nvPr/>
                    </p:nvPicPr>
                    <p:blipFill>
                      <a:blip r:embed="rId5"/>
                      <a:srcRect/>
                      <a:stretch>
                        <a:fillRect/>
                      </a:stretch>
                    </p:blipFill>
                    <p:spPr bwMode="auto">
                      <a:xfrm>
                        <a:off x="263525" y="604520"/>
                        <a:ext cx="9725660" cy="541401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xmlns:p14="http://schemas.microsoft.com/office/powerpoint/2010/main">
        <mc:Choice Requires="p14">
          <p:contentPart r:id="rId6" p14:bwMode="auto">
            <p14:nvContentPartPr>
              <p14:cNvPr id="4" name="墨迹 3"/>
              <p14:cNvContentPartPr/>
              <p14:nvPr/>
            </p14:nvContentPartPr>
            <p14:xfrm>
              <a:off x="467200" y="2356773"/>
              <a:ext cx="360" cy="360"/>
            </p14:xfrm>
          </p:contentPart>
        </mc:Choice>
        <mc:Fallback xmlns="">
          <p:pic>
            <p:nvPicPr>
              <p:cNvPr id="4" name="墨迹 3"/>
            </p:nvPicPr>
            <p:blipFill>
              <a:blip r:embed="rId7"/>
            </p:blipFill>
            <p:spPr>
              <a:xfrm>
                <a:off x="467200" y="2356773"/>
                <a:ext cx="360" cy="360"/>
              </a:xfrm>
              <a:prstGeom prst="rect"/>
            </p:spPr>
          </p:pic>
        </mc:Fallback>
      </mc:AlternateContent>
      <mc:AlternateContent xmlns:mc="http://schemas.openxmlformats.org/markup-compatibility/2006" xmlns:p14="http://schemas.microsoft.com/office/powerpoint/2010/main">
        <mc:Choice Requires="p14">
          <p:contentPart r:id="rId8" p14:bwMode="auto">
            <p14:nvContentPartPr>
              <p14:cNvPr id="5" name="墨迹 4"/>
              <p14:cNvContentPartPr/>
              <p14:nvPr/>
            </p14:nvContentPartPr>
            <p14:xfrm>
              <a:off x="846640" y="1049613"/>
              <a:ext cx="360" cy="360"/>
            </p14:xfrm>
          </p:contentPart>
        </mc:Choice>
        <mc:Fallback xmlns="">
          <p:pic>
            <p:nvPicPr>
              <p:cNvPr id="5" name="墨迹 4"/>
            </p:nvPicPr>
            <p:blipFill>
              <a:blip r:embed="rId7"/>
            </p:blipFill>
            <p:spPr>
              <a:xfrm>
                <a:off x="846640" y="1049613"/>
                <a:ext cx="360" cy="36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6" name="墨迹 5"/>
              <p14:cNvContentPartPr/>
              <p14:nvPr/>
            </p14:nvContentPartPr>
            <p14:xfrm>
              <a:off x="1415440" y="1307013"/>
              <a:ext cx="360" cy="360"/>
            </p14:xfrm>
          </p:contentPart>
        </mc:Choice>
        <mc:Fallback xmlns="">
          <p:pic>
            <p:nvPicPr>
              <p:cNvPr id="6" name="墨迹 5"/>
            </p:nvPicPr>
            <p:blipFill>
              <a:blip r:embed="rId7"/>
            </p:blipFill>
            <p:spPr>
              <a:xfrm>
                <a:off x="1415440" y="1307013"/>
                <a:ext cx="360" cy="360"/>
              </a:xfrm>
              <a:prstGeom prst="rect"/>
            </p:spPr>
          </p:pic>
        </mc:Fallback>
      </mc:AlternateContent>
      <p:graphicFrame>
        <p:nvGraphicFramePr>
          <p:cNvPr id="7" name="Object 4"/>
          <p:cNvGraphicFramePr>
            <a:graphicFrameLocks noChangeAspect="1"/>
          </p:cNvGraphicFramePr>
          <p:nvPr/>
        </p:nvGraphicFramePr>
        <p:xfrm>
          <a:off x="440055" y="3714115"/>
          <a:ext cx="7721600" cy="3283585"/>
        </p:xfrm>
        <a:graphic>
          <a:graphicData uri="http://schemas.openxmlformats.org/presentationml/2006/ole">
            <mc:AlternateContent xmlns:mc="http://schemas.openxmlformats.org/markup-compatibility/2006">
              <mc:Choice xmlns:v="urn:schemas-microsoft-com:vml" Requires="v">
                <p:oleObj spid="_x0000_s8" name="Document" r:id="rId10" imgW="4331335" imgH="1597025" progId="Word.Document.12">
                  <p:embed/>
                </p:oleObj>
              </mc:Choice>
              <mc:Fallback>
                <p:oleObj name="Document" r:id="rId10" imgW="4331335" imgH="1597025" progId="Word.Document.12">
                  <p:embed/>
                  <p:pic>
                    <p:nvPicPr>
                      <p:cNvPr id="0" name="Object 4"/>
                      <p:cNvPicPr>
                        <a:picLocks noChangeAspect="1" noChangeArrowheads="1"/>
                      </p:cNvPicPr>
                      <p:nvPr/>
                    </p:nvPicPr>
                    <p:blipFill>
                      <a:blip r:embed="rId11"/>
                      <a:srcRect/>
                      <a:stretch>
                        <a:fillRect/>
                      </a:stretch>
                    </p:blipFill>
                    <p:spPr bwMode="auto">
                      <a:xfrm>
                        <a:off x="440055" y="3714115"/>
                        <a:ext cx="7721600" cy="3283585"/>
                      </a:xfrm>
                      <a:prstGeom prst="rect">
                        <a:avLst/>
                      </a:prstGeom>
                      <a:noFill/>
                    </p:spPr>
                  </p:pic>
                </p:oleObj>
              </mc:Fallback>
            </mc:AlternateContent>
          </a:graphicData>
        </a:graphic>
      </p:graphicFrame>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274883"/>
                                        </p:tgtEl>
                                        <p:attrNameLst>
                                          <p:attrName>style.visibility</p:attrName>
                                        </p:attrNameLst>
                                      </p:cBhvr>
                                      <p:to>
                                        <p:strVal val="visible"/>
                                      </p:to>
                                    </p:set>
                                    <p:anim calcmode="lin" valueType="num">
                                      <p:cBhvr additive="base">
                                        <p:cTn id="7" dur="500" fill="hold"/>
                                        <p:tgtEl>
                                          <p:spTgt spid="1274883"/>
                                        </p:tgtEl>
                                        <p:attrNameLst>
                                          <p:attrName>ppt_x</p:attrName>
                                        </p:attrNameLst>
                                      </p:cBhvr>
                                      <p:tavLst>
                                        <p:tav tm="0">
                                          <p:val>
                                            <p:strVal val="0-#ppt_w/2"/>
                                          </p:val>
                                        </p:tav>
                                        <p:tav tm="100000">
                                          <p:val>
                                            <p:strVal val="#ppt_x"/>
                                          </p:val>
                                        </p:tav>
                                      </p:tavLst>
                                    </p:anim>
                                    <p:anim calcmode="lin" valueType="num">
                                      <p:cBhvr additive="base">
                                        <p:cTn id="8" dur="500" fill="hold"/>
                                        <p:tgtEl>
                                          <p:spTgt spid="127488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nodeType="clickEffect">
                                  <p:stCondLst>
                                    <p:cond delay="0"/>
                                  </p:stCondLst>
                                  <p:childTnLst>
                                    <p:set>
                                      <p:cBhvr>
                                        <p:cTn id="12" dur="1" fill="hold">
                                          <p:stCondLst>
                                            <p:cond delay="0"/>
                                          </p:stCondLst>
                                        </p:cTn>
                                        <p:tgtEl>
                                          <p:spTgt spid="1274884"/>
                                        </p:tgtEl>
                                        <p:attrNameLst>
                                          <p:attrName>style.visibility</p:attrName>
                                        </p:attrNameLst>
                                      </p:cBhvr>
                                      <p:to>
                                        <p:strVal val="visible"/>
                                      </p:to>
                                    </p:set>
                                    <p:animEffect transition="in" filter="wipe(up)">
                                      <p:cBhvr>
                                        <p:cTn id="13" dur="1000"/>
                                        <p:tgtEl>
                                          <p:spTgt spid="1274884"/>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wipe(up)">
                                      <p:cBhvr>
                                        <p:cTn id="18"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gradFill>
          <a:gsLst>
            <a:gs pos="0">
              <a:srgbClr val="0D1B2A"/>
            </a:gs>
            <a:gs pos="60000">
              <a:srgbClr val="1B263B"/>
            </a:gs>
            <a:gs pos="100000">
              <a:srgbClr val="102A43"/>
            </a:gs>
          </a:gsLst>
          <a:lin ang="2700000" scaled="0"/>
        </a:gradFill>
        <a:effectLst/>
      </p:bgPr>
    </p:bg>
    <p:spTree>
      <p:nvGrpSpPr>
        <p:cNvPr id="1" name=""/>
        <p:cNvGrpSpPr/>
        <p:nvPr/>
      </p:nvGrpSpPr>
      <p:grpSpPr>
        <a:xfrm>
          <a:off x="0" y="0"/>
          <a:ext cx="0" cy="0"/>
          <a:chOff x="0" y="0"/>
          <a:chExt cx="0" cy="0"/>
        </a:xfrm>
      </p:grpSpPr>
      <p:pic>
        <p:nvPicPr>
          <p:cNvPr id="45" name="图片 4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2730" y="47712"/>
            <a:ext cx="795252" cy="556675"/>
          </a:xfrm>
          <a:prstGeom prst="rect">
            <a:avLst/>
          </a:prstGeom>
        </p:spPr>
      </p:pic>
      <p:sp>
        <p:nvSpPr>
          <p:cNvPr id="47" name="矩形 46"/>
          <p:cNvSpPr/>
          <p:nvPr/>
        </p:nvSpPr>
        <p:spPr>
          <a:xfrm>
            <a:off x="852604" y="91363"/>
            <a:ext cx="3682418" cy="461537"/>
          </a:xfrm>
          <a:prstGeom prst="rect">
            <a:avLst/>
          </a:prstGeom>
        </p:spPr>
        <p:txBody>
          <a:bodyPr wrap="none">
            <a:spAutoFit/>
          </a:bodyPr>
          <a:lstStyle/>
          <a:p>
            <a:r>
              <a:rPr lang="en-US" altLang="zh-CN" sz="2400" b="1" dirty="0">
                <a:solidFill>
                  <a:schemeClr val="bg1"/>
                </a:solidFill>
                <a:latin typeface="微软雅黑" panose="020B0503020204020204" charset="-122"/>
                <a:ea typeface="微软雅黑" panose="020B0503020204020204" charset="-122"/>
              </a:rPr>
              <a:t>2.8  </a:t>
            </a:r>
            <a:r>
              <a:rPr lang="zh-CN" altLang="en-US" sz="2400" b="1" dirty="0">
                <a:solidFill>
                  <a:schemeClr val="bg1"/>
                </a:solidFill>
                <a:latin typeface="微软雅黑" panose="020B0503020204020204" charset="-122"/>
                <a:ea typeface="微软雅黑" panose="020B0503020204020204" charset="-122"/>
              </a:rPr>
              <a:t>曲线的凹凸性与拐点</a:t>
            </a:r>
            <a:endParaRPr lang="zh-CN" altLang="en-US" sz="2400" b="1" dirty="0">
              <a:solidFill>
                <a:schemeClr val="bg1"/>
              </a:solidFill>
              <a:latin typeface="微软雅黑" panose="020B0503020204020204" charset="-122"/>
              <a:ea typeface="微软雅黑" panose="020B0503020204020204" charset="-122"/>
            </a:endParaRPr>
          </a:p>
        </p:txBody>
      </p:sp>
      <p:graphicFrame>
        <p:nvGraphicFramePr>
          <p:cNvPr id="1286147" name="Object 3"/>
          <p:cNvGraphicFramePr>
            <a:graphicFrameLocks noChangeAspect="1"/>
          </p:cNvGraphicFramePr>
          <p:nvPr/>
        </p:nvGraphicFramePr>
        <p:xfrm>
          <a:off x="443230" y="892175"/>
          <a:ext cx="11384280" cy="2656840"/>
        </p:xfrm>
        <a:graphic>
          <a:graphicData uri="http://schemas.openxmlformats.org/presentationml/2006/ole">
            <mc:AlternateContent xmlns:mc="http://schemas.openxmlformats.org/markup-compatibility/2006">
              <mc:Choice xmlns:v="urn:schemas-microsoft-com:vml" Requires="v">
                <p:oleObj spid="_x0000_s2" name="Document" r:id="rId2" imgW="5693410" imgH="1052830" progId="Word.Document.12">
                  <p:embed/>
                </p:oleObj>
              </mc:Choice>
              <mc:Fallback>
                <p:oleObj name="Document" r:id="rId2" imgW="5693410" imgH="1052830" progId="Word.Document.12">
                  <p:embed/>
                  <p:pic>
                    <p:nvPicPr>
                      <p:cNvPr id="0" name="Object 3"/>
                      <p:cNvPicPr>
                        <a:picLocks noChangeAspect="1" noChangeArrowheads="1"/>
                      </p:cNvPicPr>
                      <p:nvPr/>
                    </p:nvPicPr>
                    <p:blipFill>
                      <a:blip r:embed="rId3"/>
                      <a:srcRect/>
                      <a:stretch>
                        <a:fillRect/>
                      </a:stretch>
                    </p:blipFill>
                    <p:spPr bwMode="auto">
                      <a:xfrm>
                        <a:off x="443230" y="892175"/>
                        <a:ext cx="11384280" cy="26568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Object 4"/>
          <p:cNvGraphicFramePr>
            <a:graphicFrameLocks noChangeAspect="1"/>
          </p:cNvGraphicFramePr>
          <p:nvPr/>
        </p:nvGraphicFramePr>
        <p:xfrm>
          <a:off x="465455" y="2556510"/>
          <a:ext cx="10578465" cy="1330960"/>
        </p:xfrm>
        <a:graphic>
          <a:graphicData uri="http://schemas.openxmlformats.org/presentationml/2006/ole">
            <mc:AlternateContent xmlns:mc="http://schemas.openxmlformats.org/markup-compatibility/2006">
              <mc:Choice xmlns:v="urn:schemas-microsoft-com:vml" Requires="v">
                <p:oleObj spid="_x0000_s4" name="Document" r:id="rId4" imgW="5563870" imgH="548640" progId="Word.Document.12">
                  <p:embed/>
                </p:oleObj>
              </mc:Choice>
              <mc:Fallback>
                <p:oleObj name="Document" r:id="rId4" imgW="5563870" imgH="548640" progId="Word.Document.12">
                  <p:embed/>
                  <p:pic>
                    <p:nvPicPr>
                      <p:cNvPr id="0" name="Object 4"/>
                      <p:cNvPicPr>
                        <a:picLocks noChangeAspect="1" noChangeArrowheads="1"/>
                      </p:cNvPicPr>
                      <p:nvPr/>
                    </p:nvPicPr>
                    <p:blipFill>
                      <a:blip r:embed="rId5"/>
                      <a:srcRect/>
                      <a:stretch>
                        <a:fillRect/>
                      </a:stretch>
                    </p:blipFill>
                    <p:spPr bwMode="auto">
                      <a:xfrm>
                        <a:off x="465455" y="2556510"/>
                        <a:ext cx="10578465" cy="1330960"/>
                      </a:xfrm>
                      <a:prstGeom prst="rect">
                        <a:avLst/>
                      </a:prstGeom>
                      <a:noFill/>
                    </p:spPr>
                  </p:pic>
                </p:oleObj>
              </mc:Fallback>
            </mc:AlternateContent>
          </a:graphicData>
        </a:graphic>
      </p:graphicFrame>
      <p:graphicFrame>
        <p:nvGraphicFramePr>
          <p:cNvPr id="5" name="Object 5"/>
          <p:cNvGraphicFramePr>
            <a:graphicFrameLocks noChangeAspect="1"/>
          </p:cNvGraphicFramePr>
          <p:nvPr/>
        </p:nvGraphicFramePr>
        <p:xfrm>
          <a:off x="462915" y="3832860"/>
          <a:ext cx="10779760" cy="3083560"/>
        </p:xfrm>
        <a:graphic>
          <a:graphicData uri="http://schemas.openxmlformats.org/presentationml/2006/ole">
            <mc:AlternateContent xmlns:mc="http://schemas.openxmlformats.org/markup-compatibility/2006">
              <mc:Choice xmlns:v="urn:schemas-microsoft-com:vml" Requires="v">
                <p:oleObj spid="_x0000_s6" name="Document" r:id="rId6" imgW="5696585" imgH="1299845" progId="Word.Document.12">
                  <p:embed/>
                </p:oleObj>
              </mc:Choice>
              <mc:Fallback>
                <p:oleObj name="Document" r:id="rId6" imgW="5696585" imgH="1299845" progId="Word.Document.12">
                  <p:embed/>
                  <p:pic>
                    <p:nvPicPr>
                      <p:cNvPr id="0" name="Object 5"/>
                      <p:cNvPicPr>
                        <a:picLocks noChangeAspect="1" noChangeArrowheads="1"/>
                      </p:cNvPicPr>
                      <p:nvPr/>
                    </p:nvPicPr>
                    <p:blipFill>
                      <a:blip r:embed="rId7"/>
                      <a:srcRect/>
                      <a:stretch>
                        <a:fillRect/>
                      </a:stretch>
                    </p:blipFill>
                    <p:spPr bwMode="auto">
                      <a:xfrm>
                        <a:off x="462915" y="3832860"/>
                        <a:ext cx="10779760" cy="308356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1286147"/>
                                        </p:tgtEl>
                                        <p:attrNameLst>
                                          <p:attrName>style.visibility</p:attrName>
                                        </p:attrNameLst>
                                      </p:cBhvr>
                                      <p:to>
                                        <p:strVal val="visible"/>
                                      </p:to>
                                    </p:set>
                                    <p:anim calcmode="lin" valueType="num">
                                      <p:cBhvr additive="base">
                                        <p:cTn id="11" dur="500" fill="hold"/>
                                        <p:tgtEl>
                                          <p:spTgt spid="1286147"/>
                                        </p:tgtEl>
                                        <p:attrNameLst>
                                          <p:attrName>ppt_x</p:attrName>
                                        </p:attrNameLst>
                                      </p:cBhvr>
                                      <p:tavLst>
                                        <p:tav tm="0">
                                          <p:val>
                                            <p:strVal val="#ppt_x"/>
                                          </p:val>
                                        </p:tav>
                                        <p:tav tm="100000">
                                          <p:val>
                                            <p:strVal val="#ppt_x"/>
                                          </p:val>
                                        </p:tav>
                                      </p:tavLst>
                                    </p:anim>
                                    <p:anim calcmode="lin" valueType="num">
                                      <p:cBhvr additive="base">
                                        <p:cTn id="12" dur="500" fill="hold"/>
                                        <p:tgtEl>
                                          <p:spTgt spid="128614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47" grpId="1"/>
    </p:bldLst>
  </p:timing>
</p:sld>
</file>

<file path=ppt/slides/slide34.xml><?xml version="1.0" encoding="utf-8"?>
<p:sld xmlns:a="http://schemas.openxmlformats.org/drawingml/2006/main" xmlns:r="http://schemas.openxmlformats.org/officeDocument/2006/relationships" xmlns:p="http://schemas.openxmlformats.org/presentationml/2006/main">
  <p:cSld>
    <p:bg>
      <p:bgPr>
        <a:gradFill>
          <a:gsLst>
            <a:gs pos="0">
              <a:srgbClr val="0D1B2A"/>
            </a:gs>
            <a:gs pos="60000">
              <a:srgbClr val="1B263B"/>
            </a:gs>
            <a:gs pos="100000">
              <a:srgbClr val="102A43"/>
            </a:gs>
          </a:gsLst>
          <a:lin ang="2700000" scaled="0"/>
        </a:gradFill>
        <a:effectLst/>
      </p:bgPr>
    </p:bg>
    <p:spTree>
      <p:nvGrpSpPr>
        <p:cNvPr id="1" name=""/>
        <p:cNvGrpSpPr/>
        <p:nvPr/>
      </p:nvGrpSpPr>
      <p:grpSpPr>
        <a:xfrm>
          <a:off x="0" y="0"/>
          <a:ext cx="0" cy="0"/>
          <a:chOff x="0" y="0"/>
          <a:chExt cx="0" cy="0"/>
        </a:xfrm>
      </p:grpSpPr>
      <p:pic>
        <p:nvPicPr>
          <p:cNvPr id="45" name="图片 4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2730" y="47712"/>
            <a:ext cx="795252" cy="556675"/>
          </a:xfrm>
          <a:prstGeom prst="rect">
            <a:avLst/>
          </a:prstGeom>
        </p:spPr>
      </p:pic>
      <p:graphicFrame>
        <p:nvGraphicFramePr>
          <p:cNvPr id="1288197" name="Object 5"/>
          <p:cNvGraphicFramePr>
            <a:graphicFrameLocks noChangeAspect="1"/>
          </p:cNvGraphicFramePr>
          <p:nvPr/>
        </p:nvGraphicFramePr>
        <p:xfrm>
          <a:off x="781050" y="3032125"/>
          <a:ext cx="7497445" cy="2040255"/>
        </p:xfrm>
        <a:graphic>
          <a:graphicData uri="http://schemas.openxmlformats.org/presentationml/2006/ole">
            <mc:AlternateContent xmlns:mc="http://schemas.openxmlformats.org/markup-compatibility/2006">
              <mc:Choice xmlns:v="urn:schemas-microsoft-com:vml" Requires="v">
                <p:oleObj spid="_x0000_s2" name="Document" r:id="rId2" imgW="3562985" imgH="833755" progId="Word.Document.12">
                  <p:embed/>
                </p:oleObj>
              </mc:Choice>
              <mc:Fallback>
                <p:oleObj name="Document" r:id="rId2" imgW="3562985" imgH="833755" progId="Word.Document.12">
                  <p:embed/>
                  <p:pic>
                    <p:nvPicPr>
                      <p:cNvPr id="0" name="Object 5"/>
                      <p:cNvPicPr>
                        <a:picLocks noChangeAspect="1" noChangeArrowheads="1"/>
                      </p:cNvPicPr>
                      <p:nvPr/>
                    </p:nvPicPr>
                    <p:blipFill>
                      <a:blip r:embed="rId3"/>
                      <a:srcRect/>
                      <a:stretch>
                        <a:fillRect/>
                      </a:stretch>
                    </p:blipFill>
                    <p:spPr bwMode="auto">
                      <a:xfrm>
                        <a:off x="781050" y="3032125"/>
                        <a:ext cx="7497445" cy="204025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288198" name="Picture 6"/>
          <p:cNvPicPr>
            <a:picLocks noChangeAspect="1" noChangeArrowheads="1"/>
          </p:cNvPicPr>
          <p:nvPr/>
        </p:nvPicPr>
        <p:blipFill>
          <a:blip r:embed="rId4"/>
          <a:srcRect/>
          <a:stretch>
            <a:fillRect/>
          </a:stretch>
        </p:blipFill>
        <p:spPr bwMode="auto">
          <a:xfrm>
            <a:off x="335280" y="764540"/>
            <a:ext cx="9292590" cy="2348865"/>
          </a:xfrm>
          <a:prstGeom prst="rect">
            <a:avLst/>
          </a:prstGeom>
          <a:noFill/>
          <a:ln w="9525">
            <a:noFill/>
            <a:miter lim="800000"/>
            <a:headEnd/>
            <a:tailEnd/>
          </a:ln>
          <a:effectLst/>
        </p:spPr>
      </p:pic>
      <p:pic>
        <p:nvPicPr>
          <p:cNvPr id="1288199" name="Picture 7" descr="3-10"/>
          <p:cNvPicPr>
            <a:picLocks noChangeAspect="1" noChangeArrowheads="1"/>
          </p:cNvPicPr>
          <p:nvPr/>
        </p:nvPicPr>
        <p:blipFill>
          <a:blip r:embed="rId5"/>
          <a:srcRect/>
          <a:stretch>
            <a:fillRect/>
          </a:stretch>
        </p:blipFill>
        <p:spPr bwMode="auto">
          <a:xfrm>
            <a:off x="635000" y="4293235"/>
            <a:ext cx="3935095" cy="2519045"/>
          </a:xfrm>
          <a:prstGeom prst="rect">
            <a:avLst/>
          </a:prstGeom>
          <a:noFill/>
          <a:ln w="9525">
            <a:noFill/>
            <a:miter lim="800000"/>
            <a:headEnd/>
            <a:tailEnd/>
          </a:ln>
        </p:spPr>
      </p:pic>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288198"/>
                                        </p:tgtEl>
                                        <p:attrNameLst>
                                          <p:attrName>style.visibility</p:attrName>
                                        </p:attrNameLst>
                                      </p:cBhvr>
                                      <p:to>
                                        <p:strVal val="visible"/>
                                      </p:to>
                                    </p:set>
                                    <p:anim calcmode="lin" valueType="num">
                                      <p:cBhvr additive="base">
                                        <p:cTn id="7" dur="500" fill="hold"/>
                                        <p:tgtEl>
                                          <p:spTgt spid="1288198"/>
                                        </p:tgtEl>
                                        <p:attrNameLst>
                                          <p:attrName>ppt_x</p:attrName>
                                        </p:attrNameLst>
                                      </p:cBhvr>
                                      <p:tavLst>
                                        <p:tav tm="0">
                                          <p:val>
                                            <p:strVal val="#ppt_x"/>
                                          </p:val>
                                        </p:tav>
                                        <p:tav tm="100000">
                                          <p:val>
                                            <p:strVal val="#ppt_x"/>
                                          </p:val>
                                        </p:tav>
                                      </p:tavLst>
                                    </p:anim>
                                    <p:anim calcmode="lin" valueType="num">
                                      <p:cBhvr additive="base">
                                        <p:cTn id="8" dur="500" fill="hold"/>
                                        <p:tgtEl>
                                          <p:spTgt spid="128819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nodeType="clickEffect">
                                  <p:stCondLst>
                                    <p:cond delay="0"/>
                                  </p:stCondLst>
                                  <p:childTnLst>
                                    <p:set>
                                      <p:cBhvr>
                                        <p:cTn id="12" dur="1" fill="hold">
                                          <p:stCondLst>
                                            <p:cond delay="0"/>
                                          </p:stCondLst>
                                        </p:cTn>
                                        <p:tgtEl>
                                          <p:spTgt spid="1288197"/>
                                        </p:tgtEl>
                                        <p:attrNameLst>
                                          <p:attrName>style.visibility</p:attrName>
                                        </p:attrNameLst>
                                      </p:cBhvr>
                                      <p:to>
                                        <p:strVal val="visible"/>
                                      </p:to>
                                    </p:set>
                                    <p:animEffect transition="in" filter="wipe(up)">
                                      <p:cBhvr>
                                        <p:cTn id="13" dur="1000"/>
                                        <p:tgtEl>
                                          <p:spTgt spid="1288197"/>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1288199"/>
                                        </p:tgtEl>
                                        <p:attrNameLst>
                                          <p:attrName>style.visibility</p:attrName>
                                        </p:attrNameLst>
                                      </p:cBhvr>
                                      <p:to>
                                        <p:strVal val="visible"/>
                                      </p:to>
                                    </p:set>
                                    <p:anim calcmode="lin" valueType="num">
                                      <p:cBhvr additive="base">
                                        <p:cTn id="18" dur="500" fill="hold"/>
                                        <p:tgtEl>
                                          <p:spTgt spid="1288199"/>
                                        </p:tgtEl>
                                        <p:attrNameLst>
                                          <p:attrName>ppt_x</p:attrName>
                                        </p:attrNameLst>
                                      </p:cBhvr>
                                      <p:tavLst>
                                        <p:tav tm="0">
                                          <p:val>
                                            <p:strVal val="#ppt_x"/>
                                          </p:val>
                                        </p:tav>
                                        <p:tav tm="100000">
                                          <p:val>
                                            <p:strVal val="#ppt_x"/>
                                          </p:val>
                                        </p:tav>
                                      </p:tavLst>
                                    </p:anim>
                                    <p:anim calcmode="lin" valueType="num">
                                      <p:cBhvr additive="base">
                                        <p:cTn id="19" dur="500" fill="hold"/>
                                        <p:tgtEl>
                                          <p:spTgt spid="128819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bg>
      <p:bgPr>
        <a:gradFill>
          <a:gsLst>
            <a:gs pos="0">
              <a:srgbClr val="0D1B2A"/>
            </a:gs>
            <a:gs pos="60000">
              <a:srgbClr val="1B263B"/>
            </a:gs>
            <a:gs pos="100000">
              <a:srgbClr val="102A43"/>
            </a:gs>
          </a:gsLst>
          <a:lin ang="2700000" scaled="0"/>
        </a:gradFill>
        <a:effectLst/>
      </p:bgPr>
    </p:bg>
    <p:spTree>
      <p:nvGrpSpPr>
        <p:cNvPr id="1" name=""/>
        <p:cNvGrpSpPr/>
        <p:nvPr/>
      </p:nvGrpSpPr>
      <p:grpSpPr>
        <a:xfrm>
          <a:off x="0" y="0"/>
          <a:ext cx="0" cy="0"/>
          <a:chOff x="0" y="0"/>
          <a:chExt cx="0" cy="0"/>
        </a:xfrm>
      </p:grpSpPr>
      <p:graphicFrame>
        <p:nvGraphicFramePr>
          <p:cNvPr id="1292290" name="Object 2"/>
          <p:cNvGraphicFramePr>
            <a:graphicFrameLocks noChangeAspect="1"/>
          </p:cNvGraphicFramePr>
          <p:nvPr/>
        </p:nvGraphicFramePr>
        <p:xfrm>
          <a:off x="407670" y="620395"/>
          <a:ext cx="9260205" cy="6285230"/>
        </p:xfrm>
        <a:graphic>
          <a:graphicData uri="http://schemas.openxmlformats.org/presentationml/2006/ole">
            <mc:AlternateContent xmlns:mc="http://schemas.openxmlformats.org/markup-compatibility/2006">
              <mc:Choice xmlns:v="urn:schemas-microsoft-com:vml" Requires="v">
                <p:oleObj spid="_x0000_s2" name="Document" r:id="rId1" imgW="5749925" imgH="2586355" progId="Word.Document.12">
                  <p:embed/>
                </p:oleObj>
              </mc:Choice>
              <mc:Fallback>
                <p:oleObj name="Document" r:id="rId1" imgW="5749925" imgH="2586355" progId="Word.Document.12">
                  <p:embed/>
                  <p:pic>
                    <p:nvPicPr>
                      <p:cNvPr id="0" name="Object 2"/>
                      <p:cNvPicPr>
                        <a:picLocks noChangeAspect="1" noChangeArrowheads="1"/>
                      </p:cNvPicPr>
                      <p:nvPr/>
                    </p:nvPicPr>
                    <p:blipFill>
                      <a:blip r:embed="rId2"/>
                      <a:srcRect/>
                      <a:stretch>
                        <a:fillRect/>
                      </a:stretch>
                    </p:blipFill>
                    <p:spPr bwMode="auto">
                      <a:xfrm>
                        <a:off x="407670" y="620395"/>
                        <a:ext cx="9260205" cy="6285230"/>
                      </a:xfrm>
                      <a:prstGeom prst="rect">
                        <a:avLst/>
                      </a:prstGeom>
                      <a:noFill/>
                    </p:spPr>
                  </p:pic>
                </p:oleObj>
              </mc:Fallback>
            </mc:AlternateContent>
          </a:graphicData>
        </a:graphic>
      </p:graphicFrame>
      <p:pic>
        <p:nvPicPr>
          <p:cNvPr id="45" name="图片 4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730" y="47712"/>
            <a:ext cx="795252" cy="556675"/>
          </a:xfrm>
          <a:prstGeom prst="rect">
            <a:avLst/>
          </a:prstGeom>
        </p:spPr>
      </p:pic>
      <p:sp>
        <p:nvSpPr>
          <p:cNvPr id="47" name="矩形 46"/>
          <p:cNvSpPr/>
          <p:nvPr/>
        </p:nvSpPr>
        <p:spPr>
          <a:xfrm>
            <a:off x="852604" y="91363"/>
            <a:ext cx="2679844" cy="461545"/>
          </a:xfrm>
          <a:prstGeom prst="rect">
            <a:avLst/>
          </a:prstGeom>
        </p:spPr>
        <p:txBody>
          <a:bodyPr wrap="none">
            <a:spAutoFit/>
          </a:bodyPr>
          <a:lstStyle/>
          <a:p>
            <a:r>
              <a:rPr lang="en-US" altLang="zh-CN" sz="2400" b="1" dirty="0">
                <a:solidFill>
                  <a:schemeClr val="bg1"/>
                </a:solidFill>
                <a:latin typeface="微软雅黑" panose="020B0503020204020204" charset="-122"/>
                <a:ea typeface="微软雅黑" panose="020B0503020204020204" charset="-122"/>
              </a:rPr>
              <a:t>2.9  </a:t>
            </a:r>
            <a:r>
              <a:rPr lang="zh-CN" altLang="en-US" sz="2400" b="1" dirty="0">
                <a:solidFill>
                  <a:schemeClr val="bg1"/>
                </a:solidFill>
                <a:latin typeface="微软雅黑" panose="020B0503020204020204" charset="-122"/>
                <a:ea typeface="微软雅黑" panose="020B0503020204020204" charset="-122"/>
              </a:rPr>
              <a:t>曲线的渐近线</a:t>
            </a:r>
            <a:endParaRPr lang="zh-CN" altLang="en-US" sz="2400" b="1" dirty="0">
              <a:solidFill>
                <a:schemeClr val="bg1"/>
              </a:solidFill>
              <a:latin typeface="微软雅黑" panose="020B0503020204020204" charset="-122"/>
              <a:ea typeface="微软雅黑" panose="020B0503020204020204" charset="-122"/>
            </a:endParaRPr>
          </a:p>
        </p:txBody>
      </p:sp>
      <p:pic>
        <p:nvPicPr>
          <p:cNvPr id="1294341" name="Picture 5" descr="3-13"/>
          <p:cNvPicPr>
            <a:picLocks noChangeAspect="1" noChangeArrowheads="1"/>
          </p:cNvPicPr>
          <p:nvPr/>
        </p:nvPicPr>
        <p:blipFill>
          <a:blip r:embed="rId4"/>
          <a:srcRect/>
          <a:stretch>
            <a:fillRect/>
          </a:stretch>
        </p:blipFill>
        <p:spPr bwMode="auto">
          <a:xfrm>
            <a:off x="6691630" y="3716655"/>
            <a:ext cx="3707765" cy="2818765"/>
          </a:xfrm>
          <a:prstGeom prst="rect">
            <a:avLst/>
          </a:prstGeom>
          <a:noFill/>
          <a:ln w="9525">
            <a:noFill/>
            <a:miter lim="800000"/>
            <a:headEnd/>
            <a:tailEnd/>
          </a:ln>
        </p:spPr>
      </p:pic>
    </p:spTree>
  </p:cSld>
  <p:clrMapOvr>
    <a:masterClrMapping/>
  </p:clrMapOvr>
  <p:transition spd="slow">
    <p:random/>
  </p:transition>
</p:sld>
</file>

<file path=ppt/slides/slide36.xml><?xml version="1.0" encoding="utf-8"?>
<p:sld xmlns:a="http://schemas.openxmlformats.org/drawingml/2006/main" xmlns:r="http://schemas.openxmlformats.org/officeDocument/2006/relationships" xmlns:p="http://schemas.openxmlformats.org/presentationml/2006/main">
  <p:cSld>
    <p:bg>
      <p:bgPr>
        <a:gradFill>
          <a:gsLst>
            <a:gs pos="0">
              <a:srgbClr val="0D1B2A"/>
            </a:gs>
            <a:gs pos="60000">
              <a:srgbClr val="1B263B"/>
            </a:gs>
            <a:gs pos="100000">
              <a:srgbClr val="102A43"/>
            </a:gs>
          </a:gsLst>
          <a:lin ang="2700000" scaled="0"/>
        </a:gradFill>
        <a:effectLst/>
      </p:bgPr>
    </p:bg>
    <p:spTree>
      <p:nvGrpSpPr>
        <p:cNvPr id="1" name=""/>
        <p:cNvGrpSpPr/>
        <p:nvPr/>
      </p:nvGrpSpPr>
      <p:grpSpPr>
        <a:xfrm>
          <a:off x="0" y="0"/>
          <a:ext cx="0" cy="0"/>
          <a:chOff x="0" y="0"/>
          <a:chExt cx="0" cy="0"/>
        </a:xfrm>
      </p:grpSpPr>
      <p:graphicFrame>
        <p:nvGraphicFramePr>
          <p:cNvPr id="1292290" name="Object 2"/>
          <p:cNvGraphicFramePr>
            <a:graphicFrameLocks noChangeAspect="1"/>
          </p:cNvGraphicFramePr>
          <p:nvPr/>
        </p:nvGraphicFramePr>
        <p:xfrm>
          <a:off x="624205" y="553085"/>
          <a:ext cx="8664575" cy="6202045"/>
        </p:xfrm>
        <a:graphic>
          <a:graphicData uri="http://schemas.openxmlformats.org/presentationml/2006/ole">
            <mc:AlternateContent xmlns:mc="http://schemas.openxmlformats.org/markup-compatibility/2006">
              <mc:Choice xmlns:v="urn:schemas-microsoft-com:vml" Requires="v">
                <p:oleObj spid="_x0000_s2" name="Document" r:id="rId1" imgW="5749925" imgH="2586355" progId="Word.Document.12">
                  <p:embed/>
                </p:oleObj>
              </mc:Choice>
              <mc:Fallback>
                <p:oleObj name="Document" r:id="rId1" imgW="5749925" imgH="2586355" progId="Word.Document.12">
                  <p:embed/>
                  <p:pic>
                    <p:nvPicPr>
                      <p:cNvPr id="0" name="Object 2"/>
                      <p:cNvPicPr>
                        <a:picLocks noChangeAspect="1" noChangeArrowheads="1"/>
                      </p:cNvPicPr>
                      <p:nvPr/>
                    </p:nvPicPr>
                    <p:blipFill>
                      <a:blip r:embed="rId2"/>
                      <a:srcRect/>
                      <a:stretch>
                        <a:fillRect/>
                      </a:stretch>
                    </p:blipFill>
                    <p:spPr bwMode="auto">
                      <a:xfrm>
                        <a:off x="624205" y="553085"/>
                        <a:ext cx="8664575" cy="6202045"/>
                      </a:xfrm>
                      <a:prstGeom prst="rect">
                        <a:avLst/>
                      </a:prstGeom>
                      <a:noFill/>
                    </p:spPr>
                  </p:pic>
                </p:oleObj>
              </mc:Fallback>
            </mc:AlternateContent>
          </a:graphicData>
        </a:graphic>
      </p:graphicFrame>
      <p:pic>
        <p:nvPicPr>
          <p:cNvPr id="45" name="图片 4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730" y="47712"/>
            <a:ext cx="795252" cy="556675"/>
          </a:xfrm>
          <a:prstGeom prst="rect">
            <a:avLst/>
          </a:prstGeom>
        </p:spPr>
      </p:pic>
      <p:sp>
        <p:nvSpPr>
          <p:cNvPr id="47" name="矩形 46"/>
          <p:cNvSpPr/>
          <p:nvPr/>
        </p:nvSpPr>
        <p:spPr>
          <a:xfrm>
            <a:off x="852604" y="91363"/>
            <a:ext cx="2680542" cy="461537"/>
          </a:xfrm>
          <a:prstGeom prst="rect">
            <a:avLst/>
          </a:prstGeom>
        </p:spPr>
        <p:txBody>
          <a:bodyPr wrap="none">
            <a:spAutoFit/>
          </a:bodyPr>
          <a:lstStyle/>
          <a:p>
            <a:r>
              <a:rPr lang="en-US" altLang="zh-CN" sz="2400" b="1" dirty="0">
                <a:solidFill>
                  <a:schemeClr val="bg1"/>
                </a:solidFill>
                <a:latin typeface="微软雅黑" panose="020B0503020204020204" charset="-122"/>
                <a:ea typeface="微软雅黑" panose="020B0503020204020204" charset="-122"/>
              </a:rPr>
              <a:t>2.9  </a:t>
            </a:r>
            <a:r>
              <a:rPr lang="zh-CN" altLang="en-US" sz="2400" b="1" dirty="0">
                <a:solidFill>
                  <a:schemeClr val="bg1"/>
                </a:solidFill>
                <a:latin typeface="微软雅黑" panose="020B0503020204020204" charset="-122"/>
                <a:ea typeface="微软雅黑" panose="020B0503020204020204" charset="-122"/>
              </a:rPr>
              <a:t>曲线的渐近线</a:t>
            </a:r>
            <a:endParaRPr lang="zh-CN" altLang="en-US" sz="2400" b="1" dirty="0">
              <a:solidFill>
                <a:schemeClr val="bg1"/>
              </a:solidFill>
              <a:latin typeface="微软雅黑" panose="020B0503020204020204" charset="-122"/>
              <a:ea typeface="微软雅黑" panose="020B0503020204020204" charset="-122"/>
            </a:endParaRPr>
          </a:p>
        </p:txBody>
      </p:sp>
      <p:sp>
        <p:nvSpPr>
          <p:cNvPr id="9" name="矩形 8"/>
          <p:cNvSpPr/>
          <p:nvPr/>
        </p:nvSpPr>
        <p:spPr>
          <a:xfrm>
            <a:off x="3861334" y="5710626"/>
            <a:ext cx="944243" cy="369236"/>
          </a:xfrm>
          <a:prstGeom prst="rect">
            <a:avLst/>
          </a:prstGeom>
        </p:spPr>
        <p:txBody>
          <a:bodyPr wrap="none">
            <a:spAutoFit/>
          </a:bodyPr>
          <a:lstStyle/>
          <a:p>
            <a:r>
              <a:rPr lang="zh-CN" altLang="en-US" sz="1800" b="1" dirty="0">
                <a:solidFill>
                  <a:schemeClr val="bg1"/>
                </a:solidFill>
                <a:latin typeface="微软雅黑" panose="020B0503020204020204" charset="-122"/>
                <a:ea typeface="微软雅黑" panose="020B0503020204020204" charset="-122"/>
              </a:rPr>
              <a:t>表</a:t>
            </a:r>
            <a:r>
              <a:rPr lang="en-US" sz="1800" b="1" dirty="0">
                <a:solidFill>
                  <a:schemeClr val="bg1"/>
                </a:solidFill>
                <a:latin typeface="微软雅黑" panose="020B0503020204020204" charset="-122"/>
                <a:ea typeface="微软雅黑" panose="020B0503020204020204" charset="-122"/>
              </a:rPr>
              <a:t>3-14</a:t>
            </a:r>
            <a:endParaRPr lang="zh-CN" altLang="en-US" sz="1800" b="1" dirty="0">
              <a:solidFill>
                <a:schemeClr val="bg1"/>
              </a:solidFill>
              <a:latin typeface="微软雅黑" panose="020B0503020204020204" charset="-122"/>
              <a:ea typeface="微软雅黑" panose="020B0503020204020204" charset="-122"/>
            </a:endParaRPr>
          </a:p>
        </p:txBody>
      </p:sp>
      <p:pic>
        <p:nvPicPr>
          <p:cNvPr id="1295363" name="Picture 3" descr="3-14"/>
          <p:cNvPicPr>
            <a:picLocks noChangeAspect="1" noChangeArrowheads="1"/>
          </p:cNvPicPr>
          <p:nvPr/>
        </p:nvPicPr>
        <p:blipFill>
          <a:blip r:embed="rId4"/>
          <a:srcRect/>
          <a:stretch>
            <a:fillRect/>
          </a:stretch>
        </p:blipFill>
        <p:spPr bwMode="auto">
          <a:xfrm>
            <a:off x="2185035" y="2623185"/>
            <a:ext cx="4371340" cy="3027680"/>
          </a:xfrm>
          <a:prstGeom prst="rect">
            <a:avLst/>
          </a:prstGeom>
          <a:noFill/>
          <a:ln w="9525">
            <a:noFill/>
            <a:miter lim="800000"/>
            <a:headEnd/>
            <a:tailEnd/>
          </a:ln>
        </p:spPr>
      </p:pic>
    </p:spTree>
  </p:cSld>
  <p:clrMapOvr>
    <a:masterClrMapping/>
  </p:clrMapOvr>
  <p:transition spd="slow">
    <p:random/>
  </p:transition>
</p:sld>
</file>

<file path=ppt/slides/slide37.xml><?xml version="1.0" encoding="utf-8"?>
<p:sld xmlns:a="http://schemas.openxmlformats.org/drawingml/2006/main" xmlns:r="http://schemas.openxmlformats.org/officeDocument/2006/relationships" xmlns:p="http://schemas.openxmlformats.org/presentationml/2006/main">
  <p:cSld>
    <p:bg>
      <p:bgPr>
        <a:gradFill>
          <a:gsLst>
            <a:gs pos="0">
              <a:srgbClr val="0D1B2A"/>
            </a:gs>
            <a:gs pos="60000">
              <a:srgbClr val="1B263B"/>
            </a:gs>
            <a:gs pos="100000">
              <a:srgbClr val="102A43"/>
            </a:gs>
          </a:gsLst>
          <a:lin ang="2700000" scaled="0"/>
        </a:gradFill>
        <a:effectLst/>
      </p:bgPr>
    </p:bg>
    <p:spTree>
      <p:nvGrpSpPr>
        <p:cNvPr id="1" name=""/>
        <p:cNvGrpSpPr/>
        <p:nvPr/>
      </p:nvGrpSpPr>
      <p:grpSpPr>
        <a:xfrm>
          <a:off x="0" y="0"/>
          <a:ext cx="0" cy="0"/>
          <a:chOff x="0" y="0"/>
          <a:chExt cx="0" cy="0"/>
        </a:xfrm>
      </p:grpSpPr>
      <p:sp>
        <p:nvSpPr>
          <p:cNvPr id="11" name="任意多边形: 形状 10"/>
          <p:cNvSpPr/>
          <p:nvPr/>
        </p:nvSpPr>
        <p:spPr>
          <a:xfrm rot="2700000">
            <a:off x="-803840" y="-755763"/>
            <a:ext cx="5428563" cy="5833960"/>
          </a:xfrm>
          <a:custGeom>
            <a:avLst/>
            <a:gdLst>
              <a:gd name="connsiteX0" fmla="*/ 0 w 5428563"/>
              <a:gd name="connsiteY0" fmla="*/ 2574839 h 5504327"/>
              <a:gd name="connsiteX1" fmla="*/ 2574839 w 5428563"/>
              <a:gd name="connsiteY1" fmla="*/ 0 h 5504327"/>
              <a:gd name="connsiteX2" fmla="*/ 4511157 w 5428563"/>
              <a:gd name="connsiteY2" fmla="*/ 0 h 5504327"/>
              <a:gd name="connsiteX3" fmla="*/ 5428563 w 5428563"/>
              <a:gd name="connsiteY3" fmla="*/ 917406 h 5504327"/>
              <a:gd name="connsiteX4" fmla="*/ 5428563 w 5428563"/>
              <a:gd name="connsiteY4" fmla="*/ 4586921 h 5504327"/>
              <a:gd name="connsiteX5" fmla="*/ 4511157 w 5428563"/>
              <a:gd name="connsiteY5" fmla="*/ 5504327 h 5504327"/>
              <a:gd name="connsiteX6" fmla="*/ 2929489 w 5428563"/>
              <a:gd name="connsiteY6" fmla="*/ 5504327 h 5504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428563" h="5504327">
                <a:moveTo>
                  <a:pt x="0" y="2574839"/>
                </a:moveTo>
                <a:lnTo>
                  <a:pt x="2574839" y="0"/>
                </a:lnTo>
                <a:lnTo>
                  <a:pt x="4511157" y="0"/>
                </a:lnTo>
                <a:cubicBezTo>
                  <a:pt x="5017826" y="0"/>
                  <a:pt x="5428563" y="410737"/>
                  <a:pt x="5428563" y="917406"/>
                </a:cubicBezTo>
                <a:lnTo>
                  <a:pt x="5428563" y="4586921"/>
                </a:lnTo>
                <a:cubicBezTo>
                  <a:pt x="5428563" y="5093590"/>
                  <a:pt x="5017826" y="5504327"/>
                  <a:pt x="4511157" y="5504327"/>
                </a:cubicBezTo>
                <a:lnTo>
                  <a:pt x="2929489" y="5504327"/>
                </a:lnTo>
                <a:close/>
              </a:path>
            </a:pathLst>
          </a:custGeom>
          <a:solidFill>
            <a:schemeClr val="accent1">
              <a:lumMod val="20000"/>
              <a:lumOff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5981700" y="2419350"/>
            <a:ext cx="3328155" cy="830997"/>
          </a:xfrm>
          <a:prstGeom prst="rect">
            <a:avLst/>
          </a:prstGeom>
          <a:noFill/>
        </p:spPr>
        <p:txBody>
          <a:bodyPr wrap="none" rtlCol="0">
            <a:spAutoFit/>
            <a:scene3d>
              <a:camera prst="orthographicFront"/>
              <a:lightRig rig="threePt" dir="t"/>
            </a:scene3d>
            <a:sp3d contourW="6350"/>
          </a:bodyPr>
          <a:lstStyle>
            <a:defPPr>
              <a:defRPr lang="zh-CN"/>
            </a:defPPr>
            <a:lvl1pPr>
              <a:defRPr sz="2800" b="1">
                <a:solidFill>
                  <a:schemeClr val="tx1">
                    <a:lumMod val="75000"/>
                    <a:lumOff val="25000"/>
                  </a:schemeClr>
                </a:solidFill>
              </a:defRPr>
            </a:lvl1pPr>
          </a:lstStyle>
          <a:p>
            <a:r>
              <a:rPr lang="en-US" altLang="zh-CN" sz="4800" dirty="0">
                <a:solidFill>
                  <a:srgbClr val="FFFF00"/>
                </a:solidFill>
              </a:rPr>
              <a:t>3  </a:t>
            </a:r>
            <a:r>
              <a:rPr lang="zh-CN" altLang="en-US" sz="4800" dirty="0">
                <a:solidFill>
                  <a:srgbClr val="FFFF00"/>
                </a:solidFill>
              </a:rPr>
              <a:t>不定积分</a:t>
            </a:r>
            <a:endParaRPr lang="zh-CN" altLang="en-US" sz="4800" dirty="0">
              <a:solidFill>
                <a:srgbClr val="FFFF00"/>
              </a:solidFill>
            </a:endParaRPr>
          </a:p>
        </p:txBody>
      </p:sp>
      <p:pic>
        <p:nvPicPr>
          <p:cNvPr id="16" name="图片占位符 15"/>
          <p:cNvPicPr>
            <a:picLocks noGrp="1" noChangeAspect="1"/>
          </p:cNvPicPr>
          <p:nvPr>
            <p:ph type="pic" sz="quarter" idx="10"/>
          </p:nvPr>
        </p:nvPicPr>
        <p:blipFill>
          <a:blip r:embed="rId1" cstate="screen"/>
          <a:srcRect/>
          <a:stretch>
            <a:fillRect/>
          </a:stretch>
        </p:blipFill>
        <p:spPr/>
      </p:pic>
      <p:cxnSp>
        <p:nvCxnSpPr>
          <p:cNvPr id="19" name="直接连接符 18"/>
          <p:cNvCxnSpPr/>
          <p:nvPr/>
        </p:nvCxnSpPr>
        <p:spPr>
          <a:xfrm>
            <a:off x="6096000" y="3235833"/>
            <a:ext cx="3135086"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advTm="4000">
    <p:fade/>
  </p:transition>
</p:sld>
</file>

<file path=ppt/slides/slide38.xml><?xml version="1.0" encoding="utf-8"?>
<p:sld xmlns:a="http://schemas.openxmlformats.org/drawingml/2006/main" xmlns:r="http://schemas.openxmlformats.org/officeDocument/2006/relationships" xmlns:p="http://schemas.openxmlformats.org/presentationml/2006/main">
  <p:cSld>
    <p:bg>
      <p:bgPr>
        <a:gradFill>
          <a:gsLst>
            <a:gs pos="0">
              <a:srgbClr val="0D1B2A"/>
            </a:gs>
            <a:gs pos="60000">
              <a:srgbClr val="1B263B"/>
            </a:gs>
            <a:gs pos="100000">
              <a:srgbClr val="102A43"/>
            </a:gs>
          </a:gsLst>
          <a:lin ang="2700000" scaled="0"/>
        </a:gradFill>
        <a:effectLst/>
      </p:bgPr>
    </p:bg>
    <p:spTree>
      <p:nvGrpSpPr>
        <p:cNvPr id="1" name=""/>
        <p:cNvGrpSpPr/>
        <p:nvPr/>
      </p:nvGrpSpPr>
      <p:grpSpPr>
        <a:xfrm>
          <a:off x="0" y="0"/>
          <a:ext cx="0" cy="0"/>
          <a:chOff x="0" y="0"/>
          <a:chExt cx="0" cy="0"/>
        </a:xfrm>
      </p:grpSpPr>
      <p:pic>
        <p:nvPicPr>
          <p:cNvPr id="45" name="图片 4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2730" y="47712"/>
            <a:ext cx="795252" cy="556675"/>
          </a:xfrm>
          <a:prstGeom prst="rect">
            <a:avLst/>
          </a:prstGeom>
        </p:spPr>
      </p:pic>
      <p:sp>
        <p:nvSpPr>
          <p:cNvPr id="47" name="矩形 46"/>
          <p:cNvSpPr/>
          <p:nvPr/>
        </p:nvSpPr>
        <p:spPr>
          <a:xfrm>
            <a:off x="852604" y="91363"/>
            <a:ext cx="2987541" cy="461545"/>
          </a:xfrm>
          <a:prstGeom prst="rect">
            <a:avLst/>
          </a:prstGeom>
        </p:spPr>
        <p:txBody>
          <a:bodyPr wrap="none">
            <a:spAutoFit/>
          </a:bodyPr>
          <a:lstStyle/>
          <a:p>
            <a:r>
              <a:rPr lang="en-US" altLang="zh-CN" sz="2400" b="1" dirty="0">
                <a:solidFill>
                  <a:schemeClr val="bg1"/>
                </a:solidFill>
                <a:latin typeface="微软雅黑" panose="020B0503020204020204" charset="-122"/>
                <a:ea typeface="微软雅黑" panose="020B0503020204020204" charset="-122"/>
              </a:rPr>
              <a:t>3.1  </a:t>
            </a:r>
            <a:r>
              <a:rPr lang="zh-CN" altLang="en-US" sz="2400" b="1" dirty="0">
                <a:solidFill>
                  <a:schemeClr val="bg1"/>
                </a:solidFill>
                <a:latin typeface="微软雅黑" panose="020B0503020204020204" charset="-122"/>
                <a:ea typeface="微软雅黑" panose="020B0503020204020204" charset="-122"/>
              </a:rPr>
              <a:t>不定积分的概念</a:t>
            </a:r>
            <a:endParaRPr lang="zh-CN" altLang="en-US" sz="2400" b="1" dirty="0">
              <a:solidFill>
                <a:schemeClr val="bg1"/>
              </a:solidFill>
              <a:latin typeface="微软雅黑" panose="020B0503020204020204" charset="-122"/>
              <a:ea typeface="微软雅黑" panose="020B0503020204020204" charset="-122"/>
            </a:endParaRPr>
          </a:p>
        </p:txBody>
      </p:sp>
      <p:graphicFrame>
        <p:nvGraphicFramePr>
          <p:cNvPr id="1026" name="Object 2"/>
          <p:cNvGraphicFramePr>
            <a:graphicFrameLocks noChangeAspect="1"/>
          </p:cNvGraphicFramePr>
          <p:nvPr/>
        </p:nvGraphicFramePr>
        <p:xfrm>
          <a:off x="551180" y="553085"/>
          <a:ext cx="11156315" cy="6167120"/>
        </p:xfrm>
        <a:graphic>
          <a:graphicData uri="http://schemas.openxmlformats.org/presentationml/2006/ole">
            <mc:AlternateContent xmlns:mc="http://schemas.openxmlformats.org/markup-compatibility/2006">
              <mc:Choice xmlns:v="urn:schemas-microsoft-com:vml" Requires="v">
                <p:oleObj spid="_x0000_s2" name="Document" r:id="rId2" imgW="5550535" imgH="2438400" progId="Word.Document.12">
                  <p:embed/>
                </p:oleObj>
              </mc:Choice>
              <mc:Fallback>
                <p:oleObj name="Document" r:id="rId2" imgW="5550535" imgH="2438400" progId="Word.Document.12">
                  <p:embed/>
                  <p:pic>
                    <p:nvPicPr>
                      <p:cNvPr id="0" name="Object 2"/>
                      <p:cNvPicPr>
                        <a:picLocks noChangeAspect="1" noChangeArrowheads="1"/>
                      </p:cNvPicPr>
                      <p:nvPr/>
                    </p:nvPicPr>
                    <p:blipFill>
                      <a:blip r:embed="rId3"/>
                      <a:srcRect/>
                      <a:stretch>
                        <a:fillRect/>
                      </a:stretch>
                    </p:blipFill>
                    <p:spPr bwMode="auto">
                      <a:xfrm>
                        <a:off x="551180" y="553085"/>
                        <a:ext cx="11156315" cy="6167120"/>
                      </a:xfrm>
                      <a:prstGeom prst="rect">
                        <a:avLst/>
                      </a:prstGeom>
                      <a:noFill/>
                    </p:spPr>
                  </p:pic>
                </p:oleObj>
              </mc:Fallback>
            </mc:AlternateContent>
          </a:graphicData>
        </a:graphic>
      </p:graphicFrame>
    </p:spTree>
  </p:cSld>
  <p:clrMapOvr>
    <a:masterClrMapping/>
  </p:clrMapOvr>
  <p:transition spd="slow">
    <p:random/>
  </p:transition>
</p:sld>
</file>

<file path=ppt/slides/slide39.xml><?xml version="1.0" encoding="utf-8"?>
<p:sld xmlns:a="http://schemas.openxmlformats.org/drawingml/2006/main" xmlns:r="http://schemas.openxmlformats.org/officeDocument/2006/relationships" xmlns:p="http://schemas.openxmlformats.org/presentationml/2006/main">
  <p:cSld>
    <p:bg>
      <p:bgPr>
        <a:gradFill>
          <a:gsLst>
            <a:gs pos="0">
              <a:srgbClr val="0D1B2A"/>
            </a:gs>
            <a:gs pos="60000">
              <a:srgbClr val="1B263B"/>
            </a:gs>
            <a:gs pos="100000">
              <a:srgbClr val="102A43"/>
            </a:gs>
          </a:gsLst>
          <a:lin ang="2700000" scaled="0"/>
        </a:gradFill>
        <a:effectLst/>
      </p:bgPr>
    </p:bg>
    <p:spTree>
      <p:nvGrpSpPr>
        <p:cNvPr id="1" name=""/>
        <p:cNvGrpSpPr/>
        <p:nvPr/>
      </p:nvGrpSpPr>
      <p:grpSpPr>
        <a:xfrm>
          <a:off x="0" y="0"/>
          <a:ext cx="0" cy="0"/>
          <a:chOff x="0" y="0"/>
          <a:chExt cx="0" cy="0"/>
        </a:xfrm>
      </p:grpSpPr>
      <p:pic>
        <p:nvPicPr>
          <p:cNvPr id="45" name="图片 4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2730" y="47712"/>
            <a:ext cx="795252" cy="556675"/>
          </a:xfrm>
          <a:prstGeom prst="rect">
            <a:avLst/>
          </a:prstGeom>
        </p:spPr>
      </p:pic>
      <p:sp>
        <p:nvSpPr>
          <p:cNvPr id="47" name="矩形 46"/>
          <p:cNvSpPr/>
          <p:nvPr/>
        </p:nvSpPr>
        <p:spPr>
          <a:xfrm>
            <a:off x="852604" y="91363"/>
            <a:ext cx="2987541" cy="461545"/>
          </a:xfrm>
          <a:prstGeom prst="rect">
            <a:avLst/>
          </a:prstGeom>
        </p:spPr>
        <p:txBody>
          <a:bodyPr wrap="none">
            <a:spAutoFit/>
          </a:bodyPr>
          <a:lstStyle/>
          <a:p>
            <a:r>
              <a:rPr lang="en-US" altLang="zh-CN" sz="2400" b="1" dirty="0">
                <a:solidFill>
                  <a:schemeClr val="bg1"/>
                </a:solidFill>
                <a:latin typeface="微软雅黑" panose="020B0503020204020204" charset="-122"/>
                <a:ea typeface="微软雅黑" panose="020B0503020204020204" charset="-122"/>
              </a:rPr>
              <a:t>3.2  </a:t>
            </a:r>
            <a:r>
              <a:rPr lang="zh-CN" altLang="en-US" sz="2400" b="1" dirty="0">
                <a:solidFill>
                  <a:schemeClr val="bg1"/>
                </a:solidFill>
                <a:latin typeface="微软雅黑" panose="020B0503020204020204" charset="-122"/>
                <a:ea typeface="微软雅黑" panose="020B0503020204020204" charset="-122"/>
              </a:rPr>
              <a:t>不定积分的性质</a:t>
            </a:r>
            <a:endParaRPr lang="zh-CN" altLang="en-US" sz="2400" b="1" dirty="0">
              <a:solidFill>
                <a:schemeClr val="bg1"/>
              </a:solidFill>
              <a:latin typeface="微软雅黑" panose="020B0503020204020204" charset="-122"/>
              <a:ea typeface="微软雅黑" panose="020B0503020204020204" charset="-122"/>
            </a:endParaRPr>
          </a:p>
        </p:txBody>
      </p:sp>
      <p:graphicFrame>
        <p:nvGraphicFramePr>
          <p:cNvPr id="1333251" name="Object 3"/>
          <p:cNvGraphicFramePr>
            <a:graphicFrameLocks noChangeAspect="1"/>
          </p:cNvGraphicFramePr>
          <p:nvPr/>
        </p:nvGraphicFramePr>
        <p:xfrm>
          <a:off x="49530" y="553085"/>
          <a:ext cx="11722735" cy="6230620"/>
        </p:xfrm>
        <a:graphic>
          <a:graphicData uri="http://schemas.openxmlformats.org/presentationml/2006/ole">
            <mc:AlternateContent xmlns:mc="http://schemas.openxmlformats.org/markup-compatibility/2006">
              <mc:Choice xmlns:v="urn:schemas-microsoft-com:vml" Requires="v">
                <p:oleObj spid="_x0000_s2" name="文档" r:id="rId2" imgW="5545455" imgH="2847975" progId="Word.Document.12">
                  <p:embed/>
                </p:oleObj>
              </mc:Choice>
              <mc:Fallback>
                <p:oleObj name="文档" r:id="rId2" imgW="5545455" imgH="2847975" progId="Word.Document.12">
                  <p:embed/>
                  <p:pic>
                    <p:nvPicPr>
                      <p:cNvPr id="0" name="Object 3"/>
                      <p:cNvPicPr>
                        <a:picLocks noChangeAspect="1" noChangeArrowheads="1"/>
                      </p:cNvPicPr>
                      <p:nvPr/>
                    </p:nvPicPr>
                    <p:blipFill>
                      <a:blip r:embed="rId3"/>
                      <a:srcRect/>
                      <a:stretch>
                        <a:fillRect/>
                      </a:stretch>
                    </p:blipFill>
                    <p:spPr bwMode="auto">
                      <a:xfrm>
                        <a:off x="49530" y="553085"/>
                        <a:ext cx="11722735" cy="623062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333251"/>
                                        </p:tgtEl>
                                        <p:attrNameLst>
                                          <p:attrName>style.visibility</p:attrName>
                                        </p:attrNameLst>
                                      </p:cBhvr>
                                      <p:to>
                                        <p:strVal val="visible"/>
                                      </p:to>
                                    </p:set>
                                    <p:anim calcmode="lin" valueType="num">
                                      <p:cBhvr additive="base">
                                        <p:cTn id="7" dur="500" fill="hold"/>
                                        <p:tgtEl>
                                          <p:spTgt spid="1333251"/>
                                        </p:tgtEl>
                                        <p:attrNameLst>
                                          <p:attrName>ppt_x</p:attrName>
                                        </p:attrNameLst>
                                      </p:cBhvr>
                                      <p:tavLst>
                                        <p:tav tm="0">
                                          <p:val>
                                            <p:strVal val="0-#ppt_w/2"/>
                                          </p:val>
                                        </p:tav>
                                        <p:tav tm="100000">
                                          <p:val>
                                            <p:strVal val="#ppt_x"/>
                                          </p:val>
                                        </p:tav>
                                      </p:tavLst>
                                    </p:anim>
                                    <p:anim calcmode="lin" valueType="num">
                                      <p:cBhvr additive="base">
                                        <p:cTn id="8" dur="500" fill="hold"/>
                                        <p:tgtEl>
                                          <p:spTgt spid="133325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bg>
      <p:bgPr>
        <a:gradFill>
          <a:gsLst>
            <a:gs pos="0">
              <a:srgbClr val="0D1B2A"/>
            </a:gs>
            <a:gs pos="60000">
              <a:srgbClr val="1B263B"/>
            </a:gs>
            <a:gs pos="100000">
              <a:srgbClr val="102A43"/>
            </a:gs>
          </a:gsLst>
          <a:lin ang="2700000" scaled="0"/>
        </a:gradFill>
        <a:effectLst/>
      </p:bgPr>
    </p:bg>
    <p:spTree>
      <p:nvGrpSpPr>
        <p:cNvPr id="1" name=""/>
        <p:cNvGrpSpPr/>
        <p:nvPr/>
      </p:nvGrpSpPr>
      <p:grpSpPr>
        <a:xfrm>
          <a:off x="0" y="0"/>
          <a:ext cx="0" cy="0"/>
          <a:chOff x="0" y="0"/>
          <a:chExt cx="0" cy="0"/>
        </a:xfrm>
      </p:grpSpPr>
      <p:pic>
        <p:nvPicPr>
          <p:cNvPr id="45" name="图片 4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2730" y="47712"/>
            <a:ext cx="795252" cy="556675"/>
          </a:xfrm>
          <a:prstGeom prst="rect">
            <a:avLst/>
          </a:prstGeom>
        </p:spPr>
      </p:pic>
      <p:sp>
        <p:nvSpPr>
          <p:cNvPr id="47" name="矩形 46"/>
          <p:cNvSpPr/>
          <p:nvPr/>
        </p:nvSpPr>
        <p:spPr>
          <a:xfrm>
            <a:off x="852604" y="91363"/>
            <a:ext cx="4218326" cy="461545"/>
          </a:xfrm>
          <a:prstGeom prst="rect">
            <a:avLst/>
          </a:prstGeom>
        </p:spPr>
        <p:txBody>
          <a:bodyPr wrap="none">
            <a:spAutoFit/>
          </a:bodyPr>
          <a:lstStyle/>
          <a:p>
            <a:r>
              <a:rPr lang="en-US" altLang="zh-CN" sz="2400" b="1" dirty="0">
                <a:solidFill>
                  <a:schemeClr val="bg1"/>
                </a:solidFill>
                <a:latin typeface="微软雅黑" panose="020B0503020204020204" charset="-122"/>
                <a:ea typeface="微软雅黑" panose="020B0503020204020204" charset="-122"/>
              </a:rPr>
              <a:t>3.3  </a:t>
            </a:r>
            <a:r>
              <a:rPr lang="zh-CN" altLang="en-US" sz="2400" b="1" dirty="0">
                <a:solidFill>
                  <a:schemeClr val="bg1"/>
                </a:solidFill>
                <a:latin typeface="微软雅黑" panose="020B0503020204020204" charset="-122"/>
                <a:ea typeface="微软雅黑" panose="020B0503020204020204" charset="-122"/>
              </a:rPr>
              <a:t>不定积分的基本积分公式</a:t>
            </a:r>
            <a:endParaRPr lang="zh-CN" altLang="en-US" sz="2400" b="1" dirty="0">
              <a:solidFill>
                <a:schemeClr val="bg1"/>
              </a:solidFill>
              <a:latin typeface="微软雅黑" panose="020B0503020204020204" charset="-122"/>
              <a:ea typeface="微软雅黑" panose="020B0503020204020204" charset="-122"/>
            </a:endParaRPr>
          </a:p>
        </p:txBody>
      </p:sp>
      <p:graphicFrame>
        <p:nvGraphicFramePr>
          <p:cNvPr id="1333251" name="Object 3"/>
          <p:cNvGraphicFramePr>
            <a:graphicFrameLocks noChangeAspect="1"/>
          </p:cNvGraphicFramePr>
          <p:nvPr/>
        </p:nvGraphicFramePr>
        <p:xfrm>
          <a:off x="287020" y="511175"/>
          <a:ext cx="11725910" cy="6135370"/>
        </p:xfrm>
        <a:graphic>
          <a:graphicData uri="http://schemas.openxmlformats.org/presentationml/2006/ole">
            <mc:AlternateContent xmlns:mc="http://schemas.openxmlformats.org/markup-compatibility/2006">
              <mc:Choice xmlns:v="urn:schemas-microsoft-com:vml" Requires="v">
                <p:oleObj spid="_x0000_s2" name="文档" r:id="rId2" imgW="5558155" imgH="2263775" progId="Word.Document.12">
                  <p:embed/>
                </p:oleObj>
              </mc:Choice>
              <mc:Fallback>
                <p:oleObj name="文档" r:id="rId2" imgW="5558155" imgH="2263775" progId="Word.Document.12">
                  <p:embed/>
                  <p:pic>
                    <p:nvPicPr>
                      <p:cNvPr id="0" name="Object 3"/>
                      <p:cNvPicPr>
                        <a:picLocks noChangeAspect="1" noChangeArrowheads="1"/>
                      </p:cNvPicPr>
                      <p:nvPr/>
                    </p:nvPicPr>
                    <p:blipFill>
                      <a:blip r:embed="rId3"/>
                      <a:srcRect/>
                      <a:stretch>
                        <a:fillRect/>
                      </a:stretch>
                    </p:blipFill>
                    <p:spPr bwMode="auto">
                      <a:xfrm>
                        <a:off x="287020" y="511175"/>
                        <a:ext cx="11725910" cy="6135370"/>
                      </a:xfrm>
                      <a:prstGeom prst="rect">
                        <a:avLst/>
                      </a:prstGeom>
                      <a:noFill/>
                    </p:spPr>
                  </p:pic>
                </p:oleObj>
              </mc:Fallback>
            </mc:AlternateContent>
          </a:graphicData>
        </a:graphic>
      </p:graphicFrame>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333251"/>
                                        </p:tgtEl>
                                        <p:attrNameLst>
                                          <p:attrName>style.visibility</p:attrName>
                                        </p:attrNameLst>
                                      </p:cBhvr>
                                      <p:to>
                                        <p:strVal val="visible"/>
                                      </p:to>
                                    </p:set>
                                    <p:anim calcmode="lin" valueType="num">
                                      <p:cBhvr additive="base">
                                        <p:cTn id="7" dur="500" fill="hold"/>
                                        <p:tgtEl>
                                          <p:spTgt spid="1333251"/>
                                        </p:tgtEl>
                                        <p:attrNameLst>
                                          <p:attrName>ppt_x</p:attrName>
                                        </p:attrNameLst>
                                      </p:cBhvr>
                                      <p:tavLst>
                                        <p:tav tm="0">
                                          <p:val>
                                            <p:strVal val="0-#ppt_w/2"/>
                                          </p:val>
                                        </p:tav>
                                        <p:tav tm="100000">
                                          <p:val>
                                            <p:strVal val="#ppt_x"/>
                                          </p:val>
                                        </p:tav>
                                      </p:tavLst>
                                    </p:anim>
                                    <p:anim calcmode="lin" valueType="num">
                                      <p:cBhvr additive="base">
                                        <p:cTn id="8" dur="500" fill="hold"/>
                                        <p:tgtEl>
                                          <p:spTgt spid="133325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bg>
      <p:bgPr>
        <a:gradFill>
          <a:gsLst>
            <a:gs pos="0">
              <a:srgbClr val="0D1B2A"/>
            </a:gs>
            <a:gs pos="60000">
              <a:srgbClr val="1B263B"/>
            </a:gs>
            <a:gs pos="100000">
              <a:srgbClr val="102A43"/>
            </a:gs>
          </a:gsLst>
          <a:lin ang="2700000" scaled="0"/>
        </a:gradFill>
        <a:effectLst/>
      </p:bgPr>
    </p:bg>
    <p:spTree>
      <p:nvGrpSpPr>
        <p:cNvPr id="1" name=""/>
        <p:cNvGrpSpPr/>
        <p:nvPr/>
      </p:nvGrpSpPr>
      <p:grpSpPr>
        <a:xfrm>
          <a:off x="0" y="0"/>
          <a:ext cx="0" cy="0"/>
          <a:chOff x="0" y="0"/>
          <a:chExt cx="0" cy="0"/>
        </a:xfrm>
      </p:grpSpPr>
      <p:pic>
        <p:nvPicPr>
          <p:cNvPr id="45" name="图片 4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2730" y="47712"/>
            <a:ext cx="795252" cy="556675"/>
          </a:xfrm>
          <a:prstGeom prst="rect">
            <a:avLst/>
          </a:prstGeom>
        </p:spPr>
      </p:pic>
      <p:sp>
        <p:nvSpPr>
          <p:cNvPr id="47" name="矩形 46"/>
          <p:cNvSpPr/>
          <p:nvPr/>
        </p:nvSpPr>
        <p:spPr>
          <a:xfrm>
            <a:off x="852604" y="91363"/>
            <a:ext cx="4218326" cy="461545"/>
          </a:xfrm>
          <a:prstGeom prst="rect">
            <a:avLst/>
          </a:prstGeom>
        </p:spPr>
        <p:txBody>
          <a:bodyPr wrap="none">
            <a:spAutoFit/>
          </a:bodyPr>
          <a:lstStyle/>
          <a:p>
            <a:r>
              <a:rPr lang="en-US" altLang="zh-CN" sz="2400" b="1" dirty="0">
                <a:solidFill>
                  <a:schemeClr val="bg1"/>
                </a:solidFill>
                <a:latin typeface="微软雅黑" panose="020B0503020204020204" charset="-122"/>
                <a:ea typeface="微软雅黑" panose="020B0503020204020204" charset="-122"/>
              </a:rPr>
              <a:t>3.3  </a:t>
            </a:r>
            <a:r>
              <a:rPr lang="zh-CN" altLang="en-US" sz="2400" b="1" dirty="0">
                <a:solidFill>
                  <a:schemeClr val="bg1"/>
                </a:solidFill>
                <a:latin typeface="微软雅黑" panose="020B0503020204020204" charset="-122"/>
                <a:ea typeface="微软雅黑" panose="020B0503020204020204" charset="-122"/>
              </a:rPr>
              <a:t>不定积分的基本积分公式</a:t>
            </a:r>
            <a:endParaRPr lang="zh-CN" altLang="en-US" sz="2400" b="1" dirty="0">
              <a:solidFill>
                <a:schemeClr val="bg1"/>
              </a:solidFill>
              <a:latin typeface="微软雅黑" panose="020B0503020204020204" charset="-122"/>
              <a:ea typeface="微软雅黑" panose="020B0503020204020204" charset="-122"/>
            </a:endParaRPr>
          </a:p>
        </p:txBody>
      </p:sp>
      <p:graphicFrame>
        <p:nvGraphicFramePr>
          <p:cNvPr id="1333251" name="Object 3"/>
          <p:cNvGraphicFramePr>
            <a:graphicFrameLocks noChangeAspect="1"/>
          </p:cNvGraphicFramePr>
          <p:nvPr/>
        </p:nvGraphicFramePr>
        <p:xfrm>
          <a:off x="119380" y="568960"/>
          <a:ext cx="11819890" cy="6110605"/>
        </p:xfrm>
        <a:graphic>
          <a:graphicData uri="http://schemas.openxmlformats.org/presentationml/2006/ole">
            <mc:AlternateContent xmlns:mc="http://schemas.openxmlformats.org/markup-compatibility/2006">
              <mc:Choice xmlns:v="urn:schemas-microsoft-com:vml" Requires="v">
                <p:oleObj spid="_x0000_s2" name="文档" r:id="rId2" imgW="5558155" imgH="2263775" progId="Word.Document.12">
                  <p:embed/>
                </p:oleObj>
              </mc:Choice>
              <mc:Fallback>
                <p:oleObj name="文档" r:id="rId2" imgW="5558155" imgH="2263775" progId="Word.Document.12">
                  <p:embed/>
                  <p:pic>
                    <p:nvPicPr>
                      <p:cNvPr id="0" name="Object 3"/>
                      <p:cNvPicPr>
                        <a:picLocks noChangeAspect="1" noChangeArrowheads="1"/>
                      </p:cNvPicPr>
                      <p:nvPr/>
                    </p:nvPicPr>
                    <p:blipFill>
                      <a:blip r:embed="rId3"/>
                      <a:srcRect/>
                      <a:stretch>
                        <a:fillRect/>
                      </a:stretch>
                    </p:blipFill>
                    <p:spPr bwMode="auto">
                      <a:xfrm>
                        <a:off x="119380" y="568960"/>
                        <a:ext cx="11819890" cy="6110605"/>
                      </a:xfrm>
                      <a:prstGeom prst="rect">
                        <a:avLst/>
                      </a:prstGeom>
                      <a:noFill/>
                    </p:spPr>
                  </p:pic>
                </p:oleObj>
              </mc:Fallback>
            </mc:AlternateContent>
          </a:graphicData>
        </a:graphic>
      </p:graphicFrame>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333251"/>
                                        </p:tgtEl>
                                        <p:attrNameLst>
                                          <p:attrName>style.visibility</p:attrName>
                                        </p:attrNameLst>
                                      </p:cBhvr>
                                      <p:to>
                                        <p:strVal val="visible"/>
                                      </p:to>
                                    </p:set>
                                    <p:anim calcmode="lin" valueType="num">
                                      <p:cBhvr additive="base">
                                        <p:cTn id="7" dur="500" fill="hold"/>
                                        <p:tgtEl>
                                          <p:spTgt spid="1333251"/>
                                        </p:tgtEl>
                                        <p:attrNameLst>
                                          <p:attrName>ppt_x</p:attrName>
                                        </p:attrNameLst>
                                      </p:cBhvr>
                                      <p:tavLst>
                                        <p:tav tm="0">
                                          <p:val>
                                            <p:strVal val="0-#ppt_w/2"/>
                                          </p:val>
                                        </p:tav>
                                        <p:tav tm="100000">
                                          <p:val>
                                            <p:strVal val="#ppt_x"/>
                                          </p:val>
                                        </p:tav>
                                      </p:tavLst>
                                    </p:anim>
                                    <p:anim calcmode="lin" valueType="num">
                                      <p:cBhvr additive="base">
                                        <p:cTn id="8" dur="500" fill="hold"/>
                                        <p:tgtEl>
                                          <p:spTgt spid="133325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bg>
      <p:bgPr>
        <a:gradFill>
          <a:gsLst>
            <a:gs pos="0">
              <a:srgbClr val="0D1B2A"/>
            </a:gs>
            <a:gs pos="60000">
              <a:srgbClr val="1B263B"/>
            </a:gs>
            <a:gs pos="100000">
              <a:srgbClr val="102A43"/>
            </a:gs>
          </a:gsLst>
          <a:lin ang="2700000" scaled="0"/>
        </a:gradFill>
        <a:effectLst/>
      </p:bgPr>
    </p:bg>
    <p:spTree>
      <p:nvGrpSpPr>
        <p:cNvPr id="1" name=""/>
        <p:cNvGrpSpPr/>
        <p:nvPr/>
      </p:nvGrpSpPr>
      <p:grpSpPr>
        <a:xfrm>
          <a:off x="0" y="0"/>
          <a:ext cx="0" cy="0"/>
          <a:chOff x="0" y="0"/>
          <a:chExt cx="0" cy="0"/>
        </a:xfrm>
      </p:grpSpPr>
      <p:pic>
        <p:nvPicPr>
          <p:cNvPr id="45" name="图片 4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2730" y="47712"/>
            <a:ext cx="795252" cy="556675"/>
          </a:xfrm>
          <a:prstGeom prst="rect">
            <a:avLst/>
          </a:prstGeom>
        </p:spPr>
      </p:pic>
      <p:sp>
        <p:nvSpPr>
          <p:cNvPr id="47" name="矩形 46"/>
          <p:cNvSpPr/>
          <p:nvPr/>
        </p:nvSpPr>
        <p:spPr>
          <a:xfrm>
            <a:off x="852604" y="91363"/>
            <a:ext cx="3296095" cy="461537"/>
          </a:xfrm>
          <a:prstGeom prst="rect">
            <a:avLst/>
          </a:prstGeom>
        </p:spPr>
        <p:txBody>
          <a:bodyPr wrap="none">
            <a:spAutoFit/>
          </a:bodyPr>
          <a:lstStyle/>
          <a:p>
            <a:r>
              <a:rPr lang="en-US" altLang="zh-CN" sz="2400" b="1" dirty="0">
                <a:solidFill>
                  <a:schemeClr val="bg1"/>
                </a:solidFill>
                <a:latin typeface="微软雅黑" panose="020B0503020204020204" charset="-122"/>
                <a:ea typeface="微软雅黑" panose="020B0503020204020204" charset="-122"/>
              </a:rPr>
              <a:t>3.4  </a:t>
            </a:r>
            <a:r>
              <a:rPr lang="zh-CN" altLang="en-US" sz="2400" b="1" dirty="0">
                <a:solidFill>
                  <a:schemeClr val="bg1"/>
                </a:solidFill>
                <a:latin typeface="微软雅黑" panose="020B0503020204020204" charset="-122"/>
                <a:ea typeface="微软雅黑" panose="020B0503020204020204" charset="-122"/>
              </a:rPr>
              <a:t>求不定积分的方法</a:t>
            </a:r>
            <a:endParaRPr lang="zh-CN" altLang="en-US" sz="2400" b="1" dirty="0">
              <a:solidFill>
                <a:schemeClr val="bg1"/>
              </a:solidFill>
              <a:latin typeface="微软雅黑" panose="020B0503020204020204" charset="-122"/>
              <a:ea typeface="微软雅黑" panose="020B0503020204020204" charset="-122"/>
            </a:endParaRPr>
          </a:p>
        </p:txBody>
      </p:sp>
      <p:graphicFrame>
        <p:nvGraphicFramePr>
          <p:cNvPr id="1338371" name="Object 3"/>
          <p:cNvGraphicFramePr>
            <a:graphicFrameLocks noChangeAspect="1"/>
          </p:cNvGraphicFramePr>
          <p:nvPr/>
        </p:nvGraphicFramePr>
        <p:xfrm>
          <a:off x="711200" y="1075055"/>
          <a:ext cx="10208895" cy="3077210"/>
        </p:xfrm>
        <a:graphic>
          <a:graphicData uri="http://schemas.openxmlformats.org/presentationml/2006/ole">
            <mc:AlternateContent xmlns:mc="http://schemas.openxmlformats.org/markup-compatibility/2006">
              <mc:Choice xmlns:v="urn:schemas-microsoft-com:vml" Requires="v">
                <p:oleObj spid="_x0000_s2" name="Document" r:id="rId2" imgW="5541010" imgH="1112520" progId="Word.Document.12">
                  <p:embed/>
                </p:oleObj>
              </mc:Choice>
              <mc:Fallback>
                <p:oleObj name="Document" r:id="rId2" imgW="5541010" imgH="1112520" progId="Word.Document.12">
                  <p:embed/>
                  <p:pic>
                    <p:nvPicPr>
                      <p:cNvPr id="0" name="Object 3"/>
                      <p:cNvPicPr>
                        <a:picLocks noChangeAspect="1" noChangeArrowheads="1"/>
                      </p:cNvPicPr>
                      <p:nvPr/>
                    </p:nvPicPr>
                    <p:blipFill>
                      <a:blip r:embed="rId3"/>
                      <a:srcRect/>
                      <a:stretch>
                        <a:fillRect/>
                      </a:stretch>
                    </p:blipFill>
                    <p:spPr bwMode="auto">
                      <a:xfrm>
                        <a:off x="711200" y="1075055"/>
                        <a:ext cx="10208895" cy="3077210"/>
                      </a:xfrm>
                      <a:prstGeom prst="rect">
                        <a:avLst/>
                      </a:prstGeom>
                      <a:noFill/>
                    </p:spPr>
                  </p:pic>
                </p:oleObj>
              </mc:Fallback>
            </mc:AlternateContent>
          </a:graphicData>
        </a:graphic>
      </p:graphicFrame>
      <p:graphicFrame>
        <p:nvGraphicFramePr>
          <p:cNvPr id="1338372" name="Object 4"/>
          <p:cNvGraphicFramePr>
            <a:graphicFrameLocks noChangeAspect="1"/>
          </p:cNvGraphicFramePr>
          <p:nvPr/>
        </p:nvGraphicFramePr>
        <p:xfrm>
          <a:off x="695325" y="2132965"/>
          <a:ext cx="10176510" cy="2510155"/>
        </p:xfrm>
        <a:graphic>
          <a:graphicData uri="http://schemas.openxmlformats.org/presentationml/2006/ole">
            <mc:AlternateContent xmlns:mc="http://schemas.openxmlformats.org/markup-compatibility/2006">
              <mc:Choice xmlns:v="urn:schemas-microsoft-com:vml" Requires="v">
                <p:oleObj spid="_x0000_s3" name="Document" r:id="rId4" imgW="5706110" imgH="1121410" progId="Word.Document.12">
                  <p:embed/>
                </p:oleObj>
              </mc:Choice>
              <mc:Fallback>
                <p:oleObj name="Document" r:id="rId4" imgW="5706110" imgH="1121410" progId="Word.Document.12">
                  <p:embed/>
                  <p:pic>
                    <p:nvPicPr>
                      <p:cNvPr id="0" name="Object 4"/>
                      <p:cNvPicPr>
                        <a:picLocks noChangeAspect="1" noChangeArrowheads="1"/>
                      </p:cNvPicPr>
                      <p:nvPr/>
                    </p:nvPicPr>
                    <p:blipFill>
                      <a:blip r:embed="rId5"/>
                      <a:srcRect/>
                      <a:stretch>
                        <a:fillRect/>
                      </a:stretch>
                    </p:blipFill>
                    <p:spPr bwMode="auto">
                      <a:xfrm>
                        <a:off x="695325" y="2132965"/>
                        <a:ext cx="10176510" cy="2510155"/>
                      </a:xfrm>
                      <a:prstGeom prst="rect">
                        <a:avLst/>
                      </a:prstGeom>
                      <a:noFill/>
                    </p:spPr>
                  </p:pic>
                </p:oleObj>
              </mc:Fallback>
            </mc:AlternateContent>
          </a:graphicData>
        </a:graphic>
      </p:graphicFrame>
      <p:graphicFrame>
        <p:nvGraphicFramePr>
          <p:cNvPr id="7" name="Object 3"/>
          <p:cNvGraphicFramePr>
            <a:graphicFrameLocks noChangeAspect="1"/>
          </p:cNvGraphicFramePr>
          <p:nvPr/>
        </p:nvGraphicFramePr>
        <p:xfrm>
          <a:off x="712470" y="3855085"/>
          <a:ext cx="10207625" cy="2707640"/>
        </p:xfrm>
        <a:graphic>
          <a:graphicData uri="http://schemas.openxmlformats.org/presentationml/2006/ole">
            <mc:AlternateContent xmlns:mc="http://schemas.openxmlformats.org/markup-compatibility/2006">
              <mc:Choice xmlns:v="urn:schemas-microsoft-com:vml" Requires="v">
                <p:oleObj spid="_x0000_s4" name="Document" r:id="rId6" imgW="5541010" imgH="1112520" progId="Word.Document.12">
                  <p:embed/>
                </p:oleObj>
              </mc:Choice>
              <mc:Fallback>
                <p:oleObj name="Document" r:id="rId6" imgW="5541010" imgH="1112520" progId="Word.Document.12">
                  <p:embed/>
                  <p:pic>
                    <p:nvPicPr>
                      <p:cNvPr id="0" name="Object 3"/>
                      <p:cNvPicPr>
                        <a:picLocks noChangeAspect="1" noChangeArrowheads="1"/>
                      </p:cNvPicPr>
                      <p:nvPr/>
                    </p:nvPicPr>
                    <p:blipFill>
                      <a:blip r:embed="rId7"/>
                      <a:srcRect/>
                      <a:stretch>
                        <a:fillRect/>
                      </a:stretch>
                    </p:blipFill>
                    <p:spPr bwMode="auto">
                      <a:xfrm>
                        <a:off x="712470" y="3855085"/>
                        <a:ext cx="10207625" cy="2707640"/>
                      </a:xfrm>
                      <a:prstGeom prst="rect">
                        <a:avLst/>
                      </a:prstGeom>
                      <a:noFill/>
                    </p:spPr>
                  </p:pic>
                </p:oleObj>
              </mc:Fallback>
            </mc:AlternateContent>
          </a:graphicData>
        </a:graphic>
      </p:graphicFrame>
      <p:graphicFrame>
        <p:nvGraphicFramePr>
          <p:cNvPr id="8" name="Object 4"/>
          <p:cNvGraphicFramePr>
            <a:graphicFrameLocks noChangeAspect="1"/>
          </p:cNvGraphicFramePr>
          <p:nvPr/>
        </p:nvGraphicFramePr>
        <p:xfrm>
          <a:off x="695325" y="5085080"/>
          <a:ext cx="10684510" cy="2007235"/>
        </p:xfrm>
        <a:graphic>
          <a:graphicData uri="http://schemas.openxmlformats.org/presentationml/2006/ole">
            <mc:AlternateContent xmlns:mc="http://schemas.openxmlformats.org/markup-compatibility/2006">
              <mc:Choice xmlns:v="urn:schemas-microsoft-com:vml" Requires="v">
                <p:oleObj spid="_x0000_s5" name="文档" r:id="rId8" imgW="5713095" imgH="982980" progId="Word.Document.12">
                  <p:embed/>
                </p:oleObj>
              </mc:Choice>
              <mc:Fallback>
                <p:oleObj name="文档" r:id="rId8" imgW="5713095" imgH="982980" progId="Word.Document.12">
                  <p:embed/>
                  <p:pic>
                    <p:nvPicPr>
                      <p:cNvPr id="0" name="Object 4"/>
                      <p:cNvPicPr>
                        <a:picLocks noChangeAspect="1" noChangeArrowheads="1"/>
                      </p:cNvPicPr>
                      <p:nvPr/>
                    </p:nvPicPr>
                    <p:blipFill>
                      <a:blip r:embed="rId9"/>
                      <a:srcRect/>
                      <a:stretch>
                        <a:fillRect/>
                      </a:stretch>
                    </p:blipFill>
                    <p:spPr bwMode="auto">
                      <a:xfrm>
                        <a:off x="695325" y="5085080"/>
                        <a:ext cx="10684510" cy="200723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矩形 5"/>
          <p:cNvSpPr/>
          <p:nvPr/>
        </p:nvSpPr>
        <p:spPr>
          <a:xfrm>
            <a:off x="4439816" y="352909"/>
            <a:ext cx="2581910" cy="583565"/>
          </a:xfrm>
          <a:prstGeom prst="rect">
            <a:avLst/>
          </a:prstGeom>
        </p:spPr>
        <p:txBody>
          <a:bodyPr wrap="none">
            <a:spAutoFit/>
          </a:bodyPr>
          <a:lstStyle/>
          <a:p>
            <a:r>
              <a:rPr lang="en-US" altLang="zh-CN" sz="3200" b="1" dirty="0">
                <a:solidFill>
                  <a:schemeClr val="bg1"/>
                </a:solidFill>
                <a:latin typeface="微软雅黑" panose="020B0503020204020204" charset="-122"/>
                <a:ea typeface="微软雅黑" panose="020B0503020204020204" charset="-122"/>
              </a:rPr>
              <a:t>1.</a:t>
            </a:r>
            <a:r>
              <a:rPr lang="zh-CN" altLang="en-US" sz="3200" b="1" dirty="0">
                <a:solidFill>
                  <a:schemeClr val="bg1"/>
                </a:solidFill>
                <a:latin typeface="微软雅黑" panose="020B0503020204020204" charset="-122"/>
                <a:ea typeface="微软雅黑" panose="020B0503020204020204" charset="-122"/>
              </a:rPr>
              <a:t>直接积分法</a:t>
            </a:r>
            <a:endParaRPr lang="zh-CN" altLang="en-US" sz="3200" b="1" dirty="0">
              <a:solidFill>
                <a:schemeClr val="bg1"/>
              </a:solidFill>
              <a:latin typeface="微软雅黑" panose="020B0503020204020204" charset="-122"/>
              <a:ea typeface="微软雅黑" panose="020B0503020204020204" charset="-122"/>
            </a:endParaRPr>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338371"/>
                                        </p:tgtEl>
                                        <p:attrNameLst>
                                          <p:attrName>style.visibility</p:attrName>
                                        </p:attrNameLst>
                                      </p:cBhvr>
                                      <p:to>
                                        <p:strVal val="visible"/>
                                      </p:to>
                                    </p:set>
                                    <p:anim calcmode="lin" valueType="num">
                                      <p:cBhvr additive="base">
                                        <p:cTn id="7" dur="500" fill="hold"/>
                                        <p:tgtEl>
                                          <p:spTgt spid="1338371"/>
                                        </p:tgtEl>
                                        <p:attrNameLst>
                                          <p:attrName>ppt_x</p:attrName>
                                        </p:attrNameLst>
                                      </p:cBhvr>
                                      <p:tavLst>
                                        <p:tav tm="0">
                                          <p:val>
                                            <p:strVal val="0-#ppt_w/2"/>
                                          </p:val>
                                        </p:tav>
                                        <p:tav tm="100000">
                                          <p:val>
                                            <p:strVal val="#ppt_x"/>
                                          </p:val>
                                        </p:tav>
                                      </p:tavLst>
                                    </p:anim>
                                    <p:anim calcmode="lin" valueType="num">
                                      <p:cBhvr additive="base">
                                        <p:cTn id="8" dur="500" fill="hold"/>
                                        <p:tgtEl>
                                          <p:spTgt spid="133837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nodeType="clickEffect">
                                  <p:stCondLst>
                                    <p:cond delay="0"/>
                                  </p:stCondLst>
                                  <p:childTnLst>
                                    <p:set>
                                      <p:cBhvr>
                                        <p:cTn id="12" dur="1" fill="hold">
                                          <p:stCondLst>
                                            <p:cond delay="0"/>
                                          </p:stCondLst>
                                        </p:cTn>
                                        <p:tgtEl>
                                          <p:spTgt spid="1338372"/>
                                        </p:tgtEl>
                                        <p:attrNameLst>
                                          <p:attrName>style.visibility</p:attrName>
                                        </p:attrNameLst>
                                      </p:cBhvr>
                                      <p:to>
                                        <p:strVal val="visible"/>
                                      </p:to>
                                    </p:set>
                                    <p:animEffect transition="in" filter="wipe(up)">
                                      <p:cBhvr>
                                        <p:cTn id="13" dur="1000"/>
                                        <p:tgtEl>
                                          <p:spTgt spid="1338372"/>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additive="base">
                                        <p:cTn id="18" dur="500" fill="hold"/>
                                        <p:tgtEl>
                                          <p:spTgt spid="7"/>
                                        </p:tgtEl>
                                        <p:attrNameLst>
                                          <p:attrName>ppt_x</p:attrName>
                                        </p:attrNameLst>
                                      </p:cBhvr>
                                      <p:tavLst>
                                        <p:tav tm="0">
                                          <p:val>
                                            <p:strVal val="0-#ppt_w/2"/>
                                          </p:val>
                                        </p:tav>
                                        <p:tav tm="100000">
                                          <p:val>
                                            <p:strVal val="#ppt_x"/>
                                          </p:val>
                                        </p:tav>
                                      </p:tavLst>
                                    </p:anim>
                                    <p:anim calcmode="lin" valueType="num">
                                      <p:cBhvr additive="base">
                                        <p:cTn id="19"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wipe(up)">
                                      <p:cBhvr>
                                        <p:cTn id="24"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bg>
      <p:bgPr>
        <a:gradFill>
          <a:gsLst>
            <a:gs pos="0">
              <a:srgbClr val="0D1B2A"/>
            </a:gs>
            <a:gs pos="60000">
              <a:srgbClr val="1B263B"/>
            </a:gs>
            <a:gs pos="100000">
              <a:srgbClr val="102A43"/>
            </a:gs>
          </a:gsLst>
          <a:lin ang="2700000" scaled="0"/>
        </a:gradFill>
        <a:effectLst/>
      </p:bgPr>
    </p:bg>
    <p:spTree>
      <p:nvGrpSpPr>
        <p:cNvPr id="1" name=""/>
        <p:cNvGrpSpPr/>
        <p:nvPr/>
      </p:nvGrpSpPr>
      <p:grpSpPr>
        <a:xfrm>
          <a:off x="0" y="0"/>
          <a:ext cx="0" cy="0"/>
          <a:chOff x="0" y="0"/>
          <a:chExt cx="0" cy="0"/>
        </a:xfrm>
      </p:grpSpPr>
      <p:pic>
        <p:nvPicPr>
          <p:cNvPr id="45" name="图片 4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2730" y="47712"/>
            <a:ext cx="795252" cy="556675"/>
          </a:xfrm>
          <a:prstGeom prst="rect">
            <a:avLst/>
          </a:prstGeom>
        </p:spPr>
      </p:pic>
      <p:sp>
        <p:nvSpPr>
          <p:cNvPr id="47" name="矩形 46"/>
          <p:cNvSpPr/>
          <p:nvPr/>
        </p:nvSpPr>
        <p:spPr>
          <a:xfrm>
            <a:off x="852603" y="91363"/>
            <a:ext cx="3340979" cy="461537"/>
          </a:xfrm>
          <a:prstGeom prst="rect">
            <a:avLst/>
          </a:prstGeom>
        </p:spPr>
        <p:txBody>
          <a:bodyPr wrap="none">
            <a:spAutoFit/>
          </a:bodyPr>
          <a:lstStyle/>
          <a:p>
            <a:r>
              <a:rPr lang="en-US" altLang="zh-CN" sz="2400" b="1" dirty="0">
                <a:solidFill>
                  <a:schemeClr val="bg1"/>
                </a:solidFill>
                <a:latin typeface="微软雅黑" panose="020B0503020204020204" charset="-122"/>
                <a:ea typeface="微软雅黑" panose="020B0503020204020204" charset="-122"/>
              </a:rPr>
              <a:t>3.4  </a:t>
            </a:r>
            <a:r>
              <a:rPr lang="zh-CN" altLang="en-US" sz="2400" b="1" dirty="0">
                <a:solidFill>
                  <a:schemeClr val="bg1"/>
                </a:solidFill>
                <a:latin typeface="微软雅黑" panose="020B0503020204020204" charset="-122"/>
                <a:ea typeface="微软雅黑" panose="020B0503020204020204" charset="-122"/>
              </a:rPr>
              <a:t>求不定积分的方法</a:t>
            </a:r>
            <a:endParaRPr lang="zh-CN" altLang="en-US" sz="2400" b="1" dirty="0">
              <a:solidFill>
                <a:schemeClr val="bg1"/>
              </a:solidFill>
              <a:latin typeface="微软雅黑" panose="020B0503020204020204" charset="-122"/>
              <a:ea typeface="微软雅黑" panose="020B0503020204020204" charset="-122"/>
            </a:endParaRPr>
          </a:p>
        </p:txBody>
      </p:sp>
      <p:sp>
        <p:nvSpPr>
          <p:cNvPr id="5" name="矩形 4"/>
          <p:cNvSpPr/>
          <p:nvPr/>
        </p:nvSpPr>
        <p:spPr>
          <a:xfrm>
            <a:off x="4793603" y="204381"/>
            <a:ext cx="6996430" cy="645160"/>
          </a:xfrm>
          <a:prstGeom prst="rect">
            <a:avLst/>
          </a:prstGeom>
        </p:spPr>
        <p:txBody>
          <a:bodyPr wrap="none">
            <a:spAutoFit/>
          </a:bodyPr>
          <a:lstStyle/>
          <a:p>
            <a:r>
              <a:rPr lang="en-US" altLang="zh-CN" sz="3600" b="1" dirty="0">
                <a:solidFill>
                  <a:schemeClr val="bg1"/>
                </a:solidFill>
                <a:latin typeface="微软雅黑" panose="020B0503020204020204" charset="-122"/>
                <a:ea typeface="微软雅黑" panose="020B0503020204020204" charset="-122"/>
              </a:rPr>
              <a:t>2.</a:t>
            </a:r>
            <a:r>
              <a:rPr lang="zh-CN" altLang="en-US" sz="3600" b="1" dirty="0">
                <a:solidFill>
                  <a:schemeClr val="bg1"/>
                </a:solidFill>
                <a:latin typeface="微软雅黑" panose="020B0503020204020204" charset="-122"/>
                <a:ea typeface="微软雅黑" panose="020B0503020204020204" charset="-122"/>
              </a:rPr>
              <a:t>第一类换元积分法（凑微分法）</a:t>
            </a:r>
            <a:endParaRPr lang="zh-CN" altLang="en-US" sz="3600" b="1" dirty="0">
              <a:solidFill>
                <a:schemeClr val="bg1"/>
              </a:solidFill>
              <a:latin typeface="微软雅黑" panose="020B0503020204020204" charset="-122"/>
              <a:ea typeface="微软雅黑" panose="020B0503020204020204" charset="-122"/>
            </a:endParaRPr>
          </a:p>
        </p:txBody>
      </p:sp>
      <p:graphicFrame>
        <p:nvGraphicFramePr>
          <p:cNvPr id="20486" name="Object 6"/>
          <p:cNvGraphicFramePr>
            <a:graphicFrameLocks noChangeAspect="1"/>
          </p:cNvGraphicFramePr>
          <p:nvPr/>
        </p:nvGraphicFramePr>
        <p:xfrm>
          <a:off x="281305" y="849630"/>
          <a:ext cx="11497310" cy="2693035"/>
        </p:xfrm>
        <a:graphic>
          <a:graphicData uri="http://schemas.openxmlformats.org/presentationml/2006/ole">
            <mc:AlternateContent xmlns:mc="http://schemas.openxmlformats.org/markup-compatibility/2006">
              <mc:Choice xmlns:v="urn:schemas-microsoft-com:vml" Requires="v">
                <p:oleObj spid="_x0000_s2" name="Document" r:id="rId2" imgW="5541010" imgH="1112520" progId="Word.Document.12">
                  <p:embed/>
                </p:oleObj>
              </mc:Choice>
              <mc:Fallback>
                <p:oleObj name="Document" r:id="rId2" imgW="5541010" imgH="1112520" progId="Word.Document.12">
                  <p:embed/>
                  <p:pic>
                    <p:nvPicPr>
                      <p:cNvPr id="0" name="Object 6"/>
                      <p:cNvPicPr>
                        <a:picLocks noChangeAspect="1" noChangeArrowheads="1"/>
                      </p:cNvPicPr>
                      <p:nvPr/>
                    </p:nvPicPr>
                    <p:blipFill>
                      <a:blip r:embed="rId3"/>
                      <a:srcRect/>
                      <a:stretch>
                        <a:fillRect/>
                      </a:stretch>
                    </p:blipFill>
                    <p:spPr bwMode="auto">
                      <a:xfrm>
                        <a:off x="281305" y="849630"/>
                        <a:ext cx="11497310" cy="269303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487" name="Object 7"/>
          <p:cNvGraphicFramePr>
            <a:graphicFrameLocks noChangeAspect="1"/>
          </p:cNvGraphicFramePr>
          <p:nvPr/>
        </p:nvGraphicFramePr>
        <p:xfrm>
          <a:off x="309880" y="2121535"/>
          <a:ext cx="11356975" cy="4604385"/>
        </p:xfrm>
        <a:graphic>
          <a:graphicData uri="http://schemas.openxmlformats.org/presentationml/2006/ole">
            <mc:AlternateContent xmlns:mc="http://schemas.openxmlformats.org/markup-compatibility/2006">
              <mc:Choice xmlns:v="urn:schemas-microsoft-com:vml" Requires="v">
                <p:oleObj spid="_x0000_s3" name="文档" r:id="rId4" imgW="5683885" imgH="1851660" progId="Word.Document.12">
                  <p:embed/>
                </p:oleObj>
              </mc:Choice>
              <mc:Fallback>
                <p:oleObj name="文档" r:id="rId4" imgW="5683885" imgH="1851660" progId="Word.Document.12">
                  <p:embed/>
                  <p:pic>
                    <p:nvPicPr>
                      <p:cNvPr id="0" name="Object 7"/>
                      <p:cNvPicPr>
                        <a:picLocks noChangeAspect="1" noChangeArrowheads="1"/>
                      </p:cNvPicPr>
                      <p:nvPr/>
                    </p:nvPicPr>
                    <p:blipFill>
                      <a:blip r:embed="rId5"/>
                      <a:srcRect/>
                      <a:stretch>
                        <a:fillRect/>
                      </a:stretch>
                    </p:blipFill>
                    <p:spPr bwMode="auto">
                      <a:xfrm>
                        <a:off x="309880" y="2121535"/>
                        <a:ext cx="11356975" cy="46043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0486"/>
                                        </p:tgtEl>
                                        <p:attrNameLst>
                                          <p:attrName>style.visibility</p:attrName>
                                        </p:attrNameLst>
                                      </p:cBhvr>
                                      <p:to>
                                        <p:strVal val="visible"/>
                                      </p:to>
                                    </p:set>
                                    <p:anim calcmode="lin" valueType="num">
                                      <p:cBhvr additive="base">
                                        <p:cTn id="7" dur="500" fill="hold"/>
                                        <p:tgtEl>
                                          <p:spTgt spid="20486"/>
                                        </p:tgtEl>
                                        <p:attrNameLst>
                                          <p:attrName>ppt_x</p:attrName>
                                        </p:attrNameLst>
                                      </p:cBhvr>
                                      <p:tavLst>
                                        <p:tav tm="0">
                                          <p:val>
                                            <p:strVal val="0-#ppt_w/2"/>
                                          </p:val>
                                        </p:tav>
                                        <p:tav tm="100000">
                                          <p:val>
                                            <p:strVal val="#ppt_x"/>
                                          </p:val>
                                        </p:tav>
                                      </p:tavLst>
                                    </p:anim>
                                    <p:anim calcmode="lin" valueType="num">
                                      <p:cBhvr additive="base">
                                        <p:cTn id="8" dur="500" fill="hold"/>
                                        <p:tgtEl>
                                          <p:spTgt spid="2048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nodeType="clickEffect">
                                  <p:stCondLst>
                                    <p:cond delay="0"/>
                                  </p:stCondLst>
                                  <p:childTnLst>
                                    <p:set>
                                      <p:cBhvr>
                                        <p:cTn id="12" dur="1" fill="hold">
                                          <p:stCondLst>
                                            <p:cond delay="0"/>
                                          </p:stCondLst>
                                        </p:cTn>
                                        <p:tgtEl>
                                          <p:spTgt spid="20487"/>
                                        </p:tgtEl>
                                        <p:attrNameLst>
                                          <p:attrName>style.visibility</p:attrName>
                                        </p:attrNameLst>
                                      </p:cBhvr>
                                      <p:to>
                                        <p:strVal val="visible"/>
                                      </p:to>
                                    </p:set>
                                    <p:animEffect transition="in" filter="wipe(up)">
                                      <p:cBhvr>
                                        <p:cTn id="13" dur="1000"/>
                                        <p:tgtEl>
                                          <p:spTgt spid="204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bg>
      <p:bgPr>
        <a:gradFill>
          <a:gsLst>
            <a:gs pos="0">
              <a:srgbClr val="0D1B2A"/>
            </a:gs>
            <a:gs pos="60000">
              <a:srgbClr val="1B263B"/>
            </a:gs>
            <a:gs pos="100000">
              <a:srgbClr val="102A43"/>
            </a:gs>
          </a:gsLst>
          <a:lin ang="2700000" scaled="0"/>
        </a:gradFill>
        <a:effectLst/>
      </p:bgPr>
    </p:bg>
    <p:spTree>
      <p:nvGrpSpPr>
        <p:cNvPr id="1" name=""/>
        <p:cNvGrpSpPr/>
        <p:nvPr/>
      </p:nvGrpSpPr>
      <p:grpSpPr>
        <a:xfrm>
          <a:off x="0" y="0"/>
          <a:ext cx="0" cy="0"/>
          <a:chOff x="0" y="0"/>
          <a:chExt cx="0" cy="0"/>
        </a:xfrm>
      </p:grpSpPr>
      <p:pic>
        <p:nvPicPr>
          <p:cNvPr id="45" name="图片 4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2730" y="47712"/>
            <a:ext cx="795252" cy="556675"/>
          </a:xfrm>
          <a:prstGeom prst="rect">
            <a:avLst/>
          </a:prstGeom>
        </p:spPr>
      </p:pic>
      <p:sp>
        <p:nvSpPr>
          <p:cNvPr id="47" name="矩形 46"/>
          <p:cNvSpPr/>
          <p:nvPr/>
        </p:nvSpPr>
        <p:spPr>
          <a:xfrm>
            <a:off x="852603" y="91363"/>
            <a:ext cx="3910630" cy="461545"/>
          </a:xfrm>
          <a:prstGeom prst="rect">
            <a:avLst/>
          </a:prstGeom>
        </p:spPr>
        <p:txBody>
          <a:bodyPr wrap="none">
            <a:spAutoFit/>
          </a:bodyPr>
          <a:lstStyle/>
          <a:p>
            <a:r>
              <a:rPr lang="en-US" altLang="zh-CN" sz="2400" b="1" dirty="0">
                <a:solidFill>
                  <a:schemeClr val="bg1"/>
                </a:solidFill>
                <a:latin typeface="微软雅黑" panose="020B0503020204020204" charset="-122"/>
                <a:ea typeface="微软雅黑" panose="020B0503020204020204" charset="-122"/>
              </a:rPr>
              <a:t>3.4  </a:t>
            </a:r>
            <a:r>
              <a:rPr lang="zh-CN" altLang="en-US" sz="2400" b="1" dirty="0">
                <a:solidFill>
                  <a:schemeClr val="bg1"/>
                </a:solidFill>
                <a:latin typeface="微软雅黑" panose="020B0503020204020204" charset="-122"/>
                <a:ea typeface="微软雅黑" panose="020B0503020204020204" charset="-122"/>
              </a:rPr>
              <a:t>不定积分的换元积分法</a:t>
            </a:r>
            <a:endParaRPr lang="zh-CN" altLang="en-US" sz="2400" b="1" dirty="0">
              <a:solidFill>
                <a:schemeClr val="bg1"/>
              </a:solidFill>
              <a:latin typeface="微软雅黑" panose="020B0503020204020204" charset="-122"/>
              <a:ea typeface="微软雅黑" panose="020B0503020204020204" charset="-122"/>
            </a:endParaRPr>
          </a:p>
        </p:txBody>
      </p:sp>
      <p:sp>
        <p:nvSpPr>
          <p:cNvPr id="5" name="矩形 4"/>
          <p:cNvSpPr/>
          <p:nvPr/>
        </p:nvSpPr>
        <p:spPr>
          <a:xfrm>
            <a:off x="4807446" y="404396"/>
            <a:ext cx="6996430" cy="645160"/>
          </a:xfrm>
          <a:prstGeom prst="rect">
            <a:avLst/>
          </a:prstGeom>
        </p:spPr>
        <p:txBody>
          <a:bodyPr wrap="none">
            <a:spAutoFit/>
          </a:bodyPr>
          <a:lstStyle/>
          <a:p>
            <a:r>
              <a:rPr lang="en-US" altLang="zh-CN" sz="3600" b="1" dirty="0">
                <a:solidFill>
                  <a:schemeClr val="bg1"/>
                </a:solidFill>
                <a:latin typeface="微软雅黑" panose="020B0503020204020204" charset="-122"/>
                <a:ea typeface="微软雅黑" panose="020B0503020204020204" charset="-122"/>
              </a:rPr>
              <a:t>2.</a:t>
            </a:r>
            <a:r>
              <a:rPr lang="zh-CN" altLang="en-US" sz="3600" b="1" dirty="0">
                <a:solidFill>
                  <a:schemeClr val="bg1"/>
                </a:solidFill>
                <a:latin typeface="微软雅黑" panose="020B0503020204020204" charset="-122"/>
                <a:ea typeface="微软雅黑" panose="020B0503020204020204" charset="-122"/>
              </a:rPr>
              <a:t>第一类换元积分法（凑微分法）</a:t>
            </a:r>
            <a:endParaRPr lang="zh-CN" altLang="en-US" sz="3600" b="1" dirty="0">
              <a:solidFill>
                <a:schemeClr val="bg1"/>
              </a:solidFill>
              <a:latin typeface="微软雅黑" panose="020B0503020204020204" charset="-122"/>
              <a:ea typeface="微软雅黑" panose="020B0503020204020204" charset="-122"/>
            </a:endParaRPr>
          </a:p>
        </p:txBody>
      </p:sp>
      <p:graphicFrame>
        <p:nvGraphicFramePr>
          <p:cNvPr id="1342467" name="Object 3"/>
          <p:cNvGraphicFramePr>
            <a:graphicFrameLocks noChangeAspect="1"/>
          </p:cNvGraphicFramePr>
          <p:nvPr/>
        </p:nvGraphicFramePr>
        <p:xfrm>
          <a:off x="714375" y="1050290"/>
          <a:ext cx="10627360" cy="2903855"/>
        </p:xfrm>
        <a:graphic>
          <a:graphicData uri="http://schemas.openxmlformats.org/presentationml/2006/ole">
            <mc:AlternateContent xmlns:mc="http://schemas.openxmlformats.org/markup-compatibility/2006">
              <mc:Choice xmlns:v="urn:schemas-microsoft-com:vml" Requires="v">
                <p:oleObj spid="_x0000_s2" name="Document" r:id="rId2" imgW="5541010" imgH="1112520" progId="Word.Document.12">
                  <p:embed/>
                </p:oleObj>
              </mc:Choice>
              <mc:Fallback>
                <p:oleObj name="Document" r:id="rId2" imgW="5541010" imgH="1112520" progId="Word.Document.12">
                  <p:embed/>
                  <p:pic>
                    <p:nvPicPr>
                      <p:cNvPr id="0" name="Object 3"/>
                      <p:cNvPicPr>
                        <a:picLocks noChangeAspect="1" noChangeArrowheads="1"/>
                      </p:cNvPicPr>
                      <p:nvPr/>
                    </p:nvPicPr>
                    <p:blipFill>
                      <a:blip r:embed="rId3"/>
                      <a:srcRect/>
                      <a:stretch>
                        <a:fillRect/>
                      </a:stretch>
                    </p:blipFill>
                    <p:spPr bwMode="auto">
                      <a:xfrm>
                        <a:off x="714375" y="1050290"/>
                        <a:ext cx="10627360" cy="290385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42468" name="Object 4"/>
          <p:cNvGraphicFramePr>
            <a:graphicFrameLocks noChangeAspect="1"/>
          </p:cNvGraphicFramePr>
          <p:nvPr/>
        </p:nvGraphicFramePr>
        <p:xfrm>
          <a:off x="407670" y="2492375"/>
          <a:ext cx="11091545" cy="2369820"/>
        </p:xfrm>
        <a:graphic>
          <a:graphicData uri="http://schemas.openxmlformats.org/presentationml/2006/ole">
            <mc:AlternateContent xmlns:mc="http://schemas.openxmlformats.org/markup-compatibility/2006">
              <mc:Choice xmlns:v="urn:schemas-microsoft-com:vml" Requires="v">
                <p:oleObj spid="_x0000_s3" name="文档" r:id="rId4" imgW="5682615" imgH="675640" progId="Word.Document.12">
                  <p:embed/>
                </p:oleObj>
              </mc:Choice>
              <mc:Fallback>
                <p:oleObj name="文档" r:id="rId4" imgW="5682615" imgH="675640" progId="Word.Document.12">
                  <p:embed/>
                  <p:pic>
                    <p:nvPicPr>
                      <p:cNvPr id="0" name="Object 4"/>
                      <p:cNvPicPr>
                        <a:picLocks noChangeAspect="1" noChangeArrowheads="1"/>
                      </p:cNvPicPr>
                      <p:nvPr/>
                    </p:nvPicPr>
                    <p:blipFill>
                      <a:blip r:embed="rId5"/>
                      <a:srcRect/>
                      <a:stretch>
                        <a:fillRect/>
                      </a:stretch>
                    </p:blipFill>
                    <p:spPr bwMode="auto">
                      <a:xfrm>
                        <a:off x="407670" y="2492375"/>
                        <a:ext cx="11091545" cy="236982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342467"/>
                                        </p:tgtEl>
                                        <p:attrNameLst>
                                          <p:attrName>style.visibility</p:attrName>
                                        </p:attrNameLst>
                                      </p:cBhvr>
                                      <p:to>
                                        <p:strVal val="visible"/>
                                      </p:to>
                                    </p:set>
                                    <p:anim calcmode="lin" valueType="num">
                                      <p:cBhvr additive="base">
                                        <p:cTn id="7" dur="500" fill="hold"/>
                                        <p:tgtEl>
                                          <p:spTgt spid="1342467"/>
                                        </p:tgtEl>
                                        <p:attrNameLst>
                                          <p:attrName>ppt_x</p:attrName>
                                        </p:attrNameLst>
                                      </p:cBhvr>
                                      <p:tavLst>
                                        <p:tav tm="0">
                                          <p:val>
                                            <p:strVal val="0-#ppt_w/2"/>
                                          </p:val>
                                        </p:tav>
                                        <p:tav tm="100000">
                                          <p:val>
                                            <p:strVal val="#ppt_x"/>
                                          </p:val>
                                        </p:tav>
                                      </p:tavLst>
                                    </p:anim>
                                    <p:anim calcmode="lin" valueType="num">
                                      <p:cBhvr additive="base">
                                        <p:cTn id="8" dur="500" fill="hold"/>
                                        <p:tgtEl>
                                          <p:spTgt spid="134246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nodeType="clickEffect">
                                  <p:stCondLst>
                                    <p:cond delay="0"/>
                                  </p:stCondLst>
                                  <p:childTnLst>
                                    <p:set>
                                      <p:cBhvr>
                                        <p:cTn id="12" dur="1" fill="hold">
                                          <p:stCondLst>
                                            <p:cond delay="0"/>
                                          </p:stCondLst>
                                        </p:cTn>
                                        <p:tgtEl>
                                          <p:spTgt spid="1342468"/>
                                        </p:tgtEl>
                                        <p:attrNameLst>
                                          <p:attrName>style.visibility</p:attrName>
                                        </p:attrNameLst>
                                      </p:cBhvr>
                                      <p:to>
                                        <p:strVal val="visible"/>
                                      </p:to>
                                    </p:set>
                                    <p:animEffect transition="in" filter="wipe(up)">
                                      <p:cBhvr>
                                        <p:cTn id="13" dur="1000"/>
                                        <p:tgtEl>
                                          <p:spTgt spid="13424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bg>
      <p:bgPr>
        <a:gradFill>
          <a:gsLst>
            <a:gs pos="0">
              <a:srgbClr val="0D1B2A"/>
            </a:gs>
            <a:gs pos="60000">
              <a:srgbClr val="1B263B"/>
            </a:gs>
            <a:gs pos="100000">
              <a:srgbClr val="102A43"/>
            </a:gs>
          </a:gsLst>
          <a:lin ang="2700000" scaled="0"/>
        </a:gradFill>
        <a:effectLst/>
      </p:bgPr>
    </p:bg>
    <p:spTree>
      <p:nvGrpSpPr>
        <p:cNvPr id="1" name=""/>
        <p:cNvGrpSpPr/>
        <p:nvPr/>
      </p:nvGrpSpPr>
      <p:grpSpPr>
        <a:xfrm>
          <a:off x="0" y="0"/>
          <a:ext cx="0" cy="0"/>
          <a:chOff x="0" y="0"/>
          <a:chExt cx="0" cy="0"/>
        </a:xfrm>
      </p:grpSpPr>
      <p:pic>
        <p:nvPicPr>
          <p:cNvPr id="45" name="图片 4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2730" y="47712"/>
            <a:ext cx="795252" cy="556675"/>
          </a:xfrm>
          <a:prstGeom prst="rect">
            <a:avLst/>
          </a:prstGeom>
        </p:spPr>
      </p:pic>
      <p:sp>
        <p:nvSpPr>
          <p:cNvPr id="47" name="矩形 46"/>
          <p:cNvSpPr/>
          <p:nvPr/>
        </p:nvSpPr>
        <p:spPr>
          <a:xfrm>
            <a:off x="852603" y="91363"/>
            <a:ext cx="3340979" cy="461537"/>
          </a:xfrm>
          <a:prstGeom prst="rect">
            <a:avLst/>
          </a:prstGeom>
        </p:spPr>
        <p:txBody>
          <a:bodyPr wrap="none">
            <a:spAutoFit/>
          </a:bodyPr>
          <a:lstStyle/>
          <a:p>
            <a:r>
              <a:rPr lang="en-US" altLang="zh-CN" sz="2400" b="1" dirty="0">
                <a:solidFill>
                  <a:schemeClr val="bg1"/>
                </a:solidFill>
                <a:latin typeface="微软雅黑" panose="020B0503020204020204" charset="-122"/>
                <a:ea typeface="微软雅黑" panose="020B0503020204020204" charset="-122"/>
              </a:rPr>
              <a:t>3.4  </a:t>
            </a:r>
            <a:r>
              <a:rPr lang="zh-CN" altLang="en-US" sz="2400" b="1" dirty="0">
                <a:solidFill>
                  <a:schemeClr val="bg1"/>
                </a:solidFill>
                <a:latin typeface="微软雅黑" panose="020B0503020204020204" charset="-122"/>
                <a:ea typeface="微软雅黑" panose="020B0503020204020204" charset="-122"/>
              </a:rPr>
              <a:t>求不定积分的方法</a:t>
            </a:r>
            <a:endParaRPr lang="zh-CN" altLang="en-US" sz="2400" b="1" dirty="0">
              <a:solidFill>
                <a:schemeClr val="bg1"/>
              </a:solidFill>
              <a:latin typeface="微软雅黑" panose="020B0503020204020204" charset="-122"/>
              <a:ea typeface="微软雅黑" panose="020B0503020204020204" charset="-122"/>
            </a:endParaRPr>
          </a:p>
        </p:txBody>
      </p:sp>
      <p:sp>
        <p:nvSpPr>
          <p:cNvPr id="5" name="矩形 4"/>
          <p:cNvSpPr/>
          <p:nvPr/>
        </p:nvSpPr>
        <p:spPr>
          <a:xfrm>
            <a:off x="4655840" y="461370"/>
            <a:ext cx="4705350" cy="706755"/>
          </a:xfrm>
          <a:prstGeom prst="rect">
            <a:avLst/>
          </a:prstGeom>
        </p:spPr>
        <p:txBody>
          <a:bodyPr wrap="none">
            <a:spAutoFit/>
          </a:bodyPr>
          <a:lstStyle/>
          <a:p>
            <a:r>
              <a:rPr lang="en-US" altLang="zh-CN" sz="4000" b="1" dirty="0">
                <a:solidFill>
                  <a:schemeClr val="bg1"/>
                </a:solidFill>
                <a:latin typeface="微软雅黑" panose="020B0503020204020204" charset="-122"/>
                <a:ea typeface="微软雅黑" panose="020B0503020204020204" charset="-122"/>
              </a:rPr>
              <a:t>3.</a:t>
            </a:r>
            <a:r>
              <a:rPr lang="zh-CN" altLang="en-US" sz="4000" b="1" dirty="0">
                <a:solidFill>
                  <a:schemeClr val="bg1"/>
                </a:solidFill>
                <a:latin typeface="微软雅黑" panose="020B0503020204020204" charset="-122"/>
                <a:ea typeface="微软雅黑" panose="020B0503020204020204" charset="-122"/>
              </a:rPr>
              <a:t>第二类换元积分法</a:t>
            </a:r>
            <a:endParaRPr lang="zh-CN" altLang="en-US" sz="4000" b="1" dirty="0">
              <a:solidFill>
                <a:schemeClr val="bg1"/>
              </a:solidFill>
              <a:latin typeface="微软雅黑" panose="020B0503020204020204" charset="-122"/>
              <a:ea typeface="微软雅黑" panose="020B0503020204020204" charset="-122"/>
            </a:endParaRPr>
          </a:p>
        </p:txBody>
      </p:sp>
      <p:graphicFrame>
        <p:nvGraphicFramePr>
          <p:cNvPr id="1346565" name="Object 5"/>
          <p:cNvGraphicFramePr>
            <a:graphicFrameLocks noChangeAspect="1"/>
          </p:cNvGraphicFramePr>
          <p:nvPr/>
        </p:nvGraphicFramePr>
        <p:xfrm>
          <a:off x="714375" y="1333500"/>
          <a:ext cx="10951210" cy="1664970"/>
        </p:xfrm>
        <a:graphic>
          <a:graphicData uri="http://schemas.openxmlformats.org/presentationml/2006/ole">
            <mc:AlternateContent xmlns:mc="http://schemas.openxmlformats.org/markup-compatibility/2006">
              <mc:Choice xmlns:v="urn:schemas-microsoft-com:vml" Requires="v">
                <p:oleObj spid="_x0000_s2" name="文档" r:id="rId2" imgW="5682615" imgH="548005" progId="Word.Document.12">
                  <p:embed/>
                </p:oleObj>
              </mc:Choice>
              <mc:Fallback>
                <p:oleObj name="文档" r:id="rId2" imgW="5682615" imgH="548005" progId="Word.Document.12">
                  <p:embed/>
                  <p:pic>
                    <p:nvPicPr>
                      <p:cNvPr id="0" name="Object 5"/>
                      <p:cNvPicPr>
                        <a:picLocks noChangeAspect="1" noChangeArrowheads="1"/>
                      </p:cNvPicPr>
                      <p:nvPr/>
                    </p:nvPicPr>
                    <p:blipFill>
                      <a:blip r:embed="rId3"/>
                      <a:srcRect/>
                      <a:stretch>
                        <a:fillRect/>
                      </a:stretch>
                    </p:blipFill>
                    <p:spPr bwMode="auto">
                      <a:xfrm>
                        <a:off x="714375" y="1333500"/>
                        <a:ext cx="10951210" cy="166497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Object 3"/>
          <p:cNvGraphicFramePr>
            <a:graphicFrameLocks noChangeAspect="1"/>
          </p:cNvGraphicFramePr>
          <p:nvPr/>
        </p:nvGraphicFramePr>
        <p:xfrm>
          <a:off x="527050" y="2007235"/>
          <a:ext cx="11102340" cy="2367280"/>
        </p:xfrm>
        <a:graphic>
          <a:graphicData uri="http://schemas.openxmlformats.org/presentationml/2006/ole">
            <mc:AlternateContent xmlns:mc="http://schemas.openxmlformats.org/markup-compatibility/2006">
              <mc:Choice xmlns:v="urn:schemas-microsoft-com:vml" Requires="v">
                <p:oleObj spid="_x0000_s4" name="Document" r:id="rId4" imgW="5541010" imgH="1112520" progId="Word.Document.12">
                  <p:embed/>
                </p:oleObj>
              </mc:Choice>
              <mc:Fallback>
                <p:oleObj name="Document" r:id="rId4" imgW="5541010" imgH="1112520" progId="Word.Document.12">
                  <p:embed/>
                  <p:pic>
                    <p:nvPicPr>
                      <p:cNvPr id="0" name="Object 3"/>
                      <p:cNvPicPr>
                        <a:picLocks noChangeAspect="1" noChangeArrowheads="1"/>
                      </p:cNvPicPr>
                      <p:nvPr/>
                    </p:nvPicPr>
                    <p:blipFill>
                      <a:blip r:embed="rId5"/>
                      <a:srcRect/>
                      <a:stretch>
                        <a:fillRect/>
                      </a:stretch>
                    </p:blipFill>
                    <p:spPr bwMode="auto">
                      <a:xfrm>
                        <a:off x="527050" y="2007235"/>
                        <a:ext cx="11102340" cy="2367280"/>
                      </a:xfrm>
                      <a:prstGeom prst="rect">
                        <a:avLst/>
                      </a:prstGeom>
                      <a:noFill/>
                    </p:spPr>
                  </p:pic>
                </p:oleObj>
              </mc:Fallback>
            </mc:AlternateContent>
          </a:graphicData>
        </a:graphic>
      </p:graphicFrame>
      <p:graphicFrame>
        <p:nvGraphicFramePr>
          <p:cNvPr id="6" name="Object 4"/>
          <p:cNvGraphicFramePr>
            <a:graphicFrameLocks noChangeAspect="1"/>
          </p:cNvGraphicFramePr>
          <p:nvPr/>
        </p:nvGraphicFramePr>
        <p:xfrm>
          <a:off x="535940" y="3161030"/>
          <a:ext cx="11170920" cy="3255645"/>
        </p:xfrm>
        <a:graphic>
          <a:graphicData uri="http://schemas.openxmlformats.org/presentationml/2006/ole">
            <mc:AlternateContent xmlns:mc="http://schemas.openxmlformats.org/markup-compatibility/2006">
              <mc:Choice xmlns:v="urn:schemas-microsoft-com:vml" Requires="v">
                <p:oleObj spid="_x0000_s7" name="文档" r:id="rId6" imgW="5673725" imgH="1101725" progId="Word.Document.12">
                  <p:embed/>
                </p:oleObj>
              </mc:Choice>
              <mc:Fallback>
                <p:oleObj name="文档" r:id="rId6" imgW="5673725" imgH="1101725" progId="Word.Document.12">
                  <p:embed/>
                  <p:pic>
                    <p:nvPicPr>
                      <p:cNvPr id="0" name="Object 4"/>
                      <p:cNvPicPr>
                        <a:picLocks noChangeAspect="1" noChangeArrowheads="1"/>
                      </p:cNvPicPr>
                      <p:nvPr/>
                    </p:nvPicPr>
                    <p:blipFill>
                      <a:blip r:embed="rId7"/>
                      <a:srcRect/>
                      <a:stretch>
                        <a:fillRect/>
                      </a:stretch>
                    </p:blipFill>
                    <p:spPr bwMode="auto">
                      <a:xfrm>
                        <a:off x="535940" y="3161030"/>
                        <a:ext cx="11170920" cy="3255645"/>
                      </a:xfrm>
                      <a:prstGeom prst="rect">
                        <a:avLst/>
                      </a:prstGeom>
                      <a:noFill/>
                    </p:spPr>
                  </p:pic>
                </p:oleObj>
              </mc:Fallback>
            </mc:AlternateContent>
          </a:graphicData>
        </a:graphic>
      </p:graphicFrame>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anim calcmode="lin" valueType="num">
                                      <p:cBhvr additive="base">
                                        <p:cTn id="7" dur="500" fill="hold"/>
                                        <p:tgtEl>
                                          <p:spTgt spid="47"/>
                                        </p:tgtEl>
                                        <p:attrNameLst>
                                          <p:attrName>ppt_x</p:attrName>
                                        </p:attrNameLst>
                                      </p:cBhvr>
                                      <p:tavLst>
                                        <p:tav tm="0">
                                          <p:val>
                                            <p:strVal val="#ppt_x"/>
                                          </p:val>
                                        </p:tav>
                                        <p:tav tm="100000">
                                          <p:val>
                                            <p:strVal val="#ppt_x"/>
                                          </p:val>
                                        </p:tav>
                                      </p:tavLst>
                                    </p:anim>
                                    <p:anim calcmode="lin" valueType="num">
                                      <p:cBhvr additive="base">
                                        <p:cTn id="8" dur="500" fill="hold"/>
                                        <p:tgtEl>
                                          <p:spTgt spid="4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3465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47" grpId="1"/>
      <p:bldP spid="5" grpId="0"/>
      <p:bldP spid="5" grpId="1"/>
    </p:bldLst>
  </p:timing>
</p:sld>
</file>

<file path=ppt/slides/slide46.xml><?xml version="1.0" encoding="utf-8"?>
<p:sld xmlns:a="http://schemas.openxmlformats.org/drawingml/2006/main" xmlns:r="http://schemas.openxmlformats.org/officeDocument/2006/relationships" xmlns:p="http://schemas.openxmlformats.org/presentationml/2006/main">
  <p:cSld>
    <p:bg>
      <p:bgPr>
        <a:gradFill>
          <a:gsLst>
            <a:gs pos="0">
              <a:srgbClr val="0D1B2A"/>
            </a:gs>
            <a:gs pos="60000">
              <a:srgbClr val="1B263B"/>
            </a:gs>
            <a:gs pos="100000">
              <a:srgbClr val="102A43"/>
            </a:gs>
          </a:gsLst>
          <a:lin ang="2700000" scaled="0"/>
        </a:gradFill>
        <a:effectLst/>
      </p:bgPr>
    </p:bg>
    <p:spTree>
      <p:nvGrpSpPr>
        <p:cNvPr id="1" name=""/>
        <p:cNvGrpSpPr/>
        <p:nvPr/>
      </p:nvGrpSpPr>
      <p:grpSpPr>
        <a:xfrm>
          <a:off x="0" y="0"/>
          <a:ext cx="0" cy="0"/>
          <a:chOff x="0" y="0"/>
          <a:chExt cx="0" cy="0"/>
        </a:xfrm>
      </p:grpSpPr>
      <p:pic>
        <p:nvPicPr>
          <p:cNvPr id="45" name="图片 4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2730" y="47712"/>
            <a:ext cx="795252" cy="556675"/>
          </a:xfrm>
          <a:prstGeom prst="rect">
            <a:avLst/>
          </a:prstGeom>
        </p:spPr>
      </p:pic>
      <p:sp>
        <p:nvSpPr>
          <p:cNvPr id="47" name="矩形 46"/>
          <p:cNvSpPr/>
          <p:nvPr/>
        </p:nvSpPr>
        <p:spPr>
          <a:xfrm>
            <a:off x="852603" y="91363"/>
            <a:ext cx="4294505" cy="583565"/>
          </a:xfrm>
          <a:prstGeom prst="rect">
            <a:avLst/>
          </a:prstGeom>
        </p:spPr>
        <p:txBody>
          <a:bodyPr wrap="none">
            <a:spAutoFit/>
          </a:bodyPr>
          <a:lstStyle/>
          <a:p>
            <a:r>
              <a:rPr lang="en-US" altLang="zh-CN" sz="3200" b="1" dirty="0">
                <a:solidFill>
                  <a:schemeClr val="bg1"/>
                </a:solidFill>
                <a:latin typeface="微软雅黑" panose="020B0503020204020204" charset="-122"/>
                <a:ea typeface="微软雅黑" panose="020B0503020204020204" charset="-122"/>
              </a:rPr>
              <a:t>3.4  </a:t>
            </a:r>
            <a:r>
              <a:rPr lang="zh-CN" altLang="en-US" sz="3200" b="1" dirty="0">
                <a:solidFill>
                  <a:schemeClr val="bg1"/>
                </a:solidFill>
                <a:latin typeface="微软雅黑" panose="020B0503020204020204" charset="-122"/>
                <a:ea typeface="微软雅黑" panose="020B0503020204020204" charset="-122"/>
              </a:rPr>
              <a:t>求不定积分的方法</a:t>
            </a:r>
            <a:endParaRPr lang="zh-CN" altLang="en-US" sz="3200" b="1" dirty="0">
              <a:solidFill>
                <a:schemeClr val="bg1"/>
              </a:solidFill>
              <a:latin typeface="微软雅黑" panose="020B0503020204020204" charset="-122"/>
              <a:ea typeface="微软雅黑" panose="020B0503020204020204" charset="-122"/>
            </a:endParaRPr>
          </a:p>
        </p:txBody>
      </p:sp>
      <p:sp>
        <p:nvSpPr>
          <p:cNvPr id="5" name="矩形 4"/>
          <p:cNvSpPr/>
          <p:nvPr/>
        </p:nvSpPr>
        <p:spPr>
          <a:xfrm>
            <a:off x="4512206" y="836245"/>
            <a:ext cx="4253230" cy="645160"/>
          </a:xfrm>
          <a:prstGeom prst="rect">
            <a:avLst/>
          </a:prstGeom>
        </p:spPr>
        <p:txBody>
          <a:bodyPr wrap="none">
            <a:spAutoFit/>
          </a:bodyPr>
          <a:lstStyle/>
          <a:p>
            <a:r>
              <a:rPr lang="en-US" altLang="zh-CN" sz="3600" b="1" dirty="0">
                <a:solidFill>
                  <a:schemeClr val="bg1"/>
                </a:solidFill>
                <a:latin typeface="微软雅黑" panose="020B0503020204020204" charset="-122"/>
                <a:ea typeface="微软雅黑" panose="020B0503020204020204" charset="-122"/>
              </a:rPr>
              <a:t>3.</a:t>
            </a:r>
            <a:r>
              <a:rPr lang="zh-CN" altLang="en-US" sz="3600" b="1" dirty="0">
                <a:solidFill>
                  <a:schemeClr val="bg1"/>
                </a:solidFill>
                <a:latin typeface="微软雅黑" panose="020B0503020204020204" charset="-122"/>
                <a:ea typeface="微软雅黑" panose="020B0503020204020204" charset="-122"/>
              </a:rPr>
              <a:t>第二类换元积分法</a:t>
            </a:r>
            <a:endParaRPr lang="zh-CN" altLang="en-US" sz="3600" b="1" dirty="0">
              <a:solidFill>
                <a:schemeClr val="bg1"/>
              </a:solidFill>
              <a:latin typeface="微软雅黑" panose="020B0503020204020204" charset="-122"/>
              <a:ea typeface="微软雅黑" panose="020B0503020204020204" charset="-122"/>
            </a:endParaRPr>
          </a:p>
        </p:txBody>
      </p:sp>
      <p:graphicFrame>
        <p:nvGraphicFramePr>
          <p:cNvPr id="1350661" name="Object 5"/>
          <p:cNvGraphicFramePr>
            <a:graphicFrameLocks noChangeAspect="1"/>
          </p:cNvGraphicFramePr>
          <p:nvPr/>
        </p:nvGraphicFramePr>
        <p:xfrm>
          <a:off x="196850" y="1335405"/>
          <a:ext cx="11715750" cy="5518150"/>
        </p:xfrm>
        <a:graphic>
          <a:graphicData uri="http://schemas.openxmlformats.org/presentationml/2006/ole">
            <mc:AlternateContent xmlns:mc="http://schemas.openxmlformats.org/markup-compatibility/2006">
              <mc:Choice xmlns:v="urn:schemas-microsoft-com:vml" Requires="v">
                <p:oleObj spid="_x0000_s2" name="Document" r:id="rId2" imgW="5678170" imgH="2354580" progId="Word.Document.12">
                  <p:embed/>
                </p:oleObj>
              </mc:Choice>
              <mc:Fallback>
                <p:oleObj name="Document" r:id="rId2" imgW="5678170" imgH="2354580" progId="Word.Document.12">
                  <p:embed/>
                  <p:pic>
                    <p:nvPicPr>
                      <p:cNvPr id="0" name="Object 5"/>
                      <p:cNvPicPr>
                        <a:picLocks noChangeAspect="1" noChangeArrowheads="1"/>
                      </p:cNvPicPr>
                      <p:nvPr/>
                    </p:nvPicPr>
                    <p:blipFill>
                      <a:blip r:embed="rId3"/>
                      <a:srcRect/>
                      <a:stretch>
                        <a:fillRect/>
                      </a:stretch>
                    </p:blipFill>
                    <p:spPr bwMode="auto">
                      <a:xfrm>
                        <a:off x="196850" y="1335405"/>
                        <a:ext cx="11715750" cy="5518150"/>
                      </a:xfrm>
                      <a:prstGeom prst="rect">
                        <a:avLst/>
                      </a:prstGeom>
                      <a:noFill/>
                    </p:spPr>
                  </p:pic>
                </p:oleObj>
              </mc:Fallback>
            </mc:AlternateContent>
          </a:graphicData>
        </a:graphic>
      </p:graphicFrame>
    </p:spTree>
  </p:cSld>
  <p:clrMapOvr>
    <a:masterClrMapping/>
  </p:clrMapOvr>
  <p:transition spd="slow">
    <p:random/>
  </p:transition>
</p:sld>
</file>

<file path=ppt/slides/slide47.xml><?xml version="1.0" encoding="utf-8"?>
<p:sld xmlns:a="http://schemas.openxmlformats.org/drawingml/2006/main" xmlns:r="http://schemas.openxmlformats.org/officeDocument/2006/relationships" xmlns:p="http://schemas.openxmlformats.org/presentationml/2006/main">
  <p:cSld>
    <p:bg>
      <p:bgPr>
        <a:gradFill>
          <a:gsLst>
            <a:gs pos="0">
              <a:srgbClr val="0D1B2A"/>
            </a:gs>
            <a:gs pos="60000">
              <a:srgbClr val="1B263B"/>
            </a:gs>
            <a:gs pos="100000">
              <a:srgbClr val="102A43"/>
            </a:gs>
          </a:gsLst>
          <a:lin ang="2700000" scaled="0"/>
        </a:gradFill>
        <a:effectLst/>
      </p:bgPr>
    </p:bg>
    <p:spTree>
      <p:nvGrpSpPr>
        <p:cNvPr id="1" name=""/>
        <p:cNvGrpSpPr/>
        <p:nvPr/>
      </p:nvGrpSpPr>
      <p:grpSpPr>
        <a:xfrm>
          <a:off x="0" y="0"/>
          <a:ext cx="0" cy="0"/>
          <a:chOff x="0" y="0"/>
          <a:chExt cx="0" cy="0"/>
        </a:xfrm>
      </p:grpSpPr>
      <p:pic>
        <p:nvPicPr>
          <p:cNvPr id="45" name="图片 4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2730" y="47712"/>
            <a:ext cx="795252" cy="556675"/>
          </a:xfrm>
          <a:prstGeom prst="rect">
            <a:avLst/>
          </a:prstGeom>
        </p:spPr>
      </p:pic>
      <p:graphicFrame>
        <p:nvGraphicFramePr>
          <p:cNvPr id="1351683" name="Object 3"/>
          <p:cNvGraphicFramePr>
            <a:graphicFrameLocks noChangeAspect="1"/>
          </p:cNvGraphicFramePr>
          <p:nvPr/>
        </p:nvGraphicFramePr>
        <p:xfrm>
          <a:off x="714375" y="339090"/>
          <a:ext cx="10428605" cy="2915920"/>
        </p:xfrm>
        <a:graphic>
          <a:graphicData uri="http://schemas.openxmlformats.org/presentationml/2006/ole">
            <mc:AlternateContent xmlns:mc="http://schemas.openxmlformats.org/markup-compatibility/2006">
              <mc:Choice xmlns:v="urn:schemas-microsoft-com:vml" Requires="v">
                <p:oleObj spid="_x0000_s2" name="Document" r:id="rId2" imgW="5541010" imgH="1112520" progId="Word.Document.12">
                  <p:embed/>
                </p:oleObj>
              </mc:Choice>
              <mc:Fallback>
                <p:oleObj name="Document" r:id="rId2" imgW="5541010" imgH="1112520" progId="Word.Document.12">
                  <p:embed/>
                  <p:pic>
                    <p:nvPicPr>
                      <p:cNvPr id="0" name="Object 3"/>
                      <p:cNvPicPr>
                        <a:picLocks noChangeAspect="1" noChangeArrowheads="1"/>
                      </p:cNvPicPr>
                      <p:nvPr/>
                    </p:nvPicPr>
                    <p:blipFill>
                      <a:blip r:embed="rId3"/>
                      <a:srcRect/>
                      <a:stretch>
                        <a:fillRect/>
                      </a:stretch>
                    </p:blipFill>
                    <p:spPr bwMode="auto">
                      <a:xfrm>
                        <a:off x="714375" y="339090"/>
                        <a:ext cx="10428605" cy="2915920"/>
                      </a:xfrm>
                      <a:prstGeom prst="rect">
                        <a:avLst/>
                      </a:prstGeom>
                      <a:noFill/>
                      <a:ln>
                        <a:noFill/>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51684" name="Object 4"/>
          <p:cNvGraphicFramePr>
            <a:graphicFrameLocks noChangeAspect="1"/>
          </p:cNvGraphicFramePr>
          <p:nvPr/>
        </p:nvGraphicFramePr>
        <p:xfrm>
          <a:off x="714375" y="1715770"/>
          <a:ext cx="10790555" cy="5424170"/>
        </p:xfrm>
        <a:graphic>
          <a:graphicData uri="http://schemas.openxmlformats.org/presentationml/2006/ole">
            <mc:AlternateContent xmlns:mc="http://schemas.openxmlformats.org/markup-compatibility/2006">
              <mc:Choice xmlns:v="urn:schemas-microsoft-com:vml" Requires="v">
                <p:oleObj spid="_x0000_s3" name="文档" r:id="rId4" imgW="5666105" imgH="2423795" progId="Word.Document.12">
                  <p:embed/>
                </p:oleObj>
              </mc:Choice>
              <mc:Fallback>
                <p:oleObj name="文档" r:id="rId4" imgW="5666105" imgH="2423795" progId="Word.Document.12">
                  <p:embed/>
                  <p:pic>
                    <p:nvPicPr>
                      <p:cNvPr id="0" name="Object 4"/>
                      <p:cNvPicPr>
                        <a:picLocks noChangeAspect="1" noChangeArrowheads="1"/>
                      </p:cNvPicPr>
                      <p:nvPr/>
                    </p:nvPicPr>
                    <p:blipFill>
                      <a:blip r:embed="rId5"/>
                      <a:srcRect/>
                      <a:stretch>
                        <a:fillRect/>
                      </a:stretch>
                    </p:blipFill>
                    <p:spPr bwMode="auto">
                      <a:xfrm>
                        <a:off x="714375" y="1715770"/>
                        <a:ext cx="10790555" cy="5424170"/>
                      </a:xfrm>
                      <a:prstGeom prst="rect">
                        <a:avLst/>
                      </a:prstGeom>
                      <a:noFill/>
                    </p:spPr>
                  </p:pic>
                </p:oleObj>
              </mc:Fallback>
            </mc:AlternateContent>
          </a:graphicData>
        </a:graphic>
      </p:graphicFrame>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351683"/>
                                        </p:tgtEl>
                                        <p:attrNameLst>
                                          <p:attrName>style.visibility</p:attrName>
                                        </p:attrNameLst>
                                      </p:cBhvr>
                                      <p:to>
                                        <p:strVal val="visible"/>
                                      </p:to>
                                    </p:set>
                                    <p:anim calcmode="lin" valueType="num">
                                      <p:cBhvr additive="base">
                                        <p:cTn id="7" dur="500" fill="hold"/>
                                        <p:tgtEl>
                                          <p:spTgt spid="1351683"/>
                                        </p:tgtEl>
                                        <p:attrNameLst>
                                          <p:attrName>ppt_x</p:attrName>
                                        </p:attrNameLst>
                                      </p:cBhvr>
                                      <p:tavLst>
                                        <p:tav tm="0">
                                          <p:val>
                                            <p:strVal val="0-#ppt_w/2"/>
                                          </p:val>
                                        </p:tav>
                                        <p:tav tm="100000">
                                          <p:val>
                                            <p:strVal val="#ppt_x"/>
                                          </p:val>
                                        </p:tav>
                                      </p:tavLst>
                                    </p:anim>
                                    <p:anim calcmode="lin" valueType="num">
                                      <p:cBhvr additive="base">
                                        <p:cTn id="8" dur="500" fill="hold"/>
                                        <p:tgtEl>
                                          <p:spTgt spid="135168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nodeType="clickEffect">
                                  <p:stCondLst>
                                    <p:cond delay="0"/>
                                  </p:stCondLst>
                                  <p:childTnLst>
                                    <p:set>
                                      <p:cBhvr>
                                        <p:cTn id="12" dur="1" fill="hold">
                                          <p:stCondLst>
                                            <p:cond delay="0"/>
                                          </p:stCondLst>
                                        </p:cTn>
                                        <p:tgtEl>
                                          <p:spTgt spid="1351684"/>
                                        </p:tgtEl>
                                        <p:attrNameLst>
                                          <p:attrName>style.visibility</p:attrName>
                                        </p:attrNameLst>
                                      </p:cBhvr>
                                      <p:to>
                                        <p:strVal val="visible"/>
                                      </p:to>
                                    </p:set>
                                    <p:animEffect transition="in" filter="wipe(up)">
                                      <p:cBhvr>
                                        <p:cTn id="13" dur="1000"/>
                                        <p:tgtEl>
                                          <p:spTgt spid="13516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bg>
      <p:bgPr>
        <a:gradFill>
          <a:gsLst>
            <a:gs pos="0">
              <a:srgbClr val="0D1B2A"/>
            </a:gs>
            <a:gs pos="60000">
              <a:srgbClr val="1B263B"/>
            </a:gs>
            <a:gs pos="100000">
              <a:srgbClr val="102A43"/>
            </a:gs>
          </a:gsLst>
          <a:lin ang="2700000" scaled="0"/>
        </a:gradFill>
        <a:effectLst/>
      </p:bgPr>
    </p:bg>
    <p:spTree>
      <p:nvGrpSpPr>
        <p:cNvPr id="1" name=""/>
        <p:cNvGrpSpPr/>
        <p:nvPr/>
      </p:nvGrpSpPr>
      <p:grpSpPr>
        <a:xfrm>
          <a:off x="0" y="0"/>
          <a:ext cx="0" cy="0"/>
          <a:chOff x="0" y="0"/>
          <a:chExt cx="0" cy="0"/>
        </a:xfrm>
      </p:grpSpPr>
      <p:pic>
        <p:nvPicPr>
          <p:cNvPr id="45" name="图片 4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2730" y="47712"/>
            <a:ext cx="795252" cy="556675"/>
          </a:xfrm>
          <a:prstGeom prst="rect">
            <a:avLst/>
          </a:prstGeom>
        </p:spPr>
      </p:pic>
      <p:graphicFrame>
        <p:nvGraphicFramePr>
          <p:cNvPr id="1351684" name="Object 4"/>
          <p:cNvGraphicFramePr>
            <a:graphicFrameLocks noChangeAspect="1"/>
          </p:cNvGraphicFramePr>
          <p:nvPr/>
        </p:nvGraphicFramePr>
        <p:xfrm>
          <a:off x="440055" y="908685"/>
          <a:ext cx="11423650" cy="5998210"/>
        </p:xfrm>
        <a:graphic>
          <a:graphicData uri="http://schemas.openxmlformats.org/presentationml/2006/ole">
            <mc:AlternateContent xmlns:mc="http://schemas.openxmlformats.org/markup-compatibility/2006">
              <mc:Choice xmlns:v="urn:schemas-microsoft-com:vml" Requires="v">
                <p:oleObj spid="_x0000_s2" name="Document" r:id="rId2" imgW="5647690" imgH="3349625" progId="Word.Document.12">
                  <p:embed/>
                </p:oleObj>
              </mc:Choice>
              <mc:Fallback>
                <p:oleObj name="Document" r:id="rId2" imgW="5647690" imgH="3349625" progId="Word.Document.12">
                  <p:embed/>
                  <p:pic>
                    <p:nvPicPr>
                      <p:cNvPr id="0" name="Object 4"/>
                      <p:cNvPicPr>
                        <a:picLocks noChangeAspect="1" noChangeArrowheads="1"/>
                      </p:cNvPicPr>
                      <p:nvPr/>
                    </p:nvPicPr>
                    <p:blipFill>
                      <a:blip r:embed="rId3"/>
                      <a:srcRect/>
                      <a:stretch>
                        <a:fillRect/>
                      </a:stretch>
                    </p:blipFill>
                    <p:spPr bwMode="auto">
                      <a:xfrm>
                        <a:off x="440055" y="908685"/>
                        <a:ext cx="11423650" cy="5998210"/>
                      </a:xfrm>
                      <a:prstGeom prst="rect">
                        <a:avLst/>
                      </a:prstGeom>
                      <a:noFill/>
                    </p:spPr>
                  </p:pic>
                </p:oleObj>
              </mc:Fallback>
            </mc:AlternateContent>
          </a:graphicData>
        </a:graphic>
      </p:graphicFrame>
      <p:sp>
        <p:nvSpPr>
          <p:cNvPr id="3" name="矩形 2"/>
          <p:cNvSpPr/>
          <p:nvPr/>
        </p:nvSpPr>
        <p:spPr>
          <a:xfrm>
            <a:off x="855203" y="142850"/>
            <a:ext cx="3340979" cy="461537"/>
          </a:xfrm>
          <a:prstGeom prst="rect">
            <a:avLst/>
          </a:prstGeom>
        </p:spPr>
        <p:txBody>
          <a:bodyPr wrap="none">
            <a:spAutoFit/>
          </a:bodyPr>
          <a:lstStyle/>
          <a:p>
            <a:r>
              <a:rPr lang="en-US" altLang="zh-CN" sz="2400" b="1" dirty="0">
                <a:solidFill>
                  <a:schemeClr val="bg1"/>
                </a:solidFill>
                <a:latin typeface="微软雅黑" panose="020B0503020204020204" charset="-122"/>
                <a:ea typeface="微软雅黑" panose="020B0503020204020204" charset="-122"/>
              </a:rPr>
              <a:t>3.4  </a:t>
            </a:r>
            <a:r>
              <a:rPr lang="zh-CN" altLang="en-US" sz="2400" b="1" dirty="0">
                <a:solidFill>
                  <a:schemeClr val="bg1"/>
                </a:solidFill>
                <a:latin typeface="微软雅黑" panose="020B0503020204020204" charset="-122"/>
                <a:ea typeface="微软雅黑" panose="020B0503020204020204" charset="-122"/>
              </a:rPr>
              <a:t>求不定积分的方法</a:t>
            </a:r>
            <a:endParaRPr lang="zh-CN" altLang="en-US" sz="2400" b="1" dirty="0">
              <a:solidFill>
                <a:schemeClr val="bg1"/>
              </a:solidFill>
              <a:latin typeface="微软雅黑" panose="020B0503020204020204" charset="-122"/>
              <a:ea typeface="微软雅黑" panose="020B0503020204020204" charset="-122"/>
            </a:endParaRPr>
          </a:p>
        </p:txBody>
      </p:sp>
      <p:sp>
        <p:nvSpPr>
          <p:cNvPr id="4" name="矩形 3"/>
          <p:cNvSpPr/>
          <p:nvPr/>
        </p:nvSpPr>
        <p:spPr>
          <a:xfrm>
            <a:off x="4584021" y="332742"/>
            <a:ext cx="2281555" cy="521970"/>
          </a:xfrm>
          <a:prstGeom prst="rect">
            <a:avLst/>
          </a:prstGeom>
        </p:spPr>
        <p:txBody>
          <a:bodyPr wrap="none">
            <a:spAutoFit/>
          </a:bodyPr>
          <a:lstStyle/>
          <a:p>
            <a:r>
              <a:rPr lang="en-US" altLang="zh-CN" sz="2800" b="1" dirty="0">
                <a:solidFill>
                  <a:schemeClr val="bg1"/>
                </a:solidFill>
                <a:latin typeface="微软雅黑" panose="020B0503020204020204" charset="-122"/>
                <a:ea typeface="微软雅黑" panose="020B0503020204020204" charset="-122"/>
              </a:rPr>
              <a:t>4.</a:t>
            </a:r>
            <a:r>
              <a:rPr lang="zh-CN" altLang="en-US" sz="2800" b="1" dirty="0">
                <a:solidFill>
                  <a:schemeClr val="bg1"/>
                </a:solidFill>
                <a:latin typeface="微软雅黑" panose="020B0503020204020204" charset="-122"/>
                <a:ea typeface="微软雅黑" panose="020B0503020204020204" charset="-122"/>
              </a:rPr>
              <a:t>分步积分法</a:t>
            </a:r>
            <a:endParaRPr lang="zh-CN" altLang="en-US" sz="2800" b="1" dirty="0">
              <a:solidFill>
                <a:schemeClr val="bg1"/>
              </a:solidFill>
              <a:latin typeface="微软雅黑" panose="020B0503020204020204" charset="-122"/>
              <a:ea typeface="微软雅黑" panose="020B0503020204020204" charset="-122"/>
            </a:endParaRPr>
          </a:p>
        </p:txBody>
      </p:sp>
      <p:graphicFrame>
        <p:nvGraphicFramePr>
          <p:cNvPr id="5" name="Object 3"/>
          <p:cNvGraphicFramePr>
            <a:graphicFrameLocks noChangeAspect="1"/>
          </p:cNvGraphicFramePr>
          <p:nvPr/>
        </p:nvGraphicFramePr>
        <p:xfrm>
          <a:off x="102870" y="2589530"/>
          <a:ext cx="11847195" cy="3243580"/>
        </p:xfrm>
        <a:graphic>
          <a:graphicData uri="http://schemas.openxmlformats.org/presentationml/2006/ole">
            <mc:AlternateContent xmlns:mc="http://schemas.openxmlformats.org/markup-compatibility/2006">
              <mc:Choice xmlns:v="urn:schemas-microsoft-com:vml" Requires="v">
                <p:oleObj spid="_x0000_s6" name="Document" r:id="rId4" imgW="5541010" imgH="1112520" progId="Word.Document.12">
                  <p:embed/>
                </p:oleObj>
              </mc:Choice>
              <mc:Fallback>
                <p:oleObj name="Document" r:id="rId4" imgW="5541010" imgH="1112520" progId="Word.Document.12">
                  <p:embed/>
                  <p:pic>
                    <p:nvPicPr>
                      <p:cNvPr id="0" name="Object 3"/>
                      <p:cNvPicPr>
                        <a:picLocks noChangeAspect="1" noChangeArrowheads="1"/>
                      </p:cNvPicPr>
                      <p:nvPr/>
                    </p:nvPicPr>
                    <p:blipFill>
                      <a:blip r:embed="rId5"/>
                      <a:srcRect/>
                      <a:stretch>
                        <a:fillRect/>
                      </a:stretch>
                    </p:blipFill>
                    <p:spPr bwMode="auto">
                      <a:xfrm>
                        <a:off x="102870" y="2589530"/>
                        <a:ext cx="11847195" cy="32435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Object 4"/>
          <p:cNvGraphicFramePr>
            <a:graphicFrameLocks noChangeAspect="1"/>
          </p:cNvGraphicFramePr>
          <p:nvPr/>
        </p:nvGraphicFramePr>
        <p:xfrm>
          <a:off x="335280" y="4221480"/>
          <a:ext cx="11271250" cy="3064510"/>
        </p:xfrm>
        <a:graphic>
          <a:graphicData uri="http://schemas.openxmlformats.org/presentationml/2006/ole">
            <mc:AlternateContent xmlns:mc="http://schemas.openxmlformats.org/markup-compatibility/2006">
              <mc:Choice xmlns:v="urn:schemas-microsoft-com:vml" Requires="v">
                <p:oleObj spid="_x0000_s8" name="Document" r:id="rId6" imgW="5647690" imgH="1029970" progId="Word.Document.12">
                  <p:embed/>
                </p:oleObj>
              </mc:Choice>
              <mc:Fallback>
                <p:oleObj name="Document" r:id="rId6" imgW="5647690" imgH="1029970" progId="Word.Document.12">
                  <p:embed/>
                  <p:pic>
                    <p:nvPicPr>
                      <p:cNvPr id="0" name="Object 4"/>
                      <p:cNvPicPr>
                        <a:picLocks noChangeAspect="1" noChangeArrowheads="1"/>
                      </p:cNvPicPr>
                      <p:nvPr/>
                    </p:nvPicPr>
                    <p:blipFill>
                      <a:blip r:embed="rId7"/>
                      <a:srcRect/>
                      <a:stretch>
                        <a:fillRect/>
                      </a:stretch>
                    </p:blipFill>
                    <p:spPr bwMode="auto">
                      <a:xfrm>
                        <a:off x="335280" y="4221480"/>
                        <a:ext cx="11271250" cy="3064510"/>
                      </a:xfrm>
                      <a:prstGeom prst="rect">
                        <a:avLst/>
                      </a:prstGeom>
                      <a:noFill/>
                    </p:spPr>
                  </p:pic>
                </p:oleObj>
              </mc:Fallback>
            </mc:AlternateContent>
          </a:graphicData>
        </a:graphic>
      </p:graphicFrame>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351684"/>
                                        </p:tgtEl>
                                        <p:attrNameLst>
                                          <p:attrName>style.visibility</p:attrName>
                                        </p:attrNameLst>
                                      </p:cBhvr>
                                      <p:to>
                                        <p:strVal val="visible"/>
                                      </p:to>
                                    </p:set>
                                    <p:animEffect transition="in" filter="wipe(up)">
                                      <p:cBhvr>
                                        <p:cTn id="7" dur="1000"/>
                                        <p:tgtEl>
                                          <p:spTgt spid="135168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0-#ppt_w/2"/>
                                          </p:val>
                                        </p:tav>
                                        <p:tav tm="100000">
                                          <p:val>
                                            <p:strVal val="#ppt_x"/>
                                          </p:val>
                                        </p:tav>
                                      </p:tavLst>
                                    </p:anim>
                                    <p:anim calcmode="lin" valueType="num">
                                      <p:cBhvr additive="base">
                                        <p:cTn id="13"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bg>
      <p:bgPr>
        <a:gradFill>
          <a:gsLst>
            <a:gs pos="0">
              <a:srgbClr val="0D1B2A"/>
            </a:gs>
            <a:gs pos="60000">
              <a:srgbClr val="1B263B"/>
            </a:gs>
            <a:gs pos="100000">
              <a:srgbClr val="102A43"/>
            </a:gs>
          </a:gsLst>
          <a:lin ang="2700000" scaled="0"/>
        </a:gradFill>
        <a:effectLst/>
      </p:bgPr>
    </p:bg>
    <p:spTree>
      <p:nvGrpSpPr>
        <p:cNvPr id="1" name=""/>
        <p:cNvGrpSpPr/>
        <p:nvPr/>
      </p:nvGrpSpPr>
      <p:grpSpPr>
        <a:xfrm>
          <a:off x="0" y="0"/>
          <a:ext cx="0" cy="0"/>
          <a:chOff x="0" y="0"/>
          <a:chExt cx="0" cy="0"/>
        </a:xfrm>
      </p:grpSpPr>
      <p:pic>
        <p:nvPicPr>
          <p:cNvPr id="45" name="图片 4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2730" y="47712"/>
            <a:ext cx="795252" cy="556675"/>
          </a:xfrm>
          <a:prstGeom prst="rect">
            <a:avLst/>
          </a:prstGeom>
        </p:spPr>
      </p:pic>
      <p:sp>
        <p:nvSpPr>
          <p:cNvPr id="47" name="矩形 46"/>
          <p:cNvSpPr/>
          <p:nvPr/>
        </p:nvSpPr>
        <p:spPr>
          <a:xfrm>
            <a:off x="852604" y="91363"/>
            <a:ext cx="2679844" cy="461545"/>
          </a:xfrm>
          <a:prstGeom prst="rect">
            <a:avLst/>
          </a:prstGeom>
        </p:spPr>
        <p:txBody>
          <a:bodyPr wrap="none">
            <a:spAutoFit/>
          </a:bodyPr>
          <a:lstStyle/>
          <a:p>
            <a:r>
              <a:rPr lang="en-US" altLang="zh-CN" sz="2400" b="1" dirty="0">
                <a:solidFill>
                  <a:schemeClr val="bg1"/>
                </a:solidFill>
                <a:latin typeface="微软雅黑" panose="020B0503020204020204" charset="-122"/>
                <a:ea typeface="微软雅黑" panose="020B0503020204020204" charset="-122"/>
              </a:rPr>
              <a:t>4.1  </a:t>
            </a:r>
            <a:r>
              <a:rPr lang="zh-CN" altLang="en-US" sz="2400" b="1" dirty="0">
                <a:solidFill>
                  <a:schemeClr val="bg1"/>
                </a:solidFill>
                <a:latin typeface="微软雅黑" panose="020B0503020204020204" charset="-122"/>
                <a:ea typeface="微软雅黑" panose="020B0503020204020204" charset="-122"/>
              </a:rPr>
              <a:t>定积分的性质</a:t>
            </a:r>
            <a:endParaRPr lang="zh-CN" altLang="en-US" sz="2400" b="1" dirty="0">
              <a:solidFill>
                <a:schemeClr val="bg1"/>
              </a:solidFill>
              <a:latin typeface="微软雅黑" panose="020B0503020204020204" charset="-122"/>
              <a:ea typeface="微软雅黑" panose="020B0503020204020204" charset="-122"/>
            </a:endParaRPr>
          </a:p>
        </p:txBody>
      </p:sp>
      <p:sp>
        <p:nvSpPr>
          <p:cNvPr id="117771" name="Rectangle 11"/>
          <p:cNvSpPr>
            <a:spLocks noChangeArrowheads="1"/>
          </p:cNvSpPr>
          <p:nvPr/>
        </p:nvSpPr>
        <p:spPr bwMode="auto">
          <a:xfrm>
            <a:off x="1" y="-184455"/>
            <a:ext cx="184683" cy="369108"/>
          </a:xfrm>
          <a:prstGeom prst="rect">
            <a:avLst/>
          </a:prstGeom>
          <a:noFill/>
          <a:ln w="9525">
            <a:noFill/>
            <a:miter lim="800000"/>
          </a:ln>
          <a:effectLst/>
        </p:spPr>
        <p:txBody>
          <a:bodyPr vert="horz" wrap="none" lIns="91416" tIns="45708" rIns="91416" bIns="45708" numCol="1" anchor="ctr" anchorCtr="0" compatLnSpc="1">
            <a:spAutoFit/>
          </a:bodyPr>
          <a:lstStyle/>
          <a:p>
            <a:endParaRPr lang="zh-CN" altLang="en-US" sz="1800">
              <a:solidFill>
                <a:schemeClr val="bg1"/>
              </a:solidFill>
            </a:endParaRPr>
          </a:p>
        </p:txBody>
      </p:sp>
      <p:graphicFrame>
        <p:nvGraphicFramePr>
          <p:cNvPr id="1393667" name="Object 3"/>
          <p:cNvGraphicFramePr>
            <a:graphicFrameLocks noChangeAspect="1"/>
          </p:cNvGraphicFramePr>
          <p:nvPr/>
        </p:nvGraphicFramePr>
        <p:xfrm>
          <a:off x="714190" y="1304685"/>
          <a:ext cx="8982210" cy="4808873"/>
        </p:xfrm>
        <a:graphic>
          <a:graphicData uri="http://schemas.openxmlformats.org/presentationml/2006/ole">
            <mc:AlternateContent xmlns:mc="http://schemas.openxmlformats.org/markup-compatibility/2006">
              <mc:Choice xmlns:v="urn:schemas-microsoft-com:vml" Requires="v">
                <p:oleObj spid="_x0000_s2" name="文档" r:id="rId2" imgW="5640070" imgH="2493645" progId="Word.Document.12">
                  <p:embed/>
                </p:oleObj>
              </mc:Choice>
              <mc:Fallback>
                <p:oleObj name="文档" r:id="rId2" imgW="5640070" imgH="2493645" progId="Word.Document.12">
                  <p:embed/>
                  <p:pic>
                    <p:nvPicPr>
                      <p:cNvPr id="0" name="Object 3"/>
                      <p:cNvPicPr>
                        <a:picLocks noChangeAspect="1" noChangeArrowheads="1"/>
                      </p:cNvPicPr>
                      <p:nvPr/>
                    </p:nvPicPr>
                    <p:blipFill>
                      <a:blip r:embed="rId3"/>
                      <a:srcRect/>
                      <a:stretch>
                        <a:fillRect/>
                      </a:stretch>
                    </p:blipFill>
                    <p:spPr bwMode="auto">
                      <a:xfrm>
                        <a:off x="714190" y="1304685"/>
                        <a:ext cx="8982210" cy="4808873"/>
                      </a:xfrm>
                      <a:prstGeom prst="rect">
                        <a:avLst/>
                      </a:prstGeom>
                      <a:noFill/>
                    </p:spPr>
                  </p:pic>
                </p:oleObj>
              </mc:Fallback>
            </mc:AlternateContent>
          </a:graphicData>
        </a:graphic>
      </p:graphicFrame>
    </p:spTree>
  </p:cSld>
  <p:clrMapOvr>
    <a:masterClrMapping/>
  </p:clrMapOvr>
  <p:transition spd="slow">
    <p:random/>
  </p:transition>
</p:sld>
</file>

<file path=ppt/slides/slide50.xml><?xml version="1.0" encoding="utf-8"?>
<p:sld xmlns:a="http://schemas.openxmlformats.org/drawingml/2006/main" xmlns:r="http://schemas.openxmlformats.org/officeDocument/2006/relationships" xmlns:p="http://schemas.openxmlformats.org/presentationml/2006/main">
  <p:cSld>
    <p:bg>
      <p:bgPr>
        <a:gradFill>
          <a:gsLst>
            <a:gs pos="0">
              <a:srgbClr val="0D1B2A"/>
            </a:gs>
            <a:gs pos="60000">
              <a:srgbClr val="1B263B"/>
            </a:gs>
            <a:gs pos="100000">
              <a:srgbClr val="102A43"/>
            </a:gs>
          </a:gsLst>
          <a:lin ang="2700000" scaled="0"/>
        </a:gradFill>
        <a:effectLst/>
      </p:bgPr>
    </p:bg>
    <p:spTree>
      <p:nvGrpSpPr>
        <p:cNvPr id="1" name=""/>
        <p:cNvGrpSpPr/>
        <p:nvPr/>
      </p:nvGrpSpPr>
      <p:grpSpPr>
        <a:xfrm>
          <a:off x="0" y="0"/>
          <a:ext cx="0" cy="0"/>
          <a:chOff x="0" y="0"/>
          <a:chExt cx="0" cy="0"/>
        </a:xfrm>
      </p:grpSpPr>
      <p:sp>
        <p:nvSpPr>
          <p:cNvPr id="11" name="任意多边形: 形状 10"/>
          <p:cNvSpPr/>
          <p:nvPr/>
        </p:nvSpPr>
        <p:spPr>
          <a:xfrm rot="2700000">
            <a:off x="-803840" y="-755763"/>
            <a:ext cx="5428563" cy="5833960"/>
          </a:xfrm>
          <a:custGeom>
            <a:avLst/>
            <a:gdLst>
              <a:gd name="connsiteX0" fmla="*/ 0 w 5428563"/>
              <a:gd name="connsiteY0" fmla="*/ 2574839 h 5504327"/>
              <a:gd name="connsiteX1" fmla="*/ 2574839 w 5428563"/>
              <a:gd name="connsiteY1" fmla="*/ 0 h 5504327"/>
              <a:gd name="connsiteX2" fmla="*/ 4511157 w 5428563"/>
              <a:gd name="connsiteY2" fmla="*/ 0 h 5504327"/>
              <a:gd name="connsiteX3" fmla="*/ 5428563 w 5428563"/>
              <a:gd name="connsiteY3" fmla="*/ 917406 h 5504327"/>
              <a:gd name="connsiteX4" fmla="*/ 5428563 w 5428563"/>
              <a:gd name="connsiteY4" fmla="*/ 4586921 h 5504327"/>
              <a:gd name="connsiteX5" fmla="*/ 4511157 w 5428563"/>
              <a:gd name="connsiteY5" fmla="*/ 5504327 h 5504327"/>
              <a:gd name="connsiteX6" fmla="*/ 2929489 w 5428563"/>
              <a:gd name="connsiteY6" fmla="*/ 5504327 h 5504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428563" h="5504327">
                <a:moveTo>
                  <a:pt x="0" y="2574839"/>
                </a:moveTo>
                <a:lnTo>
                  <a:pt x="2574839" y="0"/>
                </a:lnTo>
                <a:lnTo>
                  <a:pt x="4511157" y="0"/>
                </a:lnTo>
                <a:cubicBezTo>
                  <a:pt x="5017826" y="0"/>
                  <a:pt x="5428563" y="410737"/>
                  <a:pt x="5428563" y="917406"/>
                </a:cubicBezTo>
                <a:lnTo>
                  <a:pt x="5428563" y="4586921"/>
                </a:lnTo>
                <a:cubicBezTo>
                  <a:pt x="5428563" y="5093590"/>
                  <a:pt x="5017826" y="5504327"/>
                  <a:pt x="4511157" y="5504327"/>
                </a:cubicBezTo>
                <a:lnTo>
                  <a:pt x="2929489" y="5504327"/>
                </a:lnTo>
                <a:close/>
              </a:path>
            </a:pathLst>
          </a:custGeom>
          <a:solidFill>
            <a:schemeClr val="accent1">
              <a:lumMod val="20000"/>
              <a:lumOff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5981700" y="2419350"/>
            <a:ext cx="2709396" cy="830997"/>
          </a:xfrm>
          <a:prstGeom prst="rect">
            <a:avLst/>
          </a:prstGeom>
          <a:noFill/>
        </p:spPr>
        <p:txBody>
          <a:bodyPr wrap="none" rtlCol="0">
            <a:spAutoFit/>
            <a:scene3d>
              <a:camera prst="orthographicFront"/>
              <a:lightRig rig="threePt" dir="t"/>
            </a:scene3d>
            <a:sp3d contourW="6350"/>
          </a:bodyPr>
          <a:lstStyle>
            <a:defPPr>
              <a:defRPr lang="zh-CN"/>
            </a:defPPr>
            <a:lvl1pPr>
              <a:defRPr sz="2800" b="1">
                <a:solidFill>
                  <a:schemeClr val="tx1">
                    <a:lumMod val="75000"/>
                    <a:lumOff val="25000"/>
                  </a:schemeClr>
                </a:solidFill>
              </a:defRPr>
            </a:lvl1pPr>
          </a:lstStyle>
          <a:p>
            <a:r>
              <a:rPr lang="en-US" altLang="zh-CN" sz="4800" dirty="0">
                <a:solidFill>
                  <a:srgbClr val="FFFF00"/>
                </a:solidFill>
              </a:rPr>
              <a:t>4  </a:t>
            </a:r>
            <a:r>
              <a:rPr lang="zh-CN" altLang="en-US" sz="4800" dirty="0">
                <a:solidFill>
                  <a:srgbClr val="FFFF00"/>
                </a:solidFill>
              </a:rPr>
              <a:t>定积分</a:t>
            </a:r>
            <a:endParaRPr lang="zh-CN" altLang="en-US" sz="4800" dirty="0">
              <a:solidFill>
                <a:srgbClr val="FFFF00"/>
              </a:solidFill>
            </a:endParaRPr>
          </a:p>
        </p:txBody>
      </p:sp>
      <p:pic>
        <p:nvPicPr>
          <p:cNvPr id="16" name="图片占位符 15"/>
          <p:cNvPicPr>
            <a:picLocks noGrp="1" noChangeAspect="1"/>
          </p:cNvPicPr>
          <p:nvPr>
            <p:ph type="pic" sz="quarter" idx="10"/>
          </p:nvPr>
        </p:nvPicPr>
        <p:blipFill>
          <a:blip r:embed="rId1" cstate="screen"/>
          <a:srcRect/>
          <a:stretch>
            <a:fillRect/>
          </a:stretch>
        </p:blipFill>
        <p:spPr/>
      </p:pic>
      <p:cxnSp>
        <p:nvCxnSpPr>
          <p:cNvPr id="19" name="直接连接符 18"/>
          <p:cNvCxnSpPr/>
          <p:nvPr/>
        </p:nvCxnSpPr>
        <p:spPr>
          <a:xfrm>
            <a:off x="6096000" y="3235833"/>
            <a:ext cx="3135086"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advTm="4000">
    <p:fade/>
  </p:transition>
</p:sld>
</file>

<file path=ppt/slides/slide51.xml><?xml version="1.0" encoding="utf-8"?>
<p:sld xmlns:a="http://schemas.openxmlformats.org/drawingml/2006/main" xmlns:r="http://schemas.openxmlformats.org/officeDocument/2006/relationships" xmlns:p="http://schemas.openxmlformats.org/presentationml/2006/main">
  <p:cSld>
    <p:bg>
      <p:bgPr>
        <a:gradFill>
          <a:gsLst>
            <a:gs pos="0">
              <a:srgbClr val="0D1B2A"/>
            </a:gs>
            <a:gs pos="60000">
              <a:srgbClr val="1B263B"/>
            </a:gs>
            <a:gs pos="100000">
              <a:srgbClr val="102A43"/>
            </a:gs>
          </a:gsLst>
          <a:lin ang="2700000" scaled="0"/>
        </a:gradFill>
        <a:effectLst/>
      </p:bgPr>
    </p:bg>
    <p:spTree>
      <p:nvGrpSpPr>
        <p:cNvPr id="1" name=""/>
        <p:cNvGrpSpPr/>
        <p:nvPr/>
      </p:nvGrpSpPr>
      <p:grpSpPr>
        <a:xfrm>
          <a:off x="0" y="0"/>
          <a:ext cx="0" cy="0"/>
          <a:chOff x="0" y="0"/>
          <a:chExt cx="0" cy="0"/>
        </a:xfrm>
      </p:grpSpPr>
      <p:pic>
        <p:nvPicPr>
          <p:cNvPr id="45" name="图片 4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2730" y="47712"/>
            <a:ext cx="795252" cy="556675"/>
          </a:xfrm>
          <a:prstGeom prst="rect">
            <a:avLst/>
          </a:prstGeom>
        </p:spPr>
      </p:pic>
      <p:sp>
        <p:nvSpPr>
          <p:cNvPr id="47" name="矩形 46"/>
          <p:cNvSpPr/>
          <p:nvPr/>
        </p:nvSpPr>
        <p:spPr>
          <a:xfrm>
            <a:off x="852604" y="91363"/>
            <a:ext cx="2679844" cy="461545"/>
          </a:xfrm>
          <a:prstGeom prst="rect">
            <a:avLst/>
          </a:prstGeom>
        </p:spPr>
        <p:txBody>
          <a:bodyPr wrap="none">
            <a:spAutoFit/>
          </a:bodyPr>
          <a:lstStyle/>
          <a:p>
            <a:r>
              <a:rPr lang="en-US" altLang="zh-CN" sz="2400" b="1" dirty="0">
                <a:solidFill>
                  <a:schemeClr val="bg1"/>
                </a:solidFill>
                <a:latin typeface="微软雅黑" panose="020B0503020204020204" charset="-122"/>
                <a:ea typeface="微软雅黑" panose="020B0503020204020204" charset="-122"/>
              </a:rPr>
              <a:t>4.1  </a:t>
            </a:r>
            <a:r>
              <a:rPr lang="zh-CN" altLang="en-US" sz="2400" b="1" dirty="0">
                <a:solidFill>
                  <a:schemeClr val="bg1"/>
                </a:solidFill>
                <a:latin typeface="微软雅黑" panose="020B0503020204020204" charset="-122"/>
                <a:ea typeface="微软雅黑" panose="020B0503020204020204" charset="-122"/>
              </a:rPr>
              <a:t>定积分的性质</a:t>
            </a:r>
            <a:endParaRPr lang="zh-CN" altLang="en-US" sz="2400" b="1" dirty="0">
              <a:solidFill>
                <a:schemeClr val="bg1"/>
              </a:solidFill>
              <a:latin typeface="微软雅黑" panose="020B0503020204020204" charset="-122"/>
              <a:ea typeface="微软雅黑" panose="020B0503020204020204" charset="-122"/>
            </a:endParaRPr>
          </a:p>
        </p:txBody>
      </p:sp>
      <p:sp>
        <p:nvSpPr>
          <p:cNvPr id="117771" name="Rectangle 11"/>
          <p:cNvSpPr>
            <a:spLocks noChangeArrowheads="1"/>
          </p:cNvSpPr>
          <p:nvPr/>
        </p:nvSpPr>
        <p:spPr bwMode="auto">
          <a:xfrm>
            <a:off x="1" y="-184455"/>
            <a:ext cx="184683" cy="369108"/>
          </a:xfrm>
          <a:prstGeom prst="rect">
            <a:avLst/>
          </a:prstGeom>
          <a:noFill/>
          <a:ln w="9525">
            <a:noFill/>
            <a:miter lim="800000"/>
          </a:ln>
          <a:effectLst/>
        </p:spPr>
        <p:txBody>
          <a:bodyPr vert="horz" wrap="none" lIns="91416" tIns="45708" rIns="91416" bIns="45708" numCol="1" anchor="ctr" anchorCtr="0" compatLnSpc="1">
            <a:spAutoFit/>
          </a:bodyPr>
          <a:lstStyle/>
          <a:p>
            <a:endParaRPr lang="zh-CN" altLang="en-US" sz="1800">
              <a:solidFill>
                <a:schemeClr val="bg1"/>
              </a:solidFill>
            </a:endParaRPr>
          </a:p>
        </p:txBody>
      </p:sp>
      <p:graphicFrame>
        <p:nvGraphicFramePr>
          <p:cNvPr id="1393667" name="Object 3"/>
          <p:cNvGraphicFramePr>
            <a:graphicFrameLocks noChangeAspect="1"/>
          </p:cNvGraphicFramePr>
          <p:nvPr/>
        </p:nvGraphicFramePr>
        <p:xfrm>
          <a:off x="98425" y="603885"/>
          <a:ext cx="11934825" cy="6137910"/>
        </p:xfrm>
        <a:graphic>
          <a:graphicData uri="http://schemas.openxmlformats.org/presentationml/2006/ole">
            <mc:AlternateContent xmlns:mc="http://schemas.openxmlformats.org/markup-compatibility/2006">
              <mc:Choice xmlns:v="urn:schemas-microsoft-com:vml" Requires="v">
                <p:oleObj spid="_x0000_s2" name="文档" r:id="rId2" imgW="5640070" imgH="2493645" progId="Word.Document.12">
                  <p:embed/>
                </p:oleObj>
              </mc:Choice>
              <mc:Fallback>
                <p:oleObj name="文档" r:id="rId2" imgW="5640070" imgH="2493645" progId="Word.Document.12">
                  <p:embed/>
                  <p:pic>
                    <p:nvPicPr>
                      <p:cNvPr id="0" name="Object 3"/>
                      <p:cNvPicPr>
                        <a:picLocks noChangeAspect="1" noChangeArrowheads="1"/>
                      </p:cNvPicPr>
                      <p:nvPr/>
                    </p:nvPicPr>
                    <p:blipFill>
                      <a:blip r:embed="rId3"/>
                      <a:srcRect/>
                      <a:stretch>
                        <a:fillRect/>
                      </a:stretch>
                    </p:blipFill>
                    <p:spPr bwMode="auto">
                      <a:xfrm>
                        <a:off x="98425" y="603885"/>
                        <a:ext cx="11934825" cy="6137910"/>
                      </a:xfrm>
                      <a:prstGeom prst="rect">
                        <a:avLst/>
                      </a:prstGeom>
                      <a:noFill/>
                    </p:spPr>
                  </p:pic>
                </p:oleObj>
              </mc:Fallback>
            </mc:AlternateContent>
          </a:graphicData>
        </a:graphic>
      </p:graphicFrame>
    </p:spTree>
  </p:cSld>
  <p:clrMapOvr>
    <a:masterClrMapping/>
  </p:clrMapOvr>
  <p:transition spd="slow">
    <p:random/>
  </p:transition>
</p:sld>
</file>

<file path=ppt/slides/slide52.xml><?xml version="1.0" encoding="utf-8"?>
<p:sld xmlns:a="http://schemas.openxmlformats.org/drawingml/2006/main" xmlns:r="http://schemas.openxmlformats.org/officeDocument/2006/relationships" xmlns:p="http://schemas.openxmlformats.org/presentationml/2006/main">
  <p:cSld>
    <p:bg>
      <p:bgPr>
        <a:gradFill>
          <a:gsLst>
            <a:gs pos="0">
              <a:srgbClr val="0D1B2A"/>
            </a:gs>
            <a:gs pos="60000">
              <a:srgbClr val="1B263B"/>
            </a:gs>
            <a:gs pos="100000">
              <a:srgbClr val="102A43"/>
            </a:gs>
          </a:gsLst>
          <a:lin ang="2700000" scaled="0"/>
        </a:gradFill>
        <a:effectLst/>
      </p:bgPr>
    </p:bg>
    <p:spTree>
      <p:nvGrpSpPr>
        <p:cNvPr id="1" name=""/>
        <p:cNvGrpSpPr/>
        <p:nvPr/>
      </p:nvGrpSpPr>
      <p:grpSpPr>
        <a:xfrm>
          <a:off x="0" y="0"/>
          <a:ext cx="0" cy="0"/>
          <a:chOff x="0" y="0"/>
          <a:chExt cx="0" cy="0"/>
        </a:xfrm>
      </p:grpSpPr>
      <p:pic>
        <p:nvPicPr>
          <p:cNvPr id="45" name="图片 4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2730" y="47712"/>
            <a:ext cx="795252" cy="556675"/>
          </a:xfrm>
          <a:prstGeom prst="rect">
            <a:avLst/>
          </a:prstGeom>
        </p:spPr>
      </p:pic>
      <p:sp>
        <p:nvSpPr>
          <p:cNvPr id="47" name="矩形 46"/>
          <p:cNvSpPr/>
          <p:nvPr/>
        </p:nvSpPr>
        <p:spPr>
          <a:xfrm>
            <a:off x="852604" y="91363"/>
            <a:ext cx="2679844" cy="461545"/>
          </a:xfrm>
          <a:prstGeom prst="rect">
            <a:avLst/>
          </a:prstGeom>
        </p:spPr>
        <p:txBody>
          <a:bodyPr wrap="none">
            <a:spAutoFit/>
          </a:bodyPr>
          <a:lstStyle/>
          <a:p>
            <a:r>
              <a:rPr lang="en-US" altLang="zh-CN" sz="2400" b="1" dirty="0">
                <a:solidFill>
                  <a:schemeClr val="bg1"/>
                </a:solidFill>
                <a:latin typeface="微软雅黑" panose="020B0503020204020204" charset="-122"/>
                <a:ea typeface="微软雅黑" panose="020B0503020204020204" charset="-122"/>
              </a:rPr>
              <a:t>4.1  </a:t>
            </a:r>
            <a:r>
              <a:rPr lang="zh-CN" altLang="en-US" sz="2400" b="1" dirty="0">
                <a:solidFill>
                  <a:schemeClr val="bg1"/>
                </a:solidFill>
                <a:latin typeface="微软雅黑" panose="020B0503020204020204" charset="-122"/>
                <a:ea typeface="微软雅黑" panose="020B0503020204020204" charset="-122"/>
              </a:rPr>
              <a:t>定积分的性质</a:t>
            </a:r>
            <a:endParaRPr lang="zh-CN" altLang="en-US" sz="2400" b="1" dirty="0">
              <a:solidFill>
                <a:schemeClr val="bg1"/>
              </a:solidFill>
              <a:latin typeface="微软雅黑" panose="020B0503020204020204" charset="-122"/>
              <a:ea typeface="微软雅黑" panose="020B0503020204020204" charset="-122"/>
            </a:endParaRPr>
          </a:p>
        </p:txBody>
      </p:sp>
      <p:sp>
        <p:nvSpPr>
          <p:cNvPr id="117771" name="Rectangle 11"/>
          <p:cNvSpPr>
            <a:spLocks noChangeArrowheads="1"/>
          </p:cNvSpPr>
          <p:nvPr/>
        </p:nvSpPr>
        <p:spPr bwMode="auto">
          <a:xfrm>
            <a:off x="1" y="-184455"/>
            <a:ext cx="184683" cy="369108"/>
          </a:xfrm>
          <a:prstGeom prst="rect">
            <a:avLst/>
          </a:prstGeom>
          <a:noFill/>
          <a:ln w="9525">
            <a:noFill/>
            <a:miter lim="800000"/>
          </a:ln>
          <a:effectLst/>
        </p:spPr>
        <p:txBody>
          <a:bodyPr vert="horz" wrap="none" lIns="91416" tIns="45708" rIns="91416" bIns="45708" numCol="1" anchor="ctr" anchorCtr="0" compatLnSpc="1">
            <a:spAutoFit/>
          </a:bodyPr>
          <a:lstStyle/>
          <a:p>
            <a:endParaRPr lang="zh-CN" altLang="en-US" sz="1800">
              <a:solidFill>
                <a:schemeClr val="bg1"/>
              </a:solidFill>
            </a:endParaRPr>
          </a:p>
        </p:txBody>
      </p:sp>
      <p:graphicFrame>
        <p:nvGraphicFramePr>
          <p:cNvPr id="1393667" name="Object 3"/>
          <p:cNvGraphicFramePr>
            <a:graphicFrameLocks noChangeAspect="1"/>
          </p:cNvGraphicFramePr>
          <p:nvPr/>
        </p:nvGraphicFramePr>
        <p:xfrm>
          <a:off x="180975" y="556895"/>
          <a:ext cx="11718290" cy="4413250"/>
        </p:xfrm>
        <a:graphic>
          <a:graphicData uri="http://schemas.openxmlformats.org/presentationml/2006/ole">
            <mc:AlternateContent xmlns:mc="http://schemas.openxmlformats.org/markup-compatibility/2006">
              <mc:Choice xmlns:v="urn:schemas-microsoft-com:vml" Requires="v">
                <p:oleObj spid="_x0000_s2" name="文档" r:id="rId2" imgW="5648960" imgH="1375410" progId="Word.Document.12">
                  <p:embed/>
                </p:oleObj>
              </mc:Choice>
              <mc:Fallback>
                <p:oleObj name="文档" r:id="rId2" imgW="5648960" imgH="1375410" progId="Word.Document.12">
                  <p:embed/>
                  <p:pic>
                    <p:nvPicPr>
                      <p:cNvPr id="0" name="Object 3"/>
                      <p:cNvPicPr>
                        <a:picLocks noChangeAspect="1" noChangeArrowheads="1"/>
                      </p:cNvPicPr>
                      <p:nvPr/>
                    </p:nvPicPr>
                    <p:blipFill>
                      <a:blip r:embed="rId3"/>
                      <a:srcRect/>
                      <a:stretch>
                        <a:fillRect/>
                      </a:stretch>
                    </p:blipFill>
                    <p:spPr bwMode="auto">
                      <a:xfrm>
                        <a:off x="180975" y="556895"/>
                        <a:ext cx="11718290" cy="4413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397763" name="Picture 3" descr="4-9"/>
          <p:cNvPicPr>
            <a:picLocks noChangeAspect="1" noChangeArrowheads="1"/>
          </p:cNvPicPr>
          <p:nvPr>
            <p:custDataLst>
              <p:tags r:id="rId4"/>
            </p:custDataLst>
          </p:nvPr>
        </p:nvPicPr>
        <p:blipFill>
          <a:blip r:embed="rId5"/>
          <a:srcRect/>
          <a:stretch>
            <a:fillRect/>
          </a:stretch>
        </p:blipFill>
        <p:spPr bwMode="auto">
          <a:xfrm>
            <a:off x="1343660" y="4509135"/>
            <a:ext cx="2606040" cy="2286000"/>
          </a:xfrm>
          <a:prstGeom prst="rect">
            <a:avLst/>
          </a:prstGeom>
          <a:noFill/>
          <a:ln w="9525">
            <a:noFill/>
            <a:miter lim="800000"/>
            <a:headEnd/>
            <a:tailEnd/>
          </a:ln>
        </p:spPr>
      </p:pic>
      <p:pic>
        <p:nvPicPr>
          <p:cNvPr id="1397764" name="Picture 4" descr="4-10"/>
          <p:cNvPicPr>
            <a:picLocks noChangeAspect="1" noChangeArrowheads="1"/>
          </p:cNvPicPr>
          <p:nvPr>
            <p:custDataLst>
              <p:tags r:id="rId6"/>
            </p:custDataLst>
          </p:nvPr>
        </p:nvPicPr>
        <p:blipFill>
          <a:blip r:embed="rId7"/>
          <a:srcRect/>
          <a:stretch>
            <a:fillRect/>
          </a:stretch>
        </p:blipFill>
        <p:spPr bwMode="auto">
          <a:xfrm>
            <a:off x="5520055" y="4509135"/>
            <a:ext cx="2585720" cy="2286000"/>
          </a:xfrm>
          <a:prstGeom prst="rect">
            <a:avLst/>
          </a:prstGeom>
          <a:noFill/>
          <a:ln w="9525">
            <a:noFill/>
            <a:miter lim="800000"/>
            <a:headEnd/>
            <a:tailEnd/>
          </a:ln>
        </p:spPr>
      </p:pic>
      <p:sp>
        <p:nvSpPr>
          <p:cNvPr id="8" name="矩形 7"/>
          <p:cNvSpPr/>
          <p:nvPr>
            <p:custDataLst>
              <p:tags r:id="rId8"/>
            </p:custDataLst>
          </p:nvPr>
        </p:nvSpPr>
        <p:spPr>
          <a:xfrm>
            <a:off x="2392898" y="5547134"/>
            <a:ext cx="801614" cy="369236"/>
          </a:xfrm>
          <a:prstGeom prst="rect">
            <a:avLst/>
          </a:prstGeom>
        </p:spPr>
        <p:txBody>
          <a:bodyPr wrap="none">
            <a:spAutoFit/>
          </a:bodyPr>
          <a:lstStyle/>
          <a:p>
            <a:r>
              <a:rPr lang="zh-CN" altLang="en-US" sz="1800" b="1" dirty="0">
                <a:solidFill>
                  <a:schemeClr val="bg1"/>
                </a:solidFill>
                <a:latin typeface="微软雅黑" panose="020B0503020204020204" charset="-122"/>
                <a:ea typeface="微软雅黑" panose="020B0503020204020204" charset="-122"/>
              </a:rPr>
              <a:t>图</a:t>
            </a:r>
            <a:r>
              <a:rPr lang="en-US" sz="1800" b="1" dirty="0">
                <a:solidFill>
                  <a:schemeClr val="bg1"/>
                </a:solidFill>
                <a:latin typeface="微软雅黑" panose="020B0503020204020204" charset="-122"/>
                <a:ea typeface="微软雅黑" panose="020B0503020204020204" charset="-122"/>
              </a:rPr>
              <a:t>4-9</a:t>
            </a:r>
            <a:endParaRPr lang="zh-CN" altLang="en-US" sz="1800" b="1" dirty="0">
              <a:solidFill>
                <a:schemeClr val="bg1"/>
              </a:solidFill>
              <a:latin typeface="微软雅黑" panose="020B0503020204020204" charset="-122"/>
              <a:ea typeface="微软雅黑" panose="020B0503020204020204" charset="-122"/>
            </a:endParaRPr>
          </a:p>
        </p:txBody>
      </p:sp>
      <p:sp>
        <p:nvSpPr>
          <p:cNvPr id="9" name="矩形 8"/>
          <p:cNvSpPr/>
          <p:nvPr>
            <p:custDataLst>
              <p:tags r:id="rId9"/>
            </p:custDataLst>
          </p:nvPr>
        </p:nvSpPr>
        <p:spPr>
          <a:xfrm>
            <a:off x="6135249" y="5547134"/>
            <a:ext cx="944243" cy="369236"/>
          </a:xfrm>
          <a:prstGeom prst="rect">
            <a:avLst/>
          </a:prstGeom>
        </p:spPr>
        <p:txBody>
          <a:bodyPr wrap="none">
            <a:spAutoFit/>
          </a:bodyPr>
          <a:lstStyle/>
          <a:p>
            <a:r>
              <a:rPr lang="zh-CN" altLang="en-US" sz="1800" b="1" dirty="0">
                <a:solidFill>
                  <a:schemeClr val="bg1"/>
                </a:solidFill>
                <a:latin typeface="微软雅黑" panose="020B0503020204020204" charset="-122"/>
                <a:ea typeface="微软雅黑" panose="020B0503020204020204" charset="-122"/>
              </a:rPr>
              <a:t>图</a:t>
            </a:r>
            <a:r>
              <a:rPr lang="en-US" sz="1800" b="1" dirty="0">
                <a:solidFill>
                  <a:schemeClr val="bg1"/>
                </a:solidFill>
                <a:latin typeface="微软雅黑" panose="020B0503020204020204" charset="-122"/>
                <a:ea typeface="微软雅黑" panose="020B0503020204020204" charset="-122"/>
              </a:rPr>
              <a:t>4-10</a:t>
            </a:r>
            <a:endParaRPr lang="zh-CN" altLang="en-US" sz="1800" b="1" dirty="0">
              <a:solidFill>
                <a:schemeClr val="bg1"/>
              </a:solidFill>
              <a:latin typeface="微软雅黑" panose="020B0503020204020204" charset="-122"/>
              <a:ea typeface="微软雅黑" panose="020B0503020204020204" charset="-122"/>
            </a:endParaRPr>
          </a:p>
        </p:txBody>
      </p:sp>
    </p:spTree>
  </p:cSld>
  <p:clrMapOvr>
    <a:masterClrMapping/>
  </p:clrMapOvr>
  <p:transition spd="slow">
    <p:random/>
  </p:transition>
</p:sld>
</file>

<file path=ppt/slides/slide53.xml><?xml version="1.0" encoding="utf-8"?>
<p:sld xmlns:a="http://schemas.openxmlformats.org/drawingml/2006/main" xmlns:r="http://schemas.openxmlformats.org/officeDocument/2006/relationships" xmlns:p="http://schemas.openxmlformats.org/presentationml/2006/main">
  <p:cSld>
    <p:bg>
      <p:bgPr>
        <a:gradFill>
          <a:gsLst>
            <a:gs pos="0">
              <a:srgbClr val="0D1B2A"/>
            </a:gs>
            <a:gs pos="60000">
              <a:srgbClr val="1B263B"/>
            </a:gs>
            <a:gs pos="100000">
              <a:srgbClr val="102A43"/>
            </a:gs>
          </a:gsLst>
          <a:lin ang="2700000" scaled="0"/>
        </a:gradFill>
        <a:effectLst/>
      </p:bgPr>
    </p:bg>
    <p:spTree>
      <p:nvGrpSpPr>
        <p:cNvPr id="1" name=""/>
        <p:cNvGrpSpPr/>
        <p:nvPr/>
      </p:nvGrpSpPr>
      <p:grpSpPr>
        <a:xfrm>
          <a:off x="0" y="0"/>
          <a:ext cx="0" cy="0"/>
          <a:chOff x="0" y="0"/>
          <a:chExt cx="0" cy="0"/>
        </a:xfrm>
      </p:grpSpPr>
      <p:pic>
        <p:nvPicPr>
          <p:cNvPr id="45" name="图片 4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2730" y="47712"/>
            <a:ext cx="795252" cy="556675"/>
          </a:xfrm>
          <a:prstGeom prst="rect">
            <a:avLst/>
          </a:prstGeom>
        </p:spPr>
      </p:pic>
      <p:sp>
        <p:nvSpPr>
          <p:cNvPr id="47" name="矩形 46"/>
          <p:cNvSpPr/>
          <p:nvPr/>
        </p:nvSpPr>
        <p:spPr>
          <a:xfrm>
            <a:off x="852604" y="91363"/>
            <a:ext cx="3430747" cy="461537"/>
          </a:xfrm>
          <a:prstGeom prst="rect">
            <a:avLst/>
          </a:prstGeom>
        </p:spPr>
        <p:txBody>
          <a:bodyPr wrap="none">
            <a:spAutoFit/>
          </a:bodyPr>
          <a:lstStyle/>
          <a:p>
            <a:r>
              <a:rPr lang="en-US" altLang="zh-CN" sz="2400" b="1" dirty="0">
                <a:solidFill>
                  <a:schemeClr val="bg1"/>
                </a:solidFill>
                <a:latin typeface="微软雅黑" panose="020B0503020204020204" charset="-122"/>
                <a:ea typeface="微软雅黑" panose="020B0503020204020204" charset="-122"/>
              </a:rPr>
              <a:t>4.2  </a:t>
            </a:r>
            <a:r>
              <a:rPr lang="zh-CN" altLang="en-US" sz="2400" b="1" dirty="0">
                <a:solidFill>
                  <a:schemeClr val="bg1"/>
                </a:solidFill>
                <a:latin typeface="微软雅黑" panose="020B0503020204020204" charset="-122"/>
                <a:ea typeface="微软雅黑" panose="020B0503020204020204" charset="-122"/>
              </a:rPr>
              <a:t>牛顿</a:t>
            </a:r>
            <a:r>
              <a:rPr lang="en-US" altLang="en-US" sz="2400" b="1" dirty="0">
                <a:solidFill>
                  <a:schemeClr val="bg1"/>
                </a:solidFill>
                <a:latin typeface="微软雅黑" panose="020B0503020204020204" charset="-122"/>
                <a:ea typeface="微软雅黑" panose="020B0503020204020204" charset="-122"/>
              </a:rPr>
              <a:t>-</a:t>
            </a:r>
            <a:r>
              <a:rPr lang="zh-CN" altLang="en-US" sz="2400" b="1" dirty="0">
                <a:solidFill>
                  <a:schemeClr val="bg1"/>
                </a:solidFill>
                <a:latin typeface="微软雅黑" panose="020B0503020204020204" charset="-122"/>
                <a:ea typeface="微软雅黑" panose="020B0503020204020204" charset="-122"/>
              </a:rPr>
              <a:t>莱布尼茨公式</a:t>
            </a:r>
            <a:endParaRPr lang="zh-CN" altLang="en-US" sz="2400" b="1" dirty="0">
              <a:solidFill>
                <a:schemeClr val="bg1"/>
              </a:solidFill>
              <a:latin typeface="微软雅黑" panose="020B0503020204020204" charset="-122"/>
              <a:ea typeface="微软雅黑" panose="020B0503020204020204" charset="-122"/>
            </a:endParaRPr>
          </a:p>
        </p:txBody>
      </p:sp>
      <p:sp>
        <p:nvSpPr>
          <p:cNvPr id="117771" name="Rectangle 11"/>
          <p:cNvSpPr>
            <a:spLocks noChangeArrowheads="1"/>
          </p:cNvSpPr>
          <p:nvPr/>
        </p:nvSpPr>
        <p:spPr bwMode="auto">
          <a:xfrm>
            <a:off x="1" y="-184455"/>
            <a:ext cx="184683" cy="369108"/>
          </a:xfrm>
          <a:prstGeom prst="rect">
            <a:avLst/>
          </a:prstGeom>
          <a:noFill/>
          <a:ln w="9525">
            <a:noFill/>
            <a:miter lim="800000"/>
          </a:ln>
          <a:effectLst/>
        </p:spPr>
        <p:txBody>
          <a:bodyPr vert="horz" wrap="none" lIns="91416" tIns="45708" rIns="91416" bIns="45708" numCol="1" anchor="ctr" anchorCtr="0" compatLnSpc="1">
            <a:spAutoFit/>
          </a:bodyPr>
          <a:lstStyle/>
          <a:p>
            <a:endParaRPr lang="zh-CN" altLang="en-US" sz="1800">
              <a:solidFill>
                <a:schemeClr val="bg1"/>
              </a:solidFill>
            </a:endParaRPr>
          </a:p>
        </p:txBody>
      </p:sp>
      <p:graphicFrame>
        <p:nvGraphicFramePr>
          <p:cNvPr id="1393667" name="Object 3"/>
          <p:cNvGraphicFramePr>
            <a:graphicFrameLocks noChangeAspect="1"/>
          </p:cNvGraphicFramePr>
          <p:nvPr/>
        </p:nvGraphicFramePr>
        <p:xfrm>
          <a:off x="228600" y="610235"/>
          <a:ext cx="11759565" cy="6133465"/>
        </p:xfrm>
        <a:graphic>
          <a:graphicData uri="http://schemas.openxmlformats.org/presentationml/2006/ole">
            <mc:AlternateContent xmlns:mc="http://schemas.openxmlformats.org/markup-compatibility/2006">
              <mc:Choice xmlns:v="urn:schemas-microsoft-com:vml" Requires="v">
                <p:oleObj spid="_x0000_s2" name="文档" r:id="rId2" imgW="5623560" imgH="2143760" progId="Word.Document.12">
                  <p:embed/>
                </p:oleObj>
              </mc:Choice>
              <mc:Fallback>
                <p:oleObj name="文档" r:id="rId2" imgW="5623560" imgH="2143760" progId="Word.Document.12">
                  <p:embed/>
                  <p:pic>
                    <p:nvPicPr>
                      <p:cNvPr id="0" name="Object 3"/>
                      <p:cNvPicPr>
                        <a:picLocks noChangeAspect="1" noChangeArrowheads="1"/>
                      </p:cNvPicPr>
                      <p:nvPr/>
                    </p:nvPicPr>
                    <p:blipFill>
                      <a:blip r:embed="rId3"/>
                      <a:srcRect/>
                      <a:stretch>
                        <a:fillRect/>
                      </a:stretch>
                    </p:blipFill>
                    <p:spPr bwMode="auto">
                      <a:xfrm>
                        <a:off x="228600" y="610235"/>
                        <a:ext cx="11759565" cy="6133465"/>
                      </a:xfrm>
                      <a:prstGeom prst="rect">
                        <a:avLst/>
                      </a:prstGeom>
                      <a:noFill/>
                    </p:spPr>
                  </p:pic>
                </p:oleObj>
              </mc:Fallback>
            </mc:AlternateContent>
          </a:graphicData>
        </a:graphic>
      </p:graphicFrame>
    </p:spTree>
  </p:cSld>
  <p:clrMapOvr>
    <a:masterClrMapping/>
  </p:clrMapOvr>
  <p:transition spd="slow">
    <p:random/>
  </p:transition>
</p:sld>
</file>

<file path=ppt/slides/slide54.xml><?xml version="1.0" encoding="utf-8"?>
<p:sld xmlns:a="http://schemas.openxmlformats.org/drawingml/2006/main" xmlns:r="http://schemas.openxmlformats.org/officeDocument/2006/relationships" xmlns:p="http://schemas.openxmlformats.org/presentationml/2006/main">
  <p:cSld>
    <p:bg>
      <p:bgPr>
        <a:gradFill>
          <a:gsLst>
            <a:gs pos="0">
              <a:srgbClr val="0D1B2A"/>
            </a:gs>
            <a:gs pos="60000">
              <a:srgbClr val="1B263B"/>
            </a:gs>
            <a:gs pos="100000">
              <a:srgbClr val="102A43"/>
            </a:gs>
          </a:gsLst>
          <a:lin ang="2700000" scaled="0"/>
        </a:gradFill>
        <a:effectLst/>
      </p:bgPr>
    </p:bg>
    <p:spTree>
      <p:nvGrpSpPr>
        <p:cNvPr id="1" name=""/>
        <p:cNvGrpSpPr/>
        <p:nvPr/>
      </p:nvGrpSpPr>
      <p:grpSpPr>
        <a:xfrm>
          <a:off x="0" y="0"/>
          <a:ext cx="0" cy="0"/>
          <a:chOff x="0" y="0"/>
          <a:chExt cx="0" cy="0"/>
        </a:xfrm>
      </p:grpSpPr>
      <p:pic>
        <p:nvPicPr>
          <p:cNvPr id="45" name="图片 4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2730" y="47712"/>
            <a:ext cx="795252" cy="556675"/>
          </a:xfrm>
          <a:prstGeom prst="rect">
            <a:avLst/>
          </a:prstGeom>
        </p:spPr>
      </p:pic>
      <p:sp>
        <p:nvSpPr>
          <p:cNvPr id="47" name="矩形 46"/>
          <p:cNvSpPr/>
          <p:nvPr/>
        </p:nvSpPr>
        <p:spPr>
          <a:xfrm>
            <a:off x="852604" y="91363"/>
            <a:ext cx="3430747" cy="461537"/>
          </a:xfrm>
          <a:prstGeom prst="rect">
            <a:avLst/>
          </a:prstGeom>
        </p:spPr>
        <p:txBody>
          <a:bodyPr wrap="none">
            <a:spAutoFit/>
          </a:bodyPr>
          <a:lstStyle/>
          <a:p>
            <a:r>
              <a:rPr lang="en-US" altLang="zh-CN" sz="2400" b="1" dirty="0">
                <a:solidFill>
                  <a:schemeClr val="bg1"/>
                </a:solidFill>
                <a:latin typeface="微软雅黑" panose="020B0503020204020204" charset="-122"/>
                <a:ea typeface="微软雅黑" panose="020B0503020204020204" charset="-122"/>
              </a:rPr>
              <a:t>4.2  </a:t>
            </a:r>
            <a:r>
              <a:rPr lang="zh-CN" altLang="en-US" sz="2400" b="1" dirty="0">
                <a:solidFill>
                  <a:schemeClr val="bg1"/>
                </a:solidFill>
                <a:latin typeface="微软雅黑" panose="020B0503020204020204" charset="-122"/>
                <a:ea typeface="微软雅黑" panose="020B0503020204020204" charset="-122"/>
              </a:rPr>
              <a:t>牛顿</a:t>
            </a:r>
            <a:r>
              <a:rPr lang="en-US" altLang="en-US" sz="2400" b="1" dirty="0">
                <a:solidFill>
                  <a:schemeClr val="bg1"/>
                </a:solidFill>
                <a:latin typeface="微软雅黑" panose="020B0503020204020204" charset="-122"/>
                <a:ea typeface="微软雅黑" panose="020B0503020204020204" charset="-122"/>
              </a:rPr>
              <a:t>-</a:t>
            </a:r>
            <a:r>
              <a:rPr lang="zh-CN" altLang="en-US" sz="2400" b="1" dirty="0">
                <a:solidFill>
                  <a:schemeClr val="bg1"/>
                </a:solidFill>
                <a:latin typeface="微软雅黑" panose="020B0503020204020204" charset="-122"/>
                <a:ea typeface="微软雅黑" panose="020B0503020204020204" charset="-122"/>
              </a:rPr>
              <a:t>莱布尼茨公式</a:t>
            </a:r>
            <a:endParaRPr lang="zh-CN" altLang="en-US" sz="2400" b="1" dirty="0">
              <a:solidFill>
                <a:schemeClr val="bg1"/>
              </a:solidFill>
              <a:latin typeface="微软雅黑" panose="020B0503020204020204" charset="-122"/>
              <a:ea typeface="微软雅黑" panose="020B0503020204020204" charset="-122"/>
            </a:endParaRPr>
          </a:p>
        </p:txBody>
      </p:sp>
      <p:sp>
        <p:nvSpPr>
          <p:cNvPr id="117771" name="Rectangle 11"/>
          <p:cNvSpPr>
            <a:spLocks noChangeArrowheads="1"/>
          </p:cNvSpPr>
          <p:nvPr/>
        </p:nvSpPr>
        <p:spPr bwMode="auto">
          <a:xfrm>
            <a:off x="1" y="-184455"/>
            <a:ext cx="184683" cy="369108"/>
          </a:xfrm>
          <a:prstGeom prst="rect">
            <a:avLst/>
          </a:prstGeom>
          <a:noFill/>
          <a:ln w="9525">
            <a:noFill/>
            <a:miter lim="800000"/>
          </a:ln>
          <a:effectLst/>
        </p:spPr>
        <p:txBody>
          <a:bodyPr vert="horz" wrap="none" lIns="91416" tIns="45708" rIns="91416" bIns="45708" numCol="1" anchor="ctr" anchorCtr="0" compatLnSpc="1">
            <a:spAutoFit/>
          </a:bodyPr>
          <a:lstStyle/>
          <a:p>
            <a:endParaRPr lang="zh-CN" altLang="en-US" sz="1800">
              <a:solidFill>
                <a:schemeClr val="bg1"/>
              </a:solidFill>
            </a:endParaRPr>
          </a:p>
        </p:txBody>
      </p:sp>
      <p:graphicFrame>
        <p:nvGraphicFramePr>
          <p:cNvPr id="1401859" name="Object 3"/>
          <p:cNvGraphicFramePr>
            <a:graphicFrameLocks noChangeAspect="1"/>
          </p:cNvGraphicFramePr>
          <p:nvPr/>
        </p:nvGraphicFramePr>
        <p:xfrm>
          <a:off x="209550" y="592455"/>
          <a:ext cx="11871960" cy="2208530"/>
        </p:xfrm>
        <a:graphic>
          <a:graphicData uri="http://schemas.openxmlformats.org/presentationml/2006/ole">
            <mc:AlternateContent xmlns:mc="http://schemas.openxmlformats.org/markup-compatibility/2006">
              <mc:Choice xmlns:v="urn:schemas-microsoft-com:vml" Requires="v">
                <p:oleObj spid="_x0000_s2" name="Document" r:id="rId2" imgW="5563870" imgH="737870" progId="Word.Document.12">
                  <p:embed/>
                </p:oleObj>
              </mc:Choice>
              <mc:Fallback>
                <p:oleObj name="Document" r:id="rId2" imgW="5563870" imgH="737870" progId="Word.Document.12">
                  <p:embed/>
                  <p:pic>
                    <p:nvPicPr>
                      <p:cNvPr id="0" name="Object 3"/>
                      <p:cNvPicPr>
                        <a:picLocks noChangeAspect="1" noChangeArrowheads="1"/>
                      </p:cNvPicPr>
                      <p:nvPr/>
                    </p:nvPicPr>
                    <p:blipFill>
                      <a:blip r:embed="rId3"/>
                      <a:srcRect/>
                      <a:stretch>
                        <a:fillRect/>
                      </a:stretch>
                    </p:blipFill>
                    <p:spPr bwMode="auto">
                      <a:xfrm>
                        <a:off x="209550" y="592455"/>
                        <a:ext cx="11871960" cy="220853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01860" name="Object 4"/>
          <p:cNvGraphicFramePr>
            <a:graphicFrameLocks noChangeAspect="1"/>
          </p:cNvGraphicFramePr>
          <p:nvPr/>
        </p:nvGraphicFramePr>
        <p:xfrm>
          <a:off x="233045" y="2192655"/>
          <a:ext cx="11758930" cy="4436110"/>
        </p:xfrm>
        <a:graphic>
          <a:graphicData uri="http://schemas.openxmlformats.org/presentationml/2006/ole">
            <mc:AlternateContent xmlns:mc="http://schemas.openxmlformats.org/markup-compatibility/2006">
              <mc:Choice xmlns:v="urn:schemas-microsoft-com:vml" Requires="v">
                <p:oleObj spid="_x0000_s3" name="文档" r:id="rId4" imgW="5760085" imgH="1547495" progId="Word.Document.12">
                  <p:embed/>
                </p:oleObj>
              </mc:Choice>
              <mc:Fallback>
                <p:oleObj name="文档" r:id="rId4" imgW="5760085" imgH="1547495" progId="Word.Document.12">
                  <p:embed/>
                  <p:pic>
                    <p:nvPicPr>
                      <p:cNvPr id="0" name="Object 4"/>
                      <p:cNvPicPr>
                        <a:picLocks noChangeAspect="1" noChangeArrowheads="1"/>
                      </p:cNvPicPr>
                      <p:nvPr/>
                    </p:nvPicPr>
                    <p:blipFill>
                      <a:blip r:embed="rId5"/>
                      <a:srcRect/>
                      <a:stretch>
                        <a:fillRect/>
                      </a:stretch>
                    </p:blipFill>
                    <p:spPr bwMode="auto">
                      <a:xfrm>
                        <a:off x="233045" y="2192655"/>
                        <a:ext cx="11758930" cy="443611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401859"/>
                                        </p:tgtEl>
                                        <p:attrNameLst>
                                          <p:attrName>style.visibility</p:attrName>
                                        </p:attrNameLst>
                                      </p:cBhvr>
                                      <p:to>
                                        <p:strVal val="visible"/>
                                      </p:to>
                                    </p:set>
                                    <p:anim calcmode="lin" valueType="num">
                                      <p:cBhvr additive="base">
                                        <p:cTn id="7" dur="500" fill="hold"/>
                                        <p:tgtEl>
                                          <p:spTgt spid="1401859"/>
                                        </p:tgtEl>
                                        <p:attrNameLst>
                                          <p:attrName>ppt_x</p:attrName>
                                        </p:attrNameLst>
                                      </p:cBhvr>
                                      <p:tavLst>
                                        <p:tav tm="0">
                                          <p:val>
                                            <p:strVal val="0-#ppt_w/2"/>
                                          </p:val>
                                        </p:tav>
                                        <p:tav tm="100000">
                                          <p:val>
                                            <p:strVal val="#ppt_x"/>
                                          </p:val>
                                        </p:tav>
                                      </p:tavLst>
                                    </p:anim>
                                    <p:anim calcmode="lin" valueType="num">
                                      <p:cBhvr additive="base">
                                        <p:cTn id="8" dur="500" fill="hold"/>
                                        <p:tgtEl>
                                          <p:spTgt spid="140185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nodeType="clickEffect">
                                  <p:stCondLst>
                                    <p:cond delay="0"/>
                                  </p:stCondLst>
                                  <p:childTnLst>
                                    <p:set>
                                      <p:cBhvr>
                                        <p:cTn id="12" dur="1" fill="hold">
                                          <p:stCondLst>
                                            <p:cond delay="0"/>
                                          </p:stCondLst>
                                        </p:cTn>
                                        <p:tgtEl>
                                          <p:spTgt spid="1401860"/>
                                        </p:tgtEl>
                                        <p:attrNameLst>
                                          <p:attrName>style.visibility</p:attrName>
                                        </p:attrNameLst>
                                      </p:cBhvr>
                                      <p:to>
                                        <p:strVal val="visible"/>
                                      </p:to>
                                    </p:set>
                                    <p:animEffect transition="in" filter="wipe(up)">
                                      <p:cBhvr>
                                        <p:cTn id="13" dur="1000"/>
                                        <p:tgtEl>
                                          <p:spTgt spid="14018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bg>
      <p:bgPr>
        <a:gradFill>
          <a:gsLst>
            <a:gs pos="0">
              <a:srgbClr val="0D1B2A"/>
            </a:gs>
            <a:gs pos="60000">
              <a:srgbClr val="1B263B"/>
            </a:gs>
            <a:gs pos="100000">
              <a:srgbClr val="102A43"/>
            </a:gs>
          </a:gsLst>
          <a:lin ang="2700000" scaled="0"/>
        </a:gradFill>
        <a:effectLst/>
      </p:bgPr>
    </p:bg>
    <p:spTree>
      <p:nvGrpSpPr>
        <p:cNvPr id="1" name=""/>
        <p:cNvGrpSpPr/>
        <p:nvPr/>
      </p:nvGrpSpPr>
      <p:grpSpPr>
        <a:xfrm>
          <a:off x="0" y="0"/>
          <a:ext cx="0" cy="0"/>
          <a:chOff x="0" y="0"/>
          <a:chExt cx="0" cy="0"/>
        </a:xfrm>
      </p:grpSpPr>
      <p:pic>
        <p:nvPicPr>
          <p:cNvPr id="45" name="图片 4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2730" y="47712"/>
            <a:ext cx="795252" cy="556675"/>
          </a:xfrm>
          <a:prstGeom prst="rect">
            <a:avLst/>
          </a:prstGeom>
        </p:spPr>
      </p:pic>
      <p:sp>
        <p:nvSpPr>
          <p:cNvPr id="117771" name="Rectangle 11"/>
          <p:cNvSpPr>
            <a:spLocks noChangeArrowheads="1"/>
          </p:cNvSpPr>
          <p:nvPr/>
        </p:nvSpPr>
        <p:spPr bwMode="auto">
          <a:xfrm>
            <a:off x="1" y="-184455"/>
            <a:ext cx="184683" cy="369108"/>
          </a:xfrm>
          <a:prstGeom prst="rect">
            <a:avLst/>
          </a:prstGeom>
          <a:noFill/>
          <a:ln w="9525">
            <a:noFill/>
            <a:miter lim="800000"/>
          </a:ln>
          <a:effectLst/>
        </p:spPr>
        <p:txBody>
          <a:bodyPr vert="horz" wrap="none" lIns="91416" tIns="45708" rIns="91416" bIns="45708" numCol="1" anchor="ctr" anchorCtr="0" compatLnSpc="1">
            <a:spAutoFit/>
          </a:bodyPr>
          <a:lstStyle/>
          <a:p>
            <a:endParaRPr lang="zh-CN" altLang="en-US" sz="1800">
              <a:solidFill>
                <a:schemeClr val="bg1"/>
              </a:solidFill>
            </a:endParaRPr>
          </a:p>
        </p:txBody>
      </p:sp>
      <p:graphicFrame>
        <p:nvGraphicFramePr>
          <p:cNvPr id="2" name="Object 3"/>
          <p:cNvGraphicFramePr>
            <a:graphicFrameLocks noChangeAspect="1"/>
          </p:cNvGraphicFramePr>
          <p:nvPr/>
        </p:nvGraphicFramePr>
        <p:xfrm>
          <a:off x="605790" y="410210"/>
          <a:ext cx="9919970" cy="1797050"/>
        </p:xfrm>
        <a:graphic>
          <a:graphicData uri="http://schemas.openxmlformats.org/presentationml/2006/ole">
            <mc:AlternateContent xmlns:mc="http://schemas.openxmlformats.org/markup-compatibility/2006">
              <mc:Choice xmlns:v="urn:schemas-microsoft-com:vml" Requires="v">
                <p:oleObj spid="_x0000_s3" name="Document" r:id="rId2" imgW="5563870" imgH="737870" progId="Word.Document.12">
                  <p:embed/>
                </p:oleObj>
              </mc:Choice>
              <mc:Fallback>
                <p:oleObj name="Document" r:id="rId2" imgW="5563870" imgH="737870" progId="Word.Document.12">
                  <p:embed/>
                  <p:pic>
                    <p:nvPicPr>
                      <p:cNvPr id="0" name="Object 3"/>
                      <p:cNvPicPr>
                        <a:picLocks noChangeAspect="1" noChangeArrowheads="1"/>
                      </p:cNvPicPr>
                      <p:nvPr/>
                    </p:nvPicPr>
                    <p:blipFill>
                      <a:blip r:embed="rId3"/>
                      <a:srcRect/>
                      <a:stretch>
                        <a:fillRect/>
                      </a:stretch>
                    </p:blipFill>
                    <p:spPr bwMode="auto">
                      <a:xfrm>
                        <a:off x="605790" y="410210"/>
                        <a:ext cx="9919970" cy="1797050"/>
                      </a:xfrm>
                      <a:prstGeom prst="rect">
                        <a:avLst/>
                      </a:prstGeom>
                      <a:noFill/>
                    </p:spPr>
                  </p:pic>
                </p:oleObj>
              </mc:Fallback>
            </mc:AlternateContent>
          </a:graphicData>
        </a:graphic>
      </p:graphicFrame>
      <p:graphicFrame>
        <p:nvGraphicFramePr>
          <p:cNvPr id="4" name="Object 4"/>
          <p:cNvGraphicFramePr>
            <a:graphicFrameLocks noChangeAspect="1"/>
          </p:cNvGraphicFramePr>
          <p:nvPr/>
        </p:nvGraphicFramePr>
        <p:xfrm>
          <a:off x="335280" y="1671955"/>
          <a:ext cx="11275695" cy="1757045"/>
        </p:xfrm>
        <a:graphic>
          <a:graphicData uri="http://schemas.openxmlformats.org/presentationml/2006/ole">
            <mc:AlternateContent xmlns:mc="http://schemas.openxmlformats.org/markup-compatibility/2006">
              <mc:Choice xmlns:v="urn:schemas-microsoft-com:vml" Requires="v">
                <p:oleObj spid="_x0000_s5" name="文档" r:id="rId4" imgW="5760085" imgH="779145" progId="Word.Document.12">
                  <p:embed/>
                </p:oleObj>
              </mc:Choice>
              <mc:Fallback>
                <p:oleObj name="文档" r:id="rId4" imgW="5760085" imgH="779145" progId="Word.Document.12">
                  <p:embed/>
                  <p:pic>
                    <p:nvPicPr>
                      <p:cNvPr id="0" name="Object 4"/>
                      <p:cNvPicPr>
                        <a:picLocks noChangeAspect="1" noChangeArrowheads="1"/>
                      </p:cNvPicPr>
                      <p:nvPr/>
                    </p:nvPicPr>
                    <p:blipFill>
                      <a:blip r:embed="rId5"/>
                      <a:srcRect/>
                      <a:stretch>
                        <a:fillRect/>
                      </a:stretch>
                    </p:blipFill>
                    <p:spPr bwMode="auto">
                      <a:xfrm>
                        <a:off x="335280" y="1671955"/>
                        <a:ext cx="11275695" cy="1757045"/>
                      </a:xfrm>
                      <a:prstGeom prst="rect">
                        <a:avLst/>
                      </a:prstGeom>
                      <a:noFill/>
                    </p:spPr>
                  </p:pic>
                </p:oleObj>
              </mc:Fallback>
            </mc:AlternateContent>
          </a:graphicData>
        </a:graphic>
      </p:graphicFrame>
      <p:graphicFrame>
        <p:nvGraphicFramePr>
          <p:cNvPr id="6" name="Object 5"/>
          <p:cNvGraphicFramePr>
            <a:graphicFrameLocks noChangeAspect="1"/>
          </p:cNvGraphicFramePr>
          <p:nvPr/>
        </p:nvGraphicFramePr>
        <p:xfrm>
          <a:off x="628015" y="3216275"/>
          <a:ext cx="10335260" cy="1756410"/>
        </p:xfrm>
        <a:graphic>
          <a:graphicData uri="http://schemas.openxmlformats.org/presentationml/2006/ole">
            <mc:AlternateContent xmlns:mc="http://schemas.openxmlformats.org/markup-compatibility/2006">
              <mc:Choice xmlns:v="urn:schemas-microsoft-com:vml" Requires="v">
                <p:oleObj spid="_x0000_s7" name="Document" r:id="rId6" imgW="5563870" imgH="737870" progId="Word.Document.12">
                  <p:embed/>
                </p:oleObj>
              </mc:Choice>
              <mc:Fallback>
                <p:oleObj name="Document" r:id="rId6" imgW="5563870" imgH="737870" progId="Word.Document.12">
                  <p:embed/>
                  <p:pic>
                    <p:nvPicPr>
                      <p:cNvPr id="0" name="Object 5"/>
                      <p:cNvPicPr>
                        <a:picLocks noChangeAspect="1" noChangeArrowheads="1"/>
                      </p:cNvPicPr>
                      <p:nvPr/>
                    </p:nvPicPr>
                    <p:blipFill>
                      <a:blip r:embed="rId7"/>
                      <a:srcRect/>
                      <a:stretch>
                        <a:fillRect/>
                      </a:stretch>
                    </p:blipFill>
                    <p:spPr bwMode="auto">
                      <a:xfrm>
                        <a:off x="628015" y="3216275"/>
                        <a:ext cx="10335260" cy="1756410"/>
                      </a:xfrm>
                      <a:prstGeom prst="rect">
                        <a:avLst/>
                      </a:prstGeom>
                      <a:noFill/>
                    </p:spPr>
                  </p:pic>
                </p:oleObj>
              </mc:Fallback>
            </mc:AlternateContent>
          </a:graphicData>
        </a:graphic>
      </p:graphicFrame>
      <p:graphicFrame>
        <p:nvGraphicFramePr>
          <p:cNvPr id="8" name="Object 6"/>
          <p:cNvGraphicFramePr>
            <a:graphicFrameLocks noChangeAspect="1"/>
          </p:cNvGraphicFramePr>
          <p:nvPr/>
        </p:nvGraphicFramePr>
        <p:xfrm>
          <a:off x="628015" y="4467225"/>
          <a:ext cx="10358755" cy="1998980"/>
        </p:xfrm>
        <a:graphic>
          <a:graphicData uri="http://schemas.openxmlformats.org/presentationml/2006/ole">
            <mc:AlternateContent xmlns:mc="http://schemas.openxmlformats.org/markup-compatibility/2006">
              <mc:Choice xmlns:v="urn:schemas-microsoft-com:vml" Requires="v">
                <p:oleObj spid="_x0000_s9" name="文档" r:id="rId8" imgW="5760085" imgH="873125" progId="Word.Document.12">
                  <p:embed/>
                </p:oleObj>
              </mc:Choice>
              <mc:Fallback>
                <p:oleObj name="文档" r:id="rId8" imgW="5760085" imgH="873125" progId="Word.Document.12">
                  <p:embed/>
                  <p:pic>
                    <p:nvPicPr>
                      <p:cNvPr id="0" name="Object 6"/>
                      <p:cNvPicPr>
                        <a:picLocks noChangeAspect="1" noChangeArrowheads="1"/>
                      </p:cNvPicPr>
                      <p:nvPr/>
                    </p:nvPicPr>
                    <p:blipFill>
                      <a:blip r:embed="rId9"/>
                      <a:srcRect/>
                      <a:stretch>
                        <a:fillRect/>
                      </a:stretch>
                    </p:blipFill>
                    <p:spPr bwMode="auto">
                      <a:xfrm>
                        <a:off x="628015" y="4467225"/>
                        <a:ext cx="10358755" cy="1998980"/>
                      </a:xfrm>
                      <a:prstGeom prst="rect">
                        <a:avLst/>
                      </a:prstGeom>
                      <a:noFill/>
                    </p:spPr>
                  </p:pic>
                </p:oleObj>
              </mc:Fallback>
            </mc:AlternateContent>
          </a:graphicData>
        </a:graphic>
      </p:graphicFrame>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bg>
      <p:bgPr>
        <a:gradFill>
          <a:gsLst>
            <a:gs pos="0">
              <a:srgbClr val="0D1B2A"/>
            </a:gs>
            <a:gs pos="60000">
              <a:srgbClr val="1B263B"/>
            </a:gs>
            <a:gs pos="100000">
              <a:srgbClr val="102A43"/>
            </a:gs>
          </a:gsLst>
          <a:lin ang="2700000" scaled="0"/>
        </a:gradFill>
        <a:effectLst/>
      </p:bgPr>
    </p:bg>
    <p:spTree>
      <p:nvGrpSpPr>
        <p:cNvPr id="1" name=""/>
        <p:cNvGrpSpPr/>
        <p:nvPr/>
      </p:nvGrpSpPr>
      <p:grpSpPr>
        <a:xfrm>
          <a:off x="0" y="0"/>
          <a:ext cx="0" cy="0"/>
          <a:chOff x="0" y="0"/>
          <a:chExt cx="0" cy="0"/>
        </a:xfrm>
      </p:grpSpPr>
      <p:pic>
        <p:nvPicPr>
          <p:cNvPr id="45" name="图片 4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2730" y="47712"/>
            <a:ext cx="795252" cy="556675"/>
          </a:xfrm>
          <a:prstGeom prst="rect">
            <a:avLst/>
          </a:prstGeom>
        </p:spPr>
      </p:pic>
      <p:sp>
        <p:nvSpPr>
          <p:cNvPr id="47" name="矩形 46"/>
          <p:cNvSpPr/>
          <p:nvPr/>
        </p:nvSpPr>
        <p:spPr>
          <a:xfrm>
            <a:off x="852603" y="91363"/>
            <a:ext cx="3911648" cy="461537"/>
          </a:xfrm>
          <a:prstGeom prst="rect">
            <a:avLst/>
          </a:prstGeom>
        </p:spPr>
        <p:txBody>
          <a:bodyPr wrap="none">
            <a:spAutoFit/>
          </a:bodyPr>
          <a:lstStyle/>
          <a:p>
            <a:r>
              <a:rPr lang="en-US" altLang="zh-CN" sz="2400" b="1" dirty="0">
                <a:solidFill>
                  <a:schemeClr val="bg1"/>
                </a:solidFill>
                <a:latin typeface="微软雅黑" panose="020B0503020204020204" charset="-122"/>
                <a:ea typeface="微软雅黑" panose="020B0503020204020204" charset="-122"/>
              </a:rPr>
              <a:t>4.3  </a:t>
            </a:r>
            <a:r>
              <a:rPr lang="zh-CN" altLang="en-US" sz="2400" b="1" dirty="0">
                <a:solidFill>
                  <a:schemeClr val="bg1"/>
                </a:solidFill>
                <a:latin typeface="微软雅黑" panose="020B0503020204020204" charset="-122"/>
                <a:ea typeface="微软雅黑" panose="020B0503020204020204" charset="-122"/>
              </a:rPr>
              <a:t>无限区间上的广义积分</a:t>
            </a:r>
            <a:endParaRPr lang="zh-CN" altLang="en-US" sz="2400" b="1" dirty="0">
              <a:solidFill>
                <a:schemeClr val="bg1"/>
              </a:solidFill>
              <a:latin typeface="微软雅黑" panose="020B0503020204020204" charset="-122"/>
              <a:ea typeface="微软雅黑" panose="020B0503020204020204" charset="-122"/>
            </a:endParaRPr>
          </a:p>
        </p:txBody>
      </p:sp>
      <p:sp>
        <p:nvSpPr>
          <p:cNvPr id="117771" name="Rectangle 11"/>
          <p:cNvSpPr>
            <a:spLocks noChangeArrowheads="1"/>
          </p:cNvSpPr>
          <p:nvPr/>
        </p:nvSpPr>
        <p:spPr bwMode="auto">
          <a:xfrm>
            <a:off x="1" y="-184455"/>
            <a:ext cx="184683" cy="369108"/>
          </a:xfrm>
          <a:prstGeom prst="rect">
            <a:avLst/>
          </a:prstGeom>
          <a:noFill/>
          <a:ln w="9525">
            <a:noFill/>
            <a:miter lim="800000"/>
          </a:ln>
          <a:effectLst/>
        </p:spPr>
        <p:txBody>
          <a:bodyPr vert="horz" wrap="none" lIns="91416" tIns="45708" rIns="91416" bIns="45708" numCol="1" anchor="ctr" anchorCtr="0" compatLnSpc="1">
            <a:spAutoFit/>
          </a:bodyPr>
          <a:lstStyle/>
          <a:p>
            <a:endParaRPr lang="zh-CN" altLang="en-US" sz="1800">
              <a:solidFill>
                <a:schemeClr val="bg1"/>
              </a:solidFill>
            </a:endParaRPr>
          </a:p>
        </p:txBody>
      </p:sp>
      <p:graphicFrame>
        <p:nvGraphicFramePr>
          <p:cNvPr id="1393667" name="Object 3"/>
          <p:cNvGraphicFramePr>
            <a:graphicFrameLocks noChangeAspect="1"/>
          </p:cNvGraphicFramePr>
          <p:nvPr/>
        </p:nvGraphicFramePr>
        <p:xfrm>
          <a:off x="479425" y="548640"/>
          <a:ext cx="10259695" cy="4040505"/>
        </p:xfrm>
        <a:graphic>
          <a:graphicData uri="http://schemas.openxmlformats.org/presentationml/2006/ole">
            <mc:AlternateContent xmlns:mc="http://schemas.openxmlformats.org/markup-compatibility/2006">
              <mc:Choice xmlns:v="urn:schemas-microsoft-com:vml" Requires="v">
                <p:oleObj spid="_x0000_s2" name="Document" r:id="rId2" imgW="5619115" imgH="2456815" progId="Word.Document.12">
                  <p:embed/>
                </p:oleObj>
              </mc:Choice>
              <mc:Fallback>
                <p:oleObj name="Document" r:id="rId2" imgW="5619115" imgH="2456815" progId="Word.Document.12">
                  <p:embed/>
                  <p:pic>
                    <p:nvPicPr>
                      <p:cNvPr id="0" name="Object 3"/>
                      <p:cNvPicPr>
                        <a:picLocks noChangeAspect="1" noChangeArrowheads="1"/>
                      </p:cNvPicPr>
                      <p:nvPr/>
                    </p:nvPicPr>
                    <p:blipFill>
                      <a:blip r:embed="rId3"/>
                      <a:srcRect/>
                      <a:stretch>
                        <a:fillRect/>
                      </a:stretch>
                    </p:blipFill>
                    <p:spPr bwMode="auto">
                      <a:xfrm>
                        <a:off x="479425" y="548640"/>
                        <a:ext cx="10259695" cy="4040505"/>
                      </a:xfrm>
                      <a:prstGeom prst="rect">
                        <a:avLst/>
                      </a:prstGeom>
                      <a:noFill/>
                    </p:spPr>
                  </p:pic>
                </p:oleObj>
              </mc:Fallback>
            </mc:AlternateContent>
          </a:graphicData>
        </a:graphic>
      </p:graphicFrame>
      <p:graphicFrame>
        <p:nvGraphicFramePr>
          <p:cNvPr id="3" name="Object 3"/>
          <p:cNvGraphicFramePr>
            <a:graphicFrameLocks noChangeAspect="1"/>
          </p:cNvGraphicFramePr>
          <p:nvPr/>
        </p:nvGraphicFramePr>
        <p:xfrm>
          <a:off x="411480" y="3019425"/>
          <a:ext cx="10168890" cy="1464310"/>
        </p:xfrm>
        <a:graphic>
          <a:graphicData uri="http://schemas.openxmlformats.org/presentationml/2006/ole">
            <mc:AlternateContent xmlns:mc="http://schemas.openxmlformats.org/markup-compatibility/2006">
              <mc:Choice xmlns:v="urn:schemas-microsoft-com:vml" Requires="v">
                <p:oleObj spid="_x0000_s4" name="Document" r:id="rId4" imgW="5563870" imgH="737870" progId="Word.Document.12">
                  <p:embed/>
                </p:oleObj>
              </mc:Choice>
              <mc:Fallback>
                <p:oleObj name="Document" r:id="rId4" imgW="5563870" imgH="737870" progId="Word.Document.12">
                  <p:embed/>
                  <p:pic>
                    <p:nvPicPr>
                      <p:cNvPr id="0" name="Object 3"/>
                      <p:cNvPicPr>
                        <a:picLocks noChangeAspect="1" noChangeArrowheads="1"/>
                      </p:cNvPicPr>
                      <p:nvPr/>
                    </p:nvPicPr>
                    <p:blipFill>
                      <a:blip r:embed="rId5"/>
                      <a:srcRect/>
                      <a:stretch>
                        <a:fillRect/>
                      </a:stretch>
                    </p:blipFill>
                    <p:spPr bwMode="auto">
                      <a:xfrm>
                        <a:off x="411480" y="3019425"/>
                        <a:ext cx="10168890" cy="1464310"/>
                      </a:xfrm>
                      <a:prstGeom prst="rect">
                        <a:avLst/>
                      </a:prstGeom>
                      <a:noFill/>
                    </p:spPr>
                  </p:pic>
                </p:oleObj>
              </mc:Fallback>
            </mc:AlternateContent>
          </a:graphicData>
        </a:graphic>
      </p:graphicFrame>
      <p:graphicFrame>
        <p:nvGraphicFramePr>
          <p:cNvPr id="5" name="Object 4"/>
          <p:cNvGraphicFramePr>
            <a:graphicFrameLocks noChangeAspect="1"/>
          </p:cNvGraphicFramePr>
          <p:nvPr/>
        </p:nvGraphicFramePr>
        <p:xfrm>
          <a:off x="391795" y="3789045"/>
          <a:ext cx="10135235" cy="3032760"/>
        </p:xfrm>
        <a:graphic>
          <a:graphicData uri="http://schemas.openxmlformats.org/presentationml/2006/ole">
            <mc:AlternateContent xmlns:mc="http://schemas.openxmlformats.org/markup-compatibility/2006">
              <mc:Choice xmlns:v="urn:schemas-microsoft-com:vml" Requires="v">
                <p:oleObj spid="_x0000_s6" name="Document" r:id="rId6" imgW="5780405" imgH="1885315" progId="Word.Document.12">
                  <p:embed/>
                </p:oleObj>
              </mc:Choice>
              <mc:Fallback>
                <p:oleObj name="Document" r:id="rId6" imgW="5780405" imgH="1885315" progId="Word.Document.12">
                  <p:embed/>
                  <p:pic>
                    <p:nvPicPr>
                      <p:cNvPr id="0" name="Object 4"/>
                      <p:cNvPicPr>
                        <a:picLocks noChangeAspect="1" noChangeArrowheads="1"/>
                      </p:cNvPicPr>
                      <p:nvPr/>
                    </p:nvPicPr>
                    <p:blipFill>
                      <a:blip r:embed="rId7"/>
                      <a:srcRect/>
                      <a:stretch>
                        <a:fillRect/>
                      </a:stretch>
                    </p:blipFill>
                    <p:spPr bwMode="auto">
                      <a:xfrm>
                        <a:off x="391795" y="3789045"/>
                        <a:ext cx="10135235" cy="3032760"/>
                      </a:xfrm>
                      <a:prstGeom prst="rect">
                        <a:avLst/>
                      </a:prstGeom>
                      <a:noFill/>
                    </p:spPr>
                  </p:pic>
                </p:oleObj>
              </mc:Fallback>
            </mc:AlternateContent>
          </a:graphicData>
        </a:graphic>
      </p:graphicFrame>
    </p:spTree>
  </p:cSld>
  <p:clrMapOvr>
    <a:masterClrMapping/>
  </p:clrMapOvr>
  <p:transition spd="slow">
    <p:random/>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bg>
      <p:bgPr>
        <a:gradFill>
          <a:gsLst>
            <a:gs pos="0">
              <a:srgbClr val="0D1B2A"/>
            </a:gs>
            <a:gs pos="60000">
              <a:srgbClr val="1B263B"/>
            </a:gs>
            <a:gs pos="100000">
              <a:srgbClr val="102A43"/>
            </a:gs>
          </a:gsLst>
          <a:lin ang="2700000" scaled="0"/>
        </a:gradFill>
        <a:effectLst/>
      </p:bgPr>
    </p:bg>
    <p:spTree>
      <p:nvGrpSpPr>
        <p:cNvPr id="1" name=""/>
        <p:cNvGrpSpPr/>
        <p:nvPr/>
      </p:nvGrpSpPr>
      <p:grpSpPr>
        <a:xfrm>
          <a:off x="0" y="0"/>
          <a:ext cx="0" cy="0"/>
          <a:chOff x="0" y="0"/>
          <a:chExt cx="0" cy="0"/>
        </a:xfrm>
      </p:grpSpPr>
      <p:pic>
        <p:nvPicPr>
          <p:cNvPr id="45" name="图片 4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2730" y="47712"/>
            <a:ext cx="795252" cy="556675"/>
          </a:xfrm>
          <a:prstGeom prst="rect">
            <a:avLst/>
          </a:prstGeom>
        </p:spPr>
      </p:pic>
      <p:sp>
        <p:nvSpPr>
          <p:cNvPr id="47" name="矩形 46"/>
          <p:cNvSpPr/>
          <p:nvPr/>
        </p:nvSpPr>
        <p:spPr>
          <a:xfrm>
            <a:off x="880711" y="306028"/>
            <a:ext cx="2680542" cy="461537"/>
          </a:xfrm>
          <a:prstGeom prst="rect">
            <a:avLst/>
          </a:prstGeom>
        </p:spPr>
        <p:txBody>
          <a:bodyPr wrap="none">
            <a:spAutoFit/>
          </a:bodyPr>
          <a:lstStyle/>
          <a:p>
            <a:r>
              <a:rPr lang="en-US" altLang="zh-CN" sz="2400" b="1" dirty="0">
                <a:solidFill>
                  <a:schemeClr val="bg1"/>
                </a:solidFill>
                <a:latin typeface="微软雅黑" panose="020B0503020204020204" charset="-122"/>
                <a:ea typeface="微软雅黑" panose="020B0503020204020204" charset="-122"/>
              </a:rPr>
              <a:t>4.4  </a:t>
            </a:r>
            <a:r>
              <a:rPr lang="zh-CN" altLang="en-US" sz="2400" b="1" dirty="0">
                <a:solidFill>
                  <a:schemeClr val="bg1"/>
                </a:solidFill>
                <a:latin typeface="微软雅黑" panose="020B0503020204020204" charset="-122"/>
                <a:ea typeface="微软雅黑" panose="020B0503020204020204" charset="-122"/>
              </a:rPr>
              <a:t>变上限定积分</a:t>
            </a:r>
            <a:endParaRPr lang="zh-CN" altLang="en-US" sz="2400" b="1" dirty="0">
              <a:solidFill>
                <a:schemeClr val="bg1"/>
              </a:solidFill>
              <a:latin typeface="微软雅黑" panose="020B0503020204020204" charset="-122"/>
              <a:ea typeface="微软雅黑" panose="020B0503020204020204" charset="-122"/>
            </a:endParaRPr>
          </a:p>
        </p:txBody>
      </p:sp>
      <p:sp>
        <p:nvSpPr>
          <p:cNvPr id="117771" name="Rectangle 11"/>
          <p:cNvSpPr>
            <a:spLocks noChangeArrowheads="1"/>
          </p:cNvSpPr>
          <p:nvPr/>
        </p:nvSpPr>
        <p:spPr bwMode="auto">
          <a:xfrm>
            <a:off x="1" y="-184455"/>
            <a:ext cx="184683" cy="369108"/>
          </a:xfrm>
          <a:prstGeom prst="rect">
            <a:avLst/>
          </a:prstGeom>
          <a:noFill/>
          <a:ln w="9525">
            <a:noFill/>
            <a:miter lim="800000"/>
          </a:ln>
          <a:effectLst/>
        </p:spPr>
        <p:txBody>
          <a:bodyPr vert="horz" wrap="none" lIns="91416" tIns="45708" rIns="91416" bIns="45708" numCol="1" anchor="ctr" anchorCtr="0" compatLnSpc="1">
            <a:spAutoFit/>
          </a:bodyPr>
          <a:lstStyle/>
          <a:p>
            <a:endParaRPr lang="zh-CN" altLang="en-US" sz="1800">
              <a:solidFill>
                <a:schemeClr val="bg1"/>
              </a:solidFill>
            </a:endParaRPr>
          </a:p>
        </p:txBody>
      </p:sp>
      <p:graphicFrame>
        <p:nvGraphicFramePr>
          <p:cNvPr id="1393667" name="Object 3"/>
          <p:cNvGraphicFramePr>
            <a:graphicFrameLocks noChangeAspect="1"/>
          </p:cNvGraphicFramePr>
          <p:nvPr/>
        </p:nvGraphicFramePr>
        <p:xfrm>
          <a:off x="184785" y="767080"/>
          <a:ext cx="11301730" cy="4712335"/>
        </p:xfrm>
        <a:graphic>
          <a:graphicData uri="http://schemas.openxmlformats.org/presentationml/2006/ole">
            <mc:AlternateContent xmlns:mc="http://schemas.openxmlformats.org/markup-compatibility/2006">
              <mc:Choice xmlns:v="urn:schemas-microsoft-com:vml" Requires="v">
                <p:oleObj spid="_x0000_s2" name="Document" r:id="rId2" imgW="5619115" imgH="2454910" progId="Word.Document.12">
                  <p:embed/>
                </p:oleObj>
              </mc:Choice>
              <mc:Fallback>
                <p:oleObj name="Document" r:id="rId2" imgW="5619115" imgH="2454910" progId="Word.Document.12">
                  <p:embed/>
                  <p:pic>
                    <p:nvPicPr>
                      <p:cNvPr id="0" name="Object 3"/>
                      <p:cNvPicPr>
                        <a:picLocks noChangeAspect="1" noChangeArrowheads="1"/>
                      </p:cNvPicPr>
                      <p:nvPr/>
                    </p:nvPicPr>
                    <p:blipFill>
                      <a:blip r:embed="rId3"/>
                      <a:srcRect/>
                      <a:stretch>
                        <a:fillRect/>
                      </a:stretch>
                    </p:blipFill>
                    <p:spPr bwMode="auto">
                      <a:xfrm>
                        <a:off x="184785" y="767080"/>
                        <a:ext cx="11301730" cy="4712335"/>
                      </a:xfrm>
                      <a:prstGeom prst="rect">
                        <a:avLst/>
                      </a:prstGeom>
                      <a:noFill/>
                    </p:spPr>
                  </p:pic>
                </p:oleObj>
              </mc:Fallback>
            </mc:AlternateContent>
          </a:graphicData>
        </a:graphic>
      </p:graphicFrame>
      <p:graphicFrame>
        <p:nvGraphicFramePr>
          <p:cNvPr id="3" name="Object 3"/>
          <p:cNvGraphicFramePr>
            <a:graphicFrameLocks noChangeAspect="1"/>
          </p:cNvGraphicFramePr>
          <p:nvPr/>
        </p:nvGraphicFramePr>
        <p:xfrm>
          <a:off x="335280" y="2597150"/>
          <a:ext cx="10453370" cy="2003425"/>
        </p:xfrm>
        <a:graphic>
          <a:graphicData uri="http://schemas.openxmlformats.org/presentationml/2006/ole">
            <mc:AlternateContent xmlns:mc="http://schemas.openxmlformats.org/markup-compatibility/2006">
              <mc:Choice xmlns:v="urn:schemas-microsoft-com:vml" Requires="v">
                <p:oleObj spid="_x0000_s4" name="Document" r:id="rId4" imgW="5563870" imgH="737870" progId="Word.Document.12">
                  <p:embed/>
                </p:oleObj>
              </mc:Choice>
              <mc:Fallback>
                <p:oleObj name="Document" r:id="rId4" imgW="5563870" imgH="737870" progId="Word.Document.12">
                  <p:embed/>
                  <p:pic>
                    <p:nvPicPr>
                      <p:cNvPr id="0" name="Object 3"/>
                      <p:cNvPicPr>
                        <a:picLocks noChangeAspect="1" noChangeArrowheads="1"/>
                      </p:cNvPicPr>
                      <p:nvPr/>
                    </p:nvPicPr>
                    <p:blipFill>
                      <a:blip r:embed="rId5"/>
                      <a:srcRect/>
                      <a:stretch>
                        <a:fillRect/>
                      </a:stretch>
                    </p:blipFill>
                    <p:spPr bwMode="auto">
                      <a:xfrm>
                        <a:off x="335280" y="2597150"/>
                        <a:ext cx="10453370" cy="2003425"/>
                      </a:xfrm>
                      <a:prstGeom prst="rect">
                        <a:avLst/>
                      </a:prstGeom>
                      <a:noFill/>
                    </p:spPr>
                  </p:pic>
                </p:oleObj>
              </mc:Fallback>
            </mc:AlternateContent>
          </a:graphicData>
        </a:graphic>
      </p:graphicFrame>
      <p:graphicFrame>
        <p:nvGraphicFramePr>
          <p:cNvPr id="5" name="Object 4"/>
          <p:cNvGraphicFramePr>
            <a:graphicFrameLocks noChangeAspect="1"/>
          </p:cNvGraphicFramePr>
          <p:nvPr/>
        </p:nvGraphicFramePr>
        <p:xfrm>
          <a:off x="335280" y="3934460"/>
          <a:ext cx="10377805" cy="3689985"/>
        </p:xfrm>
        <a:graphic>
          <a:graphicData uri="http://schemas.openxmlformats.org/presentationml/2006/ole">
            <mc:AlternateContent xmlns:mc="http://schemas.openxmlformats.org/markup-compatibility/2006">
              <mc:Choice xmlns:v="urn:schemas-microsoft-com:vml" Requires="v">
                <p:oleObj spid="_x0000_s6" name="Document" r:id="rId6" imgW="5780405" imgH="1883410" progId="Word.Document.12">
                  <p:embed/>
                </p:oleObj>
              </mc:Choice>
              <mc:Fallback>
                <p:oleObj name="Document" r:id="rId6" imgW="5780405" imgH="1883410" progId="Word.Document.12">
                  <p:embed/>
                  <p:pic>
                    <p:nvPicPr>
                      <p:cNvPr id="0" name="Object 4"/>
                      <p:cNvPicPr>
                        <a:picLocks noChangeAspect="1" noChangeArrowheads="1"/>
                      </p:cNvPicPr>
                      <p:nvPr/>
                    </p:nvPicPr>
                    <p:blipFill>
                      <a:blip r:embed="rId7"/>
                      <a:srcRect/>
                      <a:stretch>
                        <a:fillRect/>
                      </a:stretch>
                    </p:blipFill>
                    <p:spPr bwMode="auto">
                      <a:xfrm>
                        <a:off x="335280" y="3934460"/>
                        <a:ext cx="10377805" cy="3689985"/>
                      </a:xfrm>
                      <a:prstGeom prst="rect">
                        <a:avLst/>
                      </a:prstGeom>
                      <a:noFill/>
                    </p:spPr>
                  </p:pic>
                </p:oleObj>
              </mc:Fallback>
            </mc:AlternateContent>
          </a:graphicData>
        </a:graphic>
      </p:graphicFrame>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93667"/>
                                        </p:tgtEl>
                                        <p:attrNameLst>
                                          <p:attrName>style.visibility</p:attrName>
                                        </p:attrNameLst>
                                      </p:cBhvr>
                                      <p:to>
                                        <p:strVal val="visible"/>
                                      </p:to>
                                    </p:set>
                                    <p:anim calcmode="lin" valueType="num">
                                      <p:cBhvr additive="base">
                                        <p:cTn id="7" dur="500" fill="hold"/>
                                        <p:tgtEl>
                                          <p:spTgt spid="1393667"/>
                                        </p:tgtEl>
                                        <p:attrNameLst>
                                          <p:attrName>ppt_x</p:attrName>
                                        </p:attrNameLst>
                                      </p:cBhvr>
                                      <p:tavLst>
                                        <p:tav tm="0">
                                          <p:val>
                                            <p:strVal val="#ppt_x"/>
                                          </p:val>
                                        </p:tav>
                                        <p:tav tm="100000">
                                          <p:val>
                                            <p:strVal val="#ppt_x"/>
                                          </p:val>
                                        </p:tav>
                                      </p:tavLst>
                                    </p:anim>
                                    <p:anim calcmode="lin" valueType="num">
                                      <p:cBhvr additive="base">
                                        <p:cTn id="8" dur="500" fill="hold"/>
                                        <p:tgtEl>
                                          <p:spTgt spid="139366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bg>
      <p:bgPr>
        <a:gradFill>
          <a:gsLst>
            <a:gs pos="0">
              <a:srgbClr val="0D1B2A"/>
            </a:gs>
            <a:gs pos="60000">
              <a:srgbClr val="1B263B"/>
            </a:gs>
            <a:gs pos="100000">
              <a:srgbClr val="102A43"/>
            </a:gs>
          </a:gsLst>
          <a:lin ang="2700000" scaled="0"/>
        </a:gradFill>
        <a:effectLst/>
      </p:bgPr>
    </p:bg>
    <p:spTree>
      <p:nvGrpSpPr>
        <p:cNvPr id="1" name=""/>
        <p:cNvGrpSpPr/>
        <p:nvPr/>
      </p:nvGrpSpPr>
      <p:grpSpPr>
        <a:xfrm>
          <a:off x="0" y="0"/>
          <a:ext cx="0" cy="0"/>
          <a:chOff x="0" y="0"/>
          <a:chExt cx="0" cy="0"/>
        </a:xfrm>
      </p:grpSpPr>
      <p:pic>
        <p:nvPicPr>
          <p:cNvPr id="45" name="图片 4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2730" y="47712"/>
            <a:ext cx="795252" cy="556675"/>
          </a:xfrm>
          <a:prstGeom prst="rect">
            <a:avLst/>
          </a:prstGeom>
        </p:spPr>
      </p:pic>
      <p:sp>
        <p:nvSpPr>
          <p:cNvPr id="47" name="矩形 46"/>
          <p:cNvSpPr/>
          <p:nvPr/>
        </p:nvSpPr>
        <p:spPr>
          <a:xfrm>
            <a:off x="852604" y="91363"/>
            <a:ext cx="3387466" cy="461665"/>
          </a:xfrm>
          <a:prstGeom prst="rect">
            <a:avLst/>
          </a:prstGeom>
        </p:spPr>
        <p:txBody>
          <a:bodyPr wrap="none">
            <a:spAutoFit/>
          </a:bodyPr>
          <a:lstStyle/>
          <a:p>
            <a:r>
              <a:rPr lang="en-US" altLang="zh-CN" sz="2400" b="1" dirty="0">
                <a:solidFill>
                  <a:schemeClr val="bg1"/>
                </a:solidFill>
                <a:latin typeface="微软雅黑" panose="020B0503020204020204" charset="-122"/>
                <a:ea typeface="微软雅黑" panose="020B0503020204020204" charset="-122"/>
              </a:rPr>
              <a:t>4.5   </a:t>
            </a:r>
            <a:r>
              <a:rPr lang="zh-CN" altLang="en-US" sz="2400" b="1" dirty="0">
                <a:solidFill>
                  <a:schemeClr val="bg1"/>
                </a:solidFill>
                <a:latin typeface="微软雅黑" panose="020B0503020204020204" charset="-122"/>
                <a:ea typeface="微软雅黑" panose="020B0503020204020204" charset="-122"/>
              </a:rPr>
              <a:t>定积分的几何意义</a:t>
            </a:r>
            <a:endParaRPr lang="zh-CN" altLang="en-US" sz="2400" b="1" dirty="0">
              <a:solidFill>
                <a:schemeClr val="bg1"/>
              </a:solidFill>
              <a:latin typeface="微软雅黑" panose="020B0503020204020204" charset="-122"/>
              <a:ea typeface="微软雅黑" panose="020B0503020204020204" charset="-122"/>
            </a:endParaRPr>
          </a:p>
        </p:txBody>
      </p:sp>
      <p:sp>
        <p:nvSpPr>
          <p:cNvPr id="117771" name="Rectangle 11"/>
          <p:cNvSpPr>
            <a:spLocks noChangeArrowheads="1"/>
          </p:cNvSpPr>
          <p:nvPr/>
        </p:nvSpPr>
        <p:spPr bwMode="auto">
          <a:xfrm>
            <a:off x="1" y="-184455"/>
            <a:ext cx="184683" cy="369108"/>
          </a:xfrm>
          <a:prstGeom prst="rect">
            <a:avLst/>
          </a:prstGeom>
          <a:noFill/>
          <a:ln w="9525">
            <a:noFill/>
            <a:miter lim="800000"/>
          </a:ln>
          <a:effectLst/>
        </p:spPr>
        <p:txBody>
          <a:bodyPr vert="horz" wrap="none" lIns="91416" tIns="45708" rIns="91416" bIns="45708" numCol="1" anchor="ctr" anchorCtr="0" compatLnSpc="1">
            <a:spAutoFit/>
          </a:bodyPr>
          <a:lstStyle/>
          <a:p>
            <a:endParaRPr lang="zh-CN" altLang="en-US" sz="1800">
              <a:solidFill>
                <a:schemeClr val="bg1"/>
              </a:solidFill>
            </a:endParaRPr>
          </a:p>
        </p:txBody>
      </p:sp>
      <p:graphicFrame>
        <p:nvGraphicFramePr>
          <p:cNvPr id="1393667" name="Object 3"/>
          <p:cNvGraphicFramePr>
            <a:graphicFrameLocks noChangeAspect="1"/>
          </p:cNvGraphicFramePr>
          <p:nvPr/>
        </p:nvGraphicFramePr>
        <p:xfrm>
          <a:off x="271780" y="572770"/>
          <a:ext cx="11405870" cy="4797425"/>
        </p:xfrm>
        <a:graphic>
          <a:graphicData uri="http://schemas.openxmlformats.org/presentationml/2006/ole">
            <mc:AlternateContent xmlns:mc="http://schemas.openxmlformats.org/markup-compatibility/2006">
              <mc:Choice xmlns:v="urn:schemas-microsoft-com:vml" Requires="v">
                <p:oleObj spid="_x0000_s2" name="文档" r:id="rId2" imgW="5640070" imgH="1892935" progId="Word.Document.12">
                  <p:embed/>
                </p:oleObj>
              </mc:Choice>
              <mc:Fallback>
                <p:oleObj name="文档" r:id="rId2" imgW="5640070" imgH="1892935" progId="Word.Document.12">
                  <p:embed/>
                  <p:pic>
                    <p:nvPicPr>
                      <p:cNvPr id="0" name="Object 3"/>
                      <p:cNvPicPr>
                        <a:picLocks noChangeAspect="1" noChangeArrowheads="1"/>
                      </p:cNvPicPr>
                      <p:nvPr/>
                    </p:nvPicPr>
                    <p:blipFill>
                      <a:blip r:embed="rId3"/>
                      <a:srcRect/>
                      <a:stretch>
                        <a:fillRect/>
                      </a:stretch>
                    </p:blipFill>
                    <p:spPr bwMode="auto">
                      <a:xfrm>
                        <a:off x="271780" y="572770"/>
                        <a:ext cx="11405870" cy="4797425"/>
                      </a:xfrm>
                      <a:prstGeom prst="rect">
                        <a:avLst/>
                      </a:prstGeom>
                      <a:noFill/>
                    </p:spPr>
                  </p:pic>
                </p:oleObj>
              </mc:Fallback>
            </mc:AlternateContent>
          </a:graphicData>
        </a:graphic>
      </p:graphicFrame>
      <p:pic>
        <p:nvPicPr>
          <p:cNvPr id="1393668" name="Picture 4" descr="4-6"/>
          <p:cNvPicPr>
            <a:picLocks noChangeAspect="1" noChangeArrowheads="1"/>
          </p:cNvPicPr>
          <p:nvPr>
            <p:custDataLst>
              <p:tags r:id="rId4"/>
            </p:custDataLst>
          </p:nvPr>
        </p:nvPicPr>
        <p:blipFill>
          <a:blip r:embed="rId5"/>
          <a:srcRect/>
          <a:stretch>
            <a:fillRect/>
          </a:stretch>
        </p:blipFill>
        <p:spPr bwMode="auto">
          <a:xfrm>
            <a:off x="654768" y="4368900"/>
            <a:ext cx="3167881" cy="1856714"/>
          </a:xfrm>
          <a:prstGeom prst="rect">
            <a:avLst/>
          </a:prstGeom>
          <a:noFill/>
          <a:ln w="9525">
            <a:noFill/>
            <a:miter lim="800000"/>
            <a:headEnd/>
            <a:tailEnd/>
          </a:ln>
        </p:spPr>
      </p:pic>
      <p:pic>
        <p:nvPicPr>
          <p:cNvPr id="1393669" name="Picture 5" descr="4-7"/>
          <p:cNvPicPr>
            <a:picLocks noChangeAspect="1" noChangeArrowheads="1"/>
          </p:cNvPicPr>
          <p:nvPr>
            <p:custDataLst>
              <p:tags r:id="rId6"/>
            </p:custDataLst>
          </p:nvPr>
        </p:nvPicPr>
        <p:blipFill>
          <a:blip r:embed="rId7"/>
          <a:srcRect/>
          <a:stretch>
            <a:fillRect/>
          </a:stretch>
        </p:blipFill>
        <p:spPr bwMode="auto">
          <a:xfrm>
            <a:off x="4994752" y="4368900"/>
            <a:ext cx="3146868" cy="1856714"/>
          </a:xfrm>
          <a:prstGeom prst="rect">
            <a:avLst/>
          </a:prstGeom>
          <a:noFill/>
          <a:ln w="9525">
            <a:noFill/>
            <a:miter lim="800000"/>
            <a:headEnd/>
            <a:tailEnd/>
          </a:ln>
        </p:spPr>
      </p:pic>
      <p:sp>
        <p:nvSpPr>
          <p:cNvPr id="10" name="矩形 9"/>
          <p:cNvSpPr/>
          <p:nvPr>
            <p:custDataLst>
              <p:tags r:id="rId8"/>
            </p:custDataLst>
          </p:nvPr>
        </p:nvSpPr>
        <p:spPr>
          <a:xfrm>
            <a:off x="1745804" y="6225614"/>
            <a:ext cx="827086" cy="368300"/>
          </a:xfrm>
          <a:prstGeom prst="rect">
            <a:avLst/>
          </a:prstGeom>
        </p:spPr>
        <p:txBody>
          <a:bodyPr wrap="square">
            <a:spAutoFit/>
          </a:bodyPr>
          <a:lstStyle/>
          <a:p>
            <a:r>
              <a:rPr lang="zh-CN" altLang="en-US" sz="1800" b="1" dirty="0">
                <a:solidFill>
                  <a:schemeClr val="bg1"/>
                </a:solidFill>
                <a:latin typeface="微软雅黑" panose="020B0503020204020204" charset="-122"/>
                <a:ea typeface="微软雅黑" panose="020B0503020204020204" charset="-122"/>
              </a:rPr>
              <a:t>图</a:t>
            </a:r>
            <a:r>
              <a:rPr lang="en-US" sz="1800" b="1" dirty="0">
                <a:solidFill>
                  <a:schemeClr val="bg1"/>
                </a:solidFill>
                <a:latin typeface="微软雅黑" panose="020B0503020204020204" charset="-122"/>
                <a:ea typeface="微软雅黑" panose="020B0503020204020204" charset="-122"/>
              </a:rPr>
              <a:t>4-6</a:t>
            </a:r>
            <a:endParaRPr lang="zh-CN" altLang="en-US" sz="1800" b="1" dirty="0">
              <a:solidFill>
                <a:schemeClr val="bg1"/>
              </a:solidFill>
              <a:latin typeface="微软雅黑" panose="020B0503020204020204" charset="-122"/>
              <a:ea typeface="微软雅黑" panose="020B0503020204020204" charset="-122"/>
            </a:endParaRPr>
          </a:p>
        </p:txBody>
      </p:sp>
      <p:sp>
        <p:nvSpPr>
          <p:cNvPr id="11" name="矩形 10"/>
          <p:cNvSpPr/>
          <p:nvPr>
            <p:custDataLst>
              <p:tags r:id="rId9"/>
            </p:custDataLst>
          </p:nvPr>
        </p:nvSpPr>
        <p:spPr>
          <a:xfrm>
            <a:off x="6235879" y="6225614"/>
            <a:ext cx="827086" cy="368300"/>
          </a:xfrm>
          <a:prstGeom prst="rect">
            <a:avLst/>
          </a:prstGeom>
        </p:spPr>
        <p:txBody>
          <a:bodyPr wrap="square">
            <a:spAutoFit/>
          </a:bodyPr>
          <a:lstStyle/>
          <a:p>
            <a:r>
              <a:rPr lang="zh-CN" altLang="en-US" sz="1800" b="1" dirty="0">
                <a:solidFill>
                  <a:schemeClr val="bg1"/>
                </a:solidFill>
                <a:latin typeface="微软雅黑" panose="020B0503020204020204" charset="-122"/>
                <a:ea typeface="微软雅黑" panose="020B0503020204020204" charset="-122"/>
              </a:rPr>
              <a:t>图</a:t>
            </a:r>
            <a:r>
              <a:rPr lang="en-US" sz="1800" b="1" dirty="0">
                <a:solidFill>
                  <a:schemeClr val="bg1"/>
                </a:solidFill>
                <a:latin typeface="微软雅黑" panose="020B0503020204020204" charset="-122"/>
                <a:ea typeface="微软雅黑" panose="020B0503020204020204" charset="-122"/>
              </a:rPr>
              <a:t>4-7</a:t>
            </a:r>
            <a:endParaRPr lang="zh-CN" altLang="en-US" sz="1800" b="1" dirty="0">
              <a:solidFill>
                <a:schemeClr val="bg1"/>
              </a:solidFill>
              <a:latin typeface="微软雅黑" panose="020B0503020204020204" charset="-122"/>
              <a:ea typeface="微软雅黑" panose="020B0503020204020204" charset="-122"/>
            </a:endParaRPr>
          </a:p>
        </p:txBody>
      </p:sp>
    </p:spTree>
  </p:cSld>
  <p:clrMapOvr>
    <a:masterClrMapping/>
  </p:clrMapOvr>
  <p:transition spd="slow">
    <p:random/>
  </p:transition>
</p:sld>
</file>

<file path=ppt/slides/slide59.xml><?xml version="1.0" encoding="utf-8"?>
<p:sld xmlns:a="http://schemas.openxmlformats.org/drawingml/2006/main" xmlns:r="http://schemas.openxmlformats.org/officeDocument/2006/relationships" xmlns:p="http://schemas.openxmlformats.org/presentationml/2006/main">
  <p:cSld>
    <p:bg>
      <p:bgPr>
        <a:gradFill>
          <a:gsLst>
            <a:gs pos="0">
              <a:srgbClr val="0D1B2A"/>
            </a:gs>
            <a:gs pos="60000">
              <a:srgbClr val="1B263B"/>
            </a:gs>
            <a:gs pos="100000">
              <a:srgbClr val="102A43"/>
            </a:gs>
          </a:gsLst>
          <a:lin ang="2700000" scaled="0"/>
        </a:gradFill>
        <a:effectLst/>
      </p:bgPr>
    </p:bg>
    <p:spTree>
      <p:nvGrpSpPr>
        <p:cNvPr id="1" name=""/>
        <p:cNvGrpSpPr/>
        <p:nvPr/>
      </p:nvGrpSpPr>
      <p:grpSpPr>
        <a:xfrm>
          <a:off x="0" y="0"/>
          <a:ext cx="0" cy="0"/>
          <a:chOff x="0" y="0"/>
          <a:chExt cx="0" cy="0"/>
        </a:xfrm>
      </p:grpSpPr>
      <p:pic>
        <p:nvPicPr>
          <p:cNvPr id="45" name="图片 4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2730" y="47712"/>
            <a:ext cx="795252" cy="556675"/>
          </a:xfrm>
          <a:prstGeom prst="rect">
            <a:avLst/>
          </a:prstGeom>
        </p:spPr>
      </p:pic>
      <p:sp>
        <p:nvSpPr>
          <p:cNvPr id="47" name="矩形 46"/>
          <p:cNvSpPr/>
          <p:nvPr/>
        </p:nvSpPr>
        <p:spPr>
          <a:xfrm>
            <a:off x="852603" y="91363"/>
            <a:ext cx="3603872" cy="461537"/>
          </a:xfrm>
          <a:prstGeom prst="rect">
            <a:avLst/>
          </a:prstGeom>
        </p:spPr>
        <p:txBody>
          <a:bodyPr wrap="none">
            <a:spAutoFit/>
          </a:bodyPr>
          <a:lstStyle/>
          <a:p>
            <a:r>
              <a:rPr lang="en-US" altLang="zh-CN" sz="2400" b="1" dirty="0">
                <a:solidFill>
                  <a:schemeClr val="bg1"/>
                </a:solidFill>
                <a:latin typeface="微软雅黑" panose="020B0503020204020204" charset="-122"/>
                <a:ea typeface="微软雅黑" panose="020B0503020204020204" charset="-122"/>
              </a:rPr>
              <a:t>4.6  </a:t>
            </a:r>
            <a:r>
              <a:rPr lang="zh-CN" altLang="en-US" sz="2400" b="1" dirty="0">
                <a:solidFill>
                  <a:schemeClr val="bg1"/>
                </a:solidFill>
                <a:latin typeface="微软雅黑" panose="020B0503020204020204" charset="-122"/>
                <a:ea typeface="微软雅黑" panose="020B0503020204020204" charset="-122"/>
              </a:rPr>
              <a:t>定积分求旋转体体积</a:t>
            </a:r>
            <a:endParaRPr lang="zh-CN" altLang="en-US" sz="2400" b="1" dirty="0">
              <a:solidFill>
                <a:schemeClr val="bg1"/>
              </a:solidFill>
              <a:latin typeface="微软雅黑" panose="020B0503020204020204" charset="-122"/>
              <a:ea typeface="微软雅黑" panose="020B0503020204020204" charset="-122"/>
            </a:endParaRPr>
          </a:p>
        </p:txBody>
      </p:sp>
      <p:sp>
        <p:nvSpPr>
          <p:cNvPr id="117771" name="Rectangle 11"/>
          <p:cNvSpPr>
            <a:spLocks noChangeArrowheads="1"/>
          </p:cNvSpPr>
          <p:nvPr/>
        </p:nvSpPr>
        <p:spPr bwMode="auto">
          <a:xfrm>
            <a:off x="1" y="-184455"/>
            <a:ext cx="184683" cy="369108"/>
          </a:xfrm>
          <a:prstGeom prst="rect">
            <a:avLst/>
          </a:prstGeom>
          <a:noFill/>
          <a:ln w="9525">
            <a:noFill/>
            <a:miter lim="800000"/>
          </a:ln>
          <a:effectLst/>
        </p:spPr>
        <p:txBody>
          <a:bodyPr vert="horz" wrap="none" lIns="91416" tIns="45708" rIns="91416" bIns="45708" numCol="1" anchor="ctr" anchorCtr="0" compatLnSpc="1">
            <a:spAutoFit/>
          </a:bodyPr>
          <a:lstStyle/>
          <a:p>
            <a:endParaRPr lang="zh-CN" altLang="en-US" sz="1800">
              <a:solidFill>
                <a:schemeClr val="bg1"/>
              </a:solidFill>
            </a:endParaRPr>
          </a:p>
        </p:txBody>
      </p:sp>
      <p:graphicFrame>
        <p:nvGraphicFramePr>
          <p:cNvPr id="1393667" name="Object 3"/>
          <p:cNvGraphicFramePr>
            <a:graphicFrameLocks noChangeAspect="1"/>
          </p:cNvGraphicFramePr>
          <p:nvPr/>
        </p:nvGraphicFramePr>
        <p:xfrm>
          <a:off x="335360" y="1052737"/>
          <a:ext cx="10009112" cy="5023216"/>
        </p:xfrm>
        <a:graphic>
          <a:graphicData uri="http://schemas.openxmlformats.org/presentationml/2006/ole">
            <mc:AlternateContent xmlns:mc="http://schemas.openxmlformats.org/markup-compatibility/2006">
              <mc:Choice xmlns:v="urn:schemas-microsoft-com:vml" Requires="v">
                <p:oleObj spid="_x0000_s2" name="Document" r:id="rId2" imgW="5619115" imgH="2456815" progId="Word.Document.12">
                  <p:embed/>
                </p:oleObj>
              </mc:Choice>
              <mc:Fallback>
                <p:oleObj name="Document" r:id="rId2" imgW="5619115" imgH="2456815" progId="Word.Document.12">
                  <p:embed/>
                  <p:pic>
                    <p:nvPicPr>
                      <p:cNvPr id="0" name="Object 3"/>
                      <p:cNvPicPr>
                        <a:picLocks noChangeAspect="1" noChangeArrowheads="1"/>
                      </p:cNvPicPr>
                      <p:nvPr/>
                    </p:nvPicPr>
                    <p:blipFill>
                      <a:blip r:embed="rId3"/>
                      <a:srcRect/>
                      <a:stretch>
                        <a:fillRect/>
                      </a:stretch>
                    </p:blipFill>
                    <p:spPr bwMode="auto">
                      <a:xfrm>
                        <a:off x="335360" y="1052737"/>
                        <a:ext cx="10009112" cy="5023216"/>
                      </a:xfrm>
                      <a:prstGeom prst="rect">
                        <a:avLst/>
                      </a:prstGeom>
                      <a:noFill/>
                    </p:spPr>
                  </p:pic>
                </p:oleObj>
              </mc:Fallback>
            </mc:AlternateContent>
          </a:graphicData>
        </a:graphic>
      </p:graphicFrame>
    </p:spTree>
  </p:cSld>
  <p:clrMapOvr>
    <a:masterClrMapping/>
  </p:clrMapOvr>
  <p:transition spd="slow">
    <p:random/>
  </p:transition>
</p:sld>
</file>

<file path=ppt/slides/slide60.xml><?xml version="1.0" encoding="utf-8"?>
<p:sld xmlns:a="http://schemas.openxmlformats.org/drawingml/2006/main" xmlns:r="http://schemas.openxmlformats.org/officeDocument/2006/relationships" xmlns:p="http://schemas.openxmlformats.org/presentationml/2006/main">
  <p:cSld>
    <p:bg>
      <p:bgPr>
        <a:gradFill>
          <a:gsLst>
            <a:gs pos="0">
              <a:srgbClr val="0D1B2A"/>
            </a:gs>
            <a:gs pos="60000">
              <a:srgbClr val="1B263B"/>
            </a:gs>
            <a:gs pos="100000">
              <a:srgbClr val="102A43"/>
            </a:gs>
          </a:gsLst>
          <a:lin ang="2700000" scaled="0"/>
        </a:gradFill>
        <a:effectLst/>
      </p:bgPr>
    </p:bg>
    <p:spTree>
      <p:nvGrpSpPr>
        <p:cNvPr id="1" name=""/>
        <p:cNvGrpSpPr/>
        <p:nvPr/>
      </p:nvGrpSpPr>
      <p:grpSpPr>
        <a:xfrm>
          <a:off x="0" y="0"/>
          <a:ext cx="0" cy="0"/>
          <a:chOff x="0" y="0"/>
          <a:chExt cx="0" cy="0"/>
        </a:xfrm>
      </p:grpSpPr>
      <p:pic>
        <p:nvPicPr>
          <p:cNvPr id="45" name="图片 4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7198" y="97377"/>
            <a:ext cx="795252" cy="556675"/>
          </a:xfrm>
          <a:prstGeom prst="rect">
            <a:avLst/>
          </a:prstGeom>
        </p:spPr>
      </p:pic>
      <p:sp>
        <p:nvSpPr>
          <p:cNvPr id="47" name="矩形 46"/>
          <p:cNvSpPr/>
          <p:nvPr/>
        </p:nvSpPr>
        <p:spPr>
          <a:xfrm>
            <a:off x="857072" y="141028"/>
            <a:ext cx="3296095" cy="461665"/>
          </a:xfrm>
          <a:prstGeom prst="rect">
            <a:avLst/>
          </a:prstGeom>
        </p:spPr>
        <p:txBody>
          <a:bodyPr wrap="none">
            <a:spAutoFit/>
          </a:bodyPr>
          <a:lstStyle/>
          <a:p>
            <a:r>
              <a:rPr lang="en-US" altLang="zh-CN" sz="2400" b="1" dirty="0">
                <a:solidFill>
                  <a:schemeClr val="bg1"/>
                </a:solidFill>
                <a:latin typeface="微软雅黑" panose="020B0503020204020204" charset="-122"/>
                <a:ea typeface="微软雅黑" panose="020B0503020204020204" charset="-122"/>
              </a:rPr>
              <a:t>4.5  </a:t>
            </a:r>
            <a:r>
              <a:rPr lang="zh-CN" altLang="en-US" sz="2400" b="1" dirty="0">
                <a:solidFill>
                  <a:schemeClr val="bg1"/>
                </a:solidFill>
                <a:latin typeface="微软雅黑" panose="020B0503020204020204" charset="-122"/>
                <a:ea typeface="微软雅黑" panose="020B0503020204020204" charset="-122"/>
              </a:rPr>
              <a:t>定积分的几何意义</a:t>
            </a:r>
            <a:endParaRPr lang="zh-CN" altLang="en-US" sz="2400" b="1" dirty="0">
              <a:solidFill>
                <a:schemeClr val="bg1"/>
              </a:solidFill>
              <a:latin typeface="微软雅黑" panose="020B0503020204020204" charset="-122"/>
              <a:ea typeface="微软雅黑" panose="020B0503020204020204" charset="-122"/>
            </a:endParaRPr>
          </a:p>
        </p:txBody>
      </p:sp>
      <p:sp>
        <p:nvSpPr>
          <p:cNvPr id="117771" name="Rectangle 11"/>
          <p:cNvSpPr>
            <a:spLocks noChangeArrowheads="1"/>
          </p:cNvSpPr>
          <p:nvPr/>
        </p:nvSpPr>
        <p:spPr bwMode="auto">
          <a:xfrm>
            <a:off x="4469" y="-134790"/>
            <a:ext cx="184683" cy="369108"/>
          </a:xfrm>
          <a:prstGeom prst="rect">
            <a:avLst/>
          </a:prstGeom>
          <a:noFill/>
          <a:ln w="9525">
            <a:noFill/>
            <a:miter lim="800000"/>
          </a:ln>
          <a:effectLst/>
        </p:spPr>
        <p:txBody>
          <a:bodyPr vert="horz" wrap="none" lIns="91416" tIns="45708" rIns="91416" bIns="45708" numCol="1" anchor="ctr" anchorCtr="0" compatLnSpc="1">
            <a:spAutoFit/>
          </a:bodyPr>
          <a:lstStyle/>
          <a:p>
            <a:endParaRPr lang="zh-CN" altLang="en-US" sz="1800">
              <a:solidFill>
                <a:schemeClr val="bg1"/>
              </a:solidFill>
            </a:endParaRPr>
          </a:p>
        </p:txBody>
      </p:sp>
      <p:graphicFrame>
        <p:nvGraphicFramePr>
          <p:cNvPr id="1393667" name="Object 3"/>
          <p:cNvGraphicFramePr>
            <a:graphicFrameLocks noChangeAspect="1"/>
          </p:cNvGraphicFramePr>
          <p:nvPr/>
        </p:nvGraphicFramePr>
        <p:xfrm>
          <a:off x="695325" y="654685"/>
          <a:ext cx="10355580" cy="5578475"/>
        </p:xfrm>
        <a:graphic>
          <a:graphicData uri="http://schemas.openxmlformats.org/presentationml/2006/ole">
            <mc:AlternateContent xmlns:mc="http://schemas.openxmlformats.org/markup-compatibility/2006">
              <mc:Choice xmlns:v="urn:schemas-microsoft-com:vml" Requires="v">
                <p:oleObj spid="_x0000_s2" name="文档" r:id="rId2" imgW="5640070" imgH="1892935" progId="Word.Document.12">
                  <p:embed/>
                </p:oleObj>
              </mc:Choice>
              <mc:Fallback>
                <p:oleObj name="文档" r:id="rId2" imgW="5640070" imgH="1892935" progId="Word.Document.12">
                  <p:embed/>
                  <p:pic>
                    <p:nvPicPr>
                      <p:cNvPr id="0" name="Object 3"/>
                      <p:cNvPicPr>
                        <a:picLocks noChangeAspect="1" noChangeArrowheads="1"/>
                      </p:cNvPicPr>
                      <p:nvPr/>
                    </p:nvPicPr>
                    <p:blipFill>
                      <a:blip r:embed="rId3"/>
                      <a:srcRect/>
                      <a:stretch>
                        <a:fillRect/>
                      </a:stretch>
                    </p:blipFill>
                    <p:spPr bwMode="auto">
                      <a:xfrm>
                        <a:off x="695325" y="654685"/>
                        <a:ext cx="10355580" cy="5578475"/>
                      </a:xfrm>
                      <a:prstGeom prst="rect">
                        <a:avLst/>
                      </a:prstGeom>
                      <a:noFill/>
                    </p:spPr>
                  </p:pic>
                </p:oleObj>
              </mc:Fallback>
            </mc:AlternateContent>
          </a:graphicData>
        </a:graphic>
      </p:graphicFrame>
      <p:sp>
        <p:nvSpPr>
          <p:cNvPr id="11" name="矩形 10"/>
          <p:cNvSpPr/>
          <p:nvPr/>
        </p:nvSpPr>
        <p:spPr>
          <a:xfrm>
            <a:off x="6291718" y="5445224"/>
            <a:ext cx="801614" cy="369236"/>
          </a:xfrm>
          <a:prstGeom prst="rect">
            <a:avLst/>
          </a:prstGeom>
        </p:spPr>
        <p:txBody>
          <a:bodyPr wrap="none">
            <a:spAutoFit/>
          </a:bodyPr>
          <a:lstStyle/>
          <a:p>
            <a:r>
              <a:rPr lang="zh-CN" altLang="en-US" sz="1800" b="1" dirty="0">
                <a:solidFill>
                  <a:schemeClr val="bg1"/>
                </a:solidFill>
                <a:latin typeface="微软雅黑" panose="020B0503020204020204" charset="-122"/>
                <a:ea typeface="微软雅黑" panose="020B0503020204020204" charset="-122"/>
              </a:rPr>
              <a:t>图</a:t>
            </a:r>
            <a:r>
              <a:rPr lang="en-US" sz="1800" b="1" dirty="0">
                <a:solidFill>
                  <a:schemeClr val="bg1"/>
                </a:solidFill>
                <a:latin typeface="微软雅黑" panose="020B0503020204020204" charset="-122"/>
                <a:ea typeface="微软雅黑" panose="020B0503020204020204" charset="-122"/>
              </a:rPr>
              <a:t>4-8</a:t>
            </a:r>
            <a:endParaRPr lang="zh-CN" altLang="en-US" sz="1800" b="1" dirty="0">
              <a:solidFill>
                <a:schemeClr val="bg1"/>
              </a:solidFill>
              <a:latin typeface="微软雅黑" panose="020B0503020204020204" charset="-122"/>
              <a:ea typeface="微软雅黑" panose="020B0503020204020204" charset="-122"/>
            </a:endParaRPr>
          </a:p>
        </p:txBody>
      </p:sp>
      <p:pic>
        <p:nvPicPr>
          <p:cNvPr id="1394691" name="Picture 3" descr="4-8"/>
          <p:cNvPicPr>
            <a:picLocks noChangeAspect="1" noChangeArrowheads="1"/>
          </p:cNvPicPr>
          <p:nvPr/>
        </p:nvPicPr>
        <p:blipFill>
          <a:blip r:embed="rId4"/>
          <a:srcRect/>
          <a:stretch>
            <a:fillRect/>
          </a:stretch>
        </p:blipFill>
        <p:spPr bwMode="auto">
          <a:xfrm>
            <a:off x="6888480" y="2420620"/>
            <a:ext cx="3831590" cy="2724785"/>
          </a:xfrm>
          <a:prstGeom prst="rect">
            <a:avLst/>
          </a:prstGeom>
          <a:noFill/>
          <a:ln w="9525">
            <a:noFill/>
            <a:miter lim="800000"/>
            <a:headEnd/>
            <a:tailEnd/>
          </a:ln>
        </p:spPr>
      </p:pic>
    </p:spTree>
  </p:cSld>
  <p:clrMapOvr>
    <a:masterClrMapping/>
  </p:clrMapOvr>
  <p:transition spd="slow">
    <p:random/>
  </p:transition>
</p:sld>
</file>

<file path=ppt/slides/slide61.xml><?xml version="1.0" encoding="utf-8"?>
<p:sld xmlns:a="http://schemas.openxmlformats.org/drawingml/2006/main" xmlns:r="http://schemas.openxmlformats.org/officeDocument/2006/relationships" xmlns:p="http://schemas.openxmlformats.org/presentationml/2006/main">
  <p:cSld>
    <p:bg>
      <p:bgPr>
        <a:gradFill>
          <a:gsLst>
            <a:gs pos="0">
              <a:srgbClr val="0D1B2A"/>
            </a:gs>
            <a:gs pos="60000">
              <a:srgbClr val="1B263B"/>
            </a:gs>
            <a:gs pos="100000">
              <a:srgbClr val="102A43"/>
            </a:gs>
          </a:gsLst>
          <a:lin ang="2700000" scaled="0"/>
        </a:gradFill>
        <a:effectLst/>
      </p:bgPr>
    </p:bg>
    <p:spTree>
      <p:nvGrpSpPr>
        <p:cNvPr id="1" name=""/>
        <p:cNvGrpSpPr/>
        <p:nvPr/>
      </p:nvGrpSpPr>
      <p:grpSpPr>
        <a:xfrm>
          <a:off x="0" y="0"/>
          <a:ext cx="0" cy="0"/>
          <a:chOff x="0" y="0"/>
          <a:chExt cx="0" cy="0"/>
        </a:xfrm>
      </p:grpSpPr>
      <p:pic>
        <p:nvPicPr>
          <p:cNvPr id="45" name="图片 4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2730" y="47712"/>
            <a:ext cx="795252" cy="556675"/>
          </a:xfrm>
          <a:prstGeom prst="rect">
            <a:avLst/>
          </a:prstGeom>
        </p:spPr>
      </p:pic>
      <p:graphicFrame>
        <p:nvGraphicFramePr>
          <p:cNvPr id="1276931" name="Object 3"/>
          <p:cNvGraphicFramePr>
            <a:graphicFrameLocks noChangeAspect="1"/>
          </p:cNvGraphicFramePr>
          <p:nvPr/>
        </p:nvGraphicFramePr>
        <p:xfrm>
          <a:off x="191135" y="476885"/>
          <a:ext cx="11249025" cy="3373120"/>
        </p:xfrm>
        <a:graphic>
          <a:graphicData uri="http://schemas.openxmlformats.org/presentationml/2006/ole">
            <mc:AlternateContent xmlns:mc="http://schemas.openxmlformats.org/markup-compatibility/2006">
              <mc:Choice xmlns:v="urn:schemas-microsoft-com:vml" Requires="v">
                <p:oleObj spid="_x0000_s2" name="Document" r:id="rId2" imgW="5563870" imgH="1246505" progId="Word.Document.12">
                  <p:embed/>
                </p:oleObj>
              </mc:Choice>
              <mc:Fallback>
                <p:oleObj name="Document" r:id="rId2" imgW="5563870" imgH="1246505" progId="Word.Document.12">
                  <p:embed/>
                  <p:pic>
                    <p:nvPicPr>
                      <p:cNvPr id="0" name="Object 3"/>
                      <p:cNvPicPr>
                        <a:picLocks noChangeAspect="1" noChangeArrowheads="1"/>
                      </p:cNvPicPr>
                      <p:nvPr/>
                    </p:nvPicPr>
                    <p:blipFill>
                      <a:blip r:embed="rId3"/>
                      <a:srcRect/>
                      <a:stretch>
                        <a:fillRect/>
                      </a:stretch>
                    </p:blipFill>
                    <p:spPr bwMode="auto">
                      <a:xfrm>
                        <a:off x="191135" y="476885"/>
                        <a:ext cx="11249025" cy="3373120"/>
                      </a:xfrm>
                      <a:prstGeom prst="rect">
                        <a:avLst/>
                      </a:prstGeom>
                      <a:noFill/>
                    </p:spPr>
                  </p:pic>
                </p:oleObj>
              </mc:Fallback>
            </mc:AlternateContent>
          </a:graphicData>
        </a:graphic>
      </p:graphicFrame>
      <p:graphicFrame>
        <p:nvGraphicFramePr>
          <p:cNvPr id="3" name="Object 4"/>
          <p:cNvGraphicFramePr>
            <a:graphicFrameLocks noChangeAspect="1"/>
          </p:cNvGraphicFramePr>
          <p:nvPr/>
        </p:nvGraphicFramePr>
        <p:xfrm>
          <a:off x="1055370" y="3573145"/>
          <a:ext cx="10308590" cy="3074035"/>
        </p:xfrm>
        <a:graphic>
          <a:graphicData uri="http://schemas.openxmlformats.org/presentationml/2006/ole">
            <mc:AlternateContent xmlns:mc="http://schemas.openxmlformats.org/markup-compatibility/2006">
              <mc:Choice xmlns:v="urn:schemas-microsoft-com:vml" Requires="v">
                <p:oleObj spid="_x0000_s4" name="Document" r:id="rId4" imgW="5780405" imgH="1883410" progId="Word.Document.12">
                  <p:embed/>
                </p:oleObj>
              </mc:Choice>
              <mc:Fallback>
                <p:oleObj name="Document" r:id="rId4" imgW="5780405" imgH="1883410" progId="Word.Document.12">
                  <p:embed/>
                  <p:pic>
                    <p:nvPicPr>
                      <p:cNvPr id="0" name="Object 4"/>
                      <p:cNvPicPr>
                        <a:picLocks noChangeAspect="1" noChangeArrowheads="1"/>
                      </p:cNvPicPr>
                      <p:nvPr/>
                    </p:nvPicPr>
                    <p:blipFill>
                      <a:blip r:embed="rId5"/>
                      <a:srcRect/>
                      <a:stretch>
                        <a:fillRect/>
                      </a:stretch>
                    </p:blipFill>
                    <p:spPr bwMode="auto">
                      <a:xfrm>
                        <a:off x="1055370" y="3573145"/>
                        <a:ext cx="10308590" cy="3074035"/>
                      </a:xfrm>
                      <a:prstGeom prst="rect">
                        <a:avLst/>
                      </a:prstGeom>
                      <a:noFill/>
                    </p:spPr>
                  </p:pic>
                </p:oleObj>
              </mc:Fallback>
            </mc:AlternateContent>
          </a:graphicData>
        </a:graphic>
      </p:graphicFrame>
      <p:graphicFrame>
        <p:nvGraphicFramePr>
          <p:cNvPr id="5" name="Object 4"/>
          <p:cNvGraphicFramePr>
            <a:graphicFrameLocks noChangeAspect="1"/>
          </p:cNvGraphicFramePr>
          <p:nvPr/>
        </p:nvGraphicFramePr>
        <p:xfrm>
          <a:off x="1055053" y="4868863"/>
          <a:ext cx="8715375" cy="2836862"/>
        </p:xfrm>
        <a:graphic>
          <a:graphicData uri="http://schemas.openxmlformats.org/presentationml/2006/ole">
            <mc:AlternateContent xmlns:mc="http://schemas.openxmlformats.org/markup-compatibility/2006">
              <mc:Choice xmlns:v="urn:schemas-microsoft-com:vml" Requires="v">
                <p:oleObj spid="_x0000_s6" name="Document" r:id="rId6" imgW="5780405" imgH="1883410" progId="Word.Document.12">
                  <p:embed/>
                </p:oleObj>
              </mc:Choice>
              <mc:Fallback>
                <p:oleObj name="Document" r:id="rId6" imgW="5780405" imgH="1883410" progId="Word.Document.12">
                  <p:embed/>
                  <p:pic>
                    <p:nvPicPr>
                      <p:cNvPr id="0" name="Object 4"/>
                      <p:cNvPicPr>
                        <a:picLocks noChangeAspect="1" noChangeArrowheads="1"/>
                      </p:cNvPicPr>
                      <p:nvPr/>
                    </p:nvPicPr>
                    <p:blipFill>
                      <a:blip r:embed="rId7"/>
                      <a:srcRect/>
                      <a:stretch>
                        <a:fillRect/>
                      </a:stretch>
                    </p:blipFill>
                    <p:spPr bwMode="auto">
                      <a:xfrm>
                        <a:off x="1055053" y="4868863"/>
                        <a:ext cx="8715375" cy="2836862"/>
                      </a:xfrm>
                      <a:prstGeom prst="rect">
                        <a:avLst/>
                      </a:prstGeom>
                      <a:noFill/>
                    </p:spPr>
                  </p:pic>
                </p:oleObj>
              </mc:Fallback>
            </mc:AlternateContent>
          </a:graphicData>
        </a:graphic>
      </p:graphicFrame>
      <mc:AlternateContent xmlns:mc="http://schemas.openxmlformats.org/markup-compatibility/2006" xmlns:p14="http://schemas.microsoft.com/office/powerpoint/2010/main">
        <mc:Choice Requires="p14">
          <p:contentPart r:id="rId8" p14:bwMode="auto">
            <p14:nvContentPartPr>
              <p14:cNvPr id="48" name="墨迹 47"/>
              <p14:cNvContentPartPr/>
              <p14:nvPr/>
            </p14:nvContentPartPr>
            <p14:xfrm>
              <a:off x="11440000" y="2966533"/>
              <a:ext cx="360" cy="360"/>
            </p14:xfrm>
          </p:contentPart>
        </mc:Choice>
        <mc:Fallback xmlns="">
          <p:pic>
            <p:nvPicPr>
              <p:cNvPr id="48" name="墨迹 47"/>
            </p:nvPicPr>
            <p:blipFill>
              <a:blip r:embed="rId9"/>
            </p:blipFill>
            <p:spPr>
              <a:xfrm>
                <a:off x="11440000" y="2966533"/>
                <a:ext cx="360" cy="360"/>
              </a:xfrm>
              <a:prstGeom prst="rect"/>
            </p:spPr>
          </p:pic>
        </mc:Fallback>
      </mc:AlternateContent>
      <mc:AlternateContent xmlns:mc="http://schemas.openxmlformats.org/markup-compatibility/2006" xmlns:p14="http://schemas.microsoft.com/office/powerpoint/2010/main">
        <mc:Choice Requires="p14">
          <p:contentPart r:id="rId10" p14:bwMode="auto">
            <p14:nvContentPartPr>
              <p14:cNvPr id="1276928" name="墨迹 1276927"/>
              <p14:cNvContentPartPr/>
              <p14:nvPr/>
            </p14:nvContentPartPr>
            <p14:xfrm>
              <a:off x="4409200" y="3914773"/>
              <a:ext cx="360" cy="360"/>
            </p14:xfrm>
          </p:contentPart>
        </mc:Choice>
        <mc:Fallback xmlns="">
          <p:pic>
            <p:nvPicPr>
              <p:cNvPr id="1276928" name="墨迹 1276927"/>
            </p:nvPicPr>
            <p:blipFill>
              <a:blip r:embed="rId9"/>
            </p:blipFill>
            <p:spPr>
              <a:xfrm>
                <a:off x="4409200" y="3914773"/>
                <a:ext cx="360" cy="360"/>
              </a:xfrm>
              <a:prstGeom prst="rect"/>
            </p:spPr>
          </p:pic>
        </mc:Fallback>
      </mc:AlternateContent>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769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bg>
      <p:bgPr>
        <a:gradFill>
          <a:gsLst>
            <a:gs pos="0">
              <a:srgbClr val="0D1B2A"/>
            </a:gs>
            <a:gs pos="60000">
              <a:srgbClr val="1B263B"/>
            </a:gs>
            <a:gs pos="100000">
              <a:srgbClr val="102A43"/>
            </a:gs>
          </a:gsLst>
          <a:lin ang="2700000" scaled="0"/>
        </a:gradFill>
        <a:effectLst/>
      </p:bgPr>
    </p:bg>
    <p:spTree>
      <p:nvGrpSpPr>
        <p:cNvPr id="1" name=""/>
        <p:cNvGrpSpPr/>
        <p:nvPr/>
      </p:nvGrpSpPr>
      <p:grpSpPr>
        <a:xfrm>
          <a:off x="0" y="0"/>
          <a:ext cx="0" cy="0"/>
          <a:chOff x="0" y="0"/>
          <a:chExt cx="0" cy="0"/>
        </a:xfrm>
      </p:grpSpPr>
      <p:sp>
        <p:nvSpPr>
          <p:cNvPr id="11" name="任意多边形: 形状 10"/>
          <p:cNvSpPr/>
          <p:nvPr/>
        </p:nvSpPr>
        <p:spPr>
          <a:xfrm rot="2700000">
            <a:off x="-803840" y="-755763"/>
            <a:ext cx="5428563" cy="5833960"/>
          </a:xfrm>
          <a:custGeom>
            <a:avLst/>
            <a:gdLst>
              <a:gd name="connsiteX0" fmla="*/ 0 w 5428563"/>
              <a:gd name="connsiteY0" fmla="*/ 2574839 h 5504327"/>
              <a:gd name="connsiteX1" fmla="*/ 2574839 w 5428563"/>
              <a:gd name="connsiteY1" fmla="*/ 0 h 5504327"/>
              <a:gd name="connsiteX2" fmla="*/ 4511157 w 5428563"/>
              <a:gd name="connsiteY2" fmla="*/ 0 h 5504327"/>
              <a:gd name="connsiteX3" fmla="*/ 5428563 w 5428563"/>
              <a:gd name="connsiteY3" fmla="*/ 917406 h 5504327"/>
              <a:gd name="connsiteX4" fmla="*/ 5428563 w 5428563"/>
              <a:gd name="connsiteY4" fmla="*/ 4586921 h 5504327"/>
              <a:gd name="connsiteX5" fmla="*/ 4511157 w 5428563"/>
              <a:gd name="connsiteY5" fmla="*/ 5504327 h 5504327"/>
              <a:gd name="connsiteX6" fmla="*/ 2929489 w 5428563"/>
              <a:gd name="connsiteY6" fmla="*/ 5504327 h 5504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428563" h="5504327">
                <a:moveTo>
                  <a:pt x="0" y="2574839"/>
                </a:moveTo>
                <a:lnTo>
                  <a:pt x="2574839" y="0"/>
                </a:lnTo>
                <a:lnTo>
                  <a:pt x="4511157" y="0"/>
                </a:lnTo>
                <a:cubicBezTo>
                  <a:pt x="5017826" y="0"/>
                  <a:pt x="5428563" y="410737"/>
                  <a:pt x="5428563" y="917406"/>
                </a:cubicBezTo>
                <a:lnTo>
                  <a:pt x="5428563" y="4586921"/>
                </a:lnTo>
                <a:cubicBezTo>
                  <a:pt x="5428563" y="5093590"/>
                  <a:pt x="5017826" y="5504327"/>
                  <a:pt x="4511157" y="5504327"/>
                </a:cubicBezTo>
                <a:lnTo>
                  <a:pt x="2929489" y="5504327"/>
                </a:lnTo>
                <a:close/>
              </a:path>
            </a:pathLst>
          </a:custGeom>
          <a:solidFill>
            <a:schemeClr val="accent1">
              <a:lumMod val="20000"/>
              <a:lumOff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5981700" y="2419350"/>
            <a:ext cx="5803192" cy="830997"/>
          </a:xfrm>
          <a:prstGeom prst="rect">
            <a:avLst/>
          </a:prstGeom>
          <a:noFill/>
        </p:spPr>
        <p:txBody>
          <a:bodyPr wrap="none" rtlCol="0">
            <a:spAutoFit/>
            <a:scene3d>
              <a:camera prst="orthographicFront"/>
              <a:lightRig rig="threePt" dir="t"/>
            </a:scene3d>
            <a:sp3d contourW="6350"/>
          </a:bodyPr>
          <a:lstStyle>
            <a:defPPr>
              <a:defRPr lang="zh-CN"/>
            </a:defPPr>
            <a:lvl1pPr>
              <a:defRPr sz="2800" b="1">
                <a:solidFill>
                  <a:schemeClr val="tx1">
                    <a:lumMod val="75000"/>
                    <a:lumOff val="25000"/>
                  </a:schemeClr>
                </a:solidFill>
              </a:defRPr>
            </a:lvl1pPr>
          </a:lstStyle>
          <a:p>
            <a:r>
              <a:rPr lang="en-US" altLang="zh-CN" sz="4800" dirty="0">
                <a:solidFill>
                  <a:srgbClr val="FFFF00"/>
                </a:solidFill>
              </a:rPr>
              <a:t>5  </a:t>
            </a:r>
            <a:r>
              <a:rPr lang="zh-CN" altLang="en-US" sz="4800" dirty="0">
                <a:solidFill>
                  <a:srgbClr val="FFFF00"/>
                </a:solidFill>
              </a:rPr>
              <a:t>二元函数的微分学</a:t>
            </a:r>
            <a:endParaRPr lang="zh-CN" altLang="en-US" sz="4800" dirty="0">
              <a:solidFill>
                <a:srgbClr val="FFFF00"/>
              </a:solidFill>
            </a:endParaRPr>
          </a:p>
        </p:txBody>
      </p:sp>
      <p:pic>
        <p:nvPicPr>
          <p:cNvPr id="16" name="图片占位符 15"/>
          <p:cNvPicPr>
            <a:picLocks noGrp="1" noChangeAspect="1"/>
          </p:cNvPicPr>
          <p:nvPr>
            <p:ph type="pic" sz="quarter" idx="10"/>
          </p:nvPr>
        </p:nvPicPr>
        <p:blipFill>
          <a:blip r:embed="rId1" cstate="screen"/>
          <a:srcRect/>
          <a:stretch>
            <a:fillRect/>
          </a:stretch>
        </p:blipFill>
        <p:spPr/>
      </p:pic>
      <p:cxnSp>
        <p:nvCxnSpPr>
          <p:cNvPr id="19" name="直接连接符 18"/>
          <p:cNvCxnSpPr/>
          <p:nvPr/>
        </p:nvCxnSpPr>
        <p:spPr>
          <a:xfrm>
            <a:off x="6096000" y="3235833"/>
            <a:ext cx="3135086"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advTm="4000">
    <p:fade/>
  </p:transition>
</p:sld>
</file>

<file path=ppt/slides/slide63.xml><?xml version="1.0" encoding="utf-8"?>
<p:sld xmlns:a="http://schemas.openxmlformats.org/drawingml/2006/main" xmlns:r="http://schemas.openxmlformats.org/officeDocument/2006/relationships" xmlns:p="http://schemas.openxmlformats.org/presentationml/2006/main">
  <p:cSld>
    <p:bg>
      <p:bgPr>
        <a:gradFill>
          <a:gsLst>
            <a:gs pos="0">
              <a:srgbClr val="0D1B2A"/>
            </a:gs>
            <a:gs pos="60000">
              <a:srgbClr val="1B263B"/>
            </a:gs>
            <a:gs pos="100000">
              <a:srgbClr val="102A43"/>
            </a:gs>
          </a:gsLst>
          <a:lin ang="2700000" scaled="0"/>
        </a:gradFill>
        <a:effectLst/>
      </p:bgPr>
    </p:bg>
    <p:spTree>
      <p:nvGrpSpPr>
        <p:cNvPr id="1" name=""/>
        <p:cNvGrpSpPr/>
        <p:nvPr/>
      </p:nvGrpSpPr>
      <p:grpSpPr>
        <a:xfrm>
          <a:off x="0" y="0"/>
          <a:ext cx="0" cy="0"/>
          <a:chOff x="0" y="0"/>
          <a:chExt cx="0" cy="0"/>
        </a:xfrm>
      </p:grpSpPr>
      <p:sp>
        <p:nvSpPr>
          <p:cNvPr id="8" name="矩形 7"/>
          <p:cNvSpPr/>
          <p:nvPr/>
        </p:nvSpPr>
        <p:spPr>
          <a:xfrm>
            <a:off x="1127501" y="1340598"/>
            <a:ext cx="7804597" cy="3197042"/>
          </a:xfrm>
          <a:prstGeom prst="rect">
            <a:avLst/>
          </a:prstGeom>
          <a:noFill/>
          <a:ln w="28575">
            <a:solidFill>
              <a:srgbClr val="0070C0"/>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mc:AlternateContent xmlns:mc="http://schemas.openxmlformats.org/markup-compatibility/2006">
        <mc:Choice xmlns:a14="http://schemas.microsoft.com/office/drawing/2010/main" Requires="a14">
          <p:sp>
            <p:nvSpPr>
              <p:cNvPr id="9" name="文本框 8"/>
              <p:cNvSpPr txBox="1"/>
              <p:nvPr/>
            </p:nvSpPr>
            <p:spPr>
              <a:xfrm>
                <a:off x="1302922" y="1728178"/>
                <a:ext cx="7453039" cy="3322955"/>
              </a:xfrm>
              <a:prstGeom prst="rect">
                <a:avLst/>
              </a:prstGeom>
              <a:noFill/>
            </p:spPr>
            <p:txBody>
              <a:bodyPr wrap="square" rtlCol="0">
                <a:spAutoFit/>
              </a:bodyPr>
              <a:lstStyle/>
              <a:p>
                <a:pPr>
                  <a:lnSpc>
                    <a:spcPct val="150000"/>
                  </a:lnSpc>
                </a:pPr>
                <a:r>
                  <a:rPr lang="zh-CN" altLang="en-US" sz="2800" b="1" u="sng" dirty="0">
                    <a:solidFill>
                      <a:schemeClr val="bg1"/>
                    </a:solidFill>
                    <a:latin typeface="微软雅黑" panose="020B0503020204020204" charset="-122"/>
                    <a:ea typeface="微软雅黑" panose="020B0503020204020204" charset="-122"/>
                  </a:rPr>
                  <a:t>定义 </a:t>
                </a:r>
                <a:r>
                  <a:rPr lang="en-US" altLang="zh-CN" sz="2800" b="1" u="sng" dirty="0">
                    <a:solidFill>
                      <a:schemeClr val="bg1"/>
                    </a:solidFill>
                    <a:latin typeface="微软雅黑" panose="020B0503020204020204" charset="-122"/>
                    <a:ea typeface="微软雅黑" panose="020B0503020204020204" charset="-122"/>
                  </a:rPr>
                  <a:t> </a:t>
                </a:r>
                <a:r>
                  <a:rPr lang="zh-CN" altLang="en-US" sz="2800" b="1" dirty="0">
                    <a:solidFill>
                      <a:schemeClr val="bg1"/>
                    </a:solidFill>
                    <a:latin typeface="微软雅黑" panose="020B0503020204020204" charset="-122"/>
                    <a:ea typeface="微软雅黑" panose="020B0503020204020204" charset="-122"/>
                  </a:rPr>
                  <a:t> 如果函数</a:t>
                </a:r>
                <a14:m>
                  <m:oMath xmlns:m="http://schemas.openxmlformats.org/officeDocument/2006/math">
                    <m:r>
                      <a:rPr lang="en-US" altLang="zh-CN" sz="2800" b="1" i="1" dirty="0" smtClean="0">
                        <a:solidFill>
                          <a:schemeClr val="bg1"/>
                        </a:solidFill>
                        <a:latin typeface="Cambria Math" panose="02040503050406030204"/>
                        <a:ea typeface="微软雅黑" panose="020B0503020204020204" charset="-122"/>
                      </a:rPr>
                      <m:t>𝒛</m:t>
                    </m:r>
                    <m:r>
                      <a:rPr lang="en-US" altLang="zh-CN" sz="2800" b="1" i="1" dirty="0" smtClean="0">
                        <a:solidFill>
                          <a:schemeClr val="bg1"/>
                        </a:solidFill>
                        <a:latin typeface="Cambria Math" panose="02040503050406030204"/>
                        <a:ea typeface="微软雅黑" panose="020B0503020204020204" charset="-122"/>
                      </a:rPr>
                      <m:t>=</m:t>
                    </m:r>
                    <m:r>
                      <a:rPr lang="en-US" altLang="zh-CN" sz="2800" b="1" i="1" dirty="0" smtClean="0">
                        <a:solidFill>
                          <a:schemeClr val="bg1"/>
                        </a:solidFill>
                        <a:latin typeface="Cambria Math" panose="02040503050406030204"/>
                        <a:ea typeface="微软雅黑" panose="020B0503020204020204" charset="-122"/>
                      </a:rPr>
                      <m:t>𝒇</m:t>
                    </m:r>
                    <m:r>
                      <a:rPr lang="zh-CN" altLang="en-US" sz="2800" b="1" i="1" dirty="0">
                        <a:solidFill>
                          <a:schemeClr val="bg1"/>
                        </a:solidFill>
                        <a:latin typeface="Cambria Math" panose="02040503050406030204"/>
                        <a:ea typeface="微软雅黑" panose="020B0503020204020204" charset="-122"/>
                      </a:rPr>
                      <m:t>（</m:t>
                    </m:r>
                    <m:r>
                      <a:rPr lang="en-US" altLang="zh-CN" sz="2800" b="1" i="1" dirty="0" err="1">
                        <a:solidFill>
                          <a:schemeClr val="bg1"/>
                        </a:solidFill>
                        <a:latin typeface="Cambria Math" panose="02040503050406030204"/>
                        <a:ea typeface="微软雅黑" panose="020B0503020204020204" charset="-122"/>
                      </a:rPr>
                      <m:t>𝒙</m:t>
                    </m:r>
                    <m:r>
                      <a:rPr lang="en-US" altLang="zh-CN" sz="2800" b="1" i="1" dirty="0" err="1">
                        <a:solidFill>
                          <a:schemeClr val="bg1"/>
                        </a:solidFill>
                        <a:latin typeface="Cambria Math" panose="02040503050406030204"/>
                        <a:ea typeface="微软雅黑" panose="020B0503020204020204" charset="-122"/>
                      </a:rPr>
                      <m:t>,</m:t>
                    </m:r>
                    <m:r>
                      <a:rPr lang="en-US" altLang="zh-CN" sz="2800" b="1" i="1" dirty="0" err="1">
                        <a:solidFill>
                          <a:schemeClr val="bg1"/>
                        </a:solidFill>
                        <a:latin typeface="Cambria Math" panose="02040503050406030204"/>
                        <a:ea typeface="微软雅黑" panose="020B0503020204020204" charset="-122"/>
                      </a:rPr>
                      <m:t>𝒚</m:t>
                    </m:r>
                    <m:r>
                      <a:rPr lang="zh-CN" altLang="en-US" sz="2800" b="1" i="1" dirty="0">
                        <a:solidFill>
                          <a:schemeClr val="bg1"/>
                        </a:solidFill>
                        <a:latin typeface="Cambria Math" panose="02040503050406030204"/>
                        <a:ea typeface="微软雅黑" panose="020B0503020204020204" charset="-122"/>
                      </a:rPr>
                      <m:t>）</m:t>
                    </m:r>
                  </m:oMath>
                </a14:m>
                <a:r>
                  <a:rPr lang="zh-CN" altLang="en-US" sz="2800" b="1" dirty="0">
                    <a:solidFill>
                      <a:schemeClr val="bg1"/>
                    </a:solidFill>
                    <a:latin typeface="微软雅黑" panose="020B0503020204020204" charset="-122"/>
                    <a:ea typeface="微软雅黑" panose="020B0503020204020204" charset="-122"/>
                  </a:rPr>
                  <a:t>在区域</a:t>
                </a:r>
                <a14:m>
                  <m:oMath xmlns:m="http://schemas.openxmlformats.org/officeDocument/2006/math">
                    <m:r>
                      <a:rPr lang="en-US" altLang="zh-CN" sz="2800" b="1" i="1" dirty="0" smtClean="0">
                        <a:solidFill>
                          <a:schemeClr val="bg1"/>
                        </a:solidFill>
                        <a:latin typeface="Cambria Math" panose="02040503050406030204"/>
                        <a:ea typeface="微软雅黑" panose="020B0503020204020204" charset="-122"/>
                      </a:rPr>
                      <m:t>𝑫</m:t>
                    </m:r>
                  </m:oMath>
                </a14:m>
                <a:r>
                  <a:rPr lang="zh-CN" altLang="en-US" sz="2800" b="1" dirty="0">
                    <a:solidFill>
                      <a:schemeClr val="bg1"/>
                    </a:solidFill>
                    <a:latin typeface="微软雅黑" panose="020B0503020204020204" charset="-122"/>
                    <a:ea typeface="微软雅黑" panose="020B0503020204020204" charset="-122"/>
                  </a:rPr>
                  <a:t>内每一点处对</a:t>
                </a:r>
                <a14:m>
                  <m:oMath xmlns:m="http://schemas.openxmlformats.org/officeDocument/2006/math">
                    <m:r>
                      <a:rPr lang="en-US" altLang="zh-CN" sz="2800" b="1" i="1" dirty="0" smtClean="0">
                        <a:solidFill>
                          <a:schemeClr val="bg1"/>
                        </a:solidFill>
                        <a:latin typeface="Cambria Math" panose="02040503050406030204"/>
                        <a:ea typeface="微软雅黑" panose="020B0503020204020204" charset="-122"/>
                      </a:rPr>
                      <m:t>𝒙</m:t>
                    </m:r>
                  </m:oMath>
                </a14:m>
                <a:r>
                  <a:rPr lang="zh-CN" altLang="en-US" sz="2800" b="1" dirty="0">
                    <a:solidFill>
                      <a:schemeClr val="bg1"/>
                    </a:solidFill>
                    <a:latin typeface="微软雅黑" panose="020B0503020204020204" charset="-122"/>
                    <a:ea typeface="微软雅黑" panose="020B0503020204020204" charset="-122"/>
                  </a:rPr>
                  <a:t>（或对</a:t>
                </a:r>
                <a14:m>
                  <m:oMath xmlns:m="http://schemas.openxmlformats.org/officeDocument/2006/math">
                    <m:r>
                      <a:rPr lang="en-US" altLang="zh-CN" sz="2800" b="1" i="1" dirty="0" smtClean="0">
                        <a:solidFill>
                          <a:schemeClr val="bg1"/>
                        </a:solidFill>
                        <a:latin typeface="Cambria Math" panose="02040503050406030204"/>
                        <a:ea typeface="微软雅黑" panose="020B0503020204020204" charset="-122"/>
                      </a:rPr>
                      <m:t>𝒚</m:t>
                    </m:r>
                  </m:oMath>
                </a14:m>
                <a:r>
                  <a:rPr lang="zh-CN" altLang="en-US" sz="2800" b="1" dirty="0">
                    <a:solidFill>
                      <a:schemeClr val="bg1"/>
                    </a:solidFill>
                    <a:latin typeface="微软雅黑" panose="020B0503020204020204" charset="-122"/>
                    <a:ea typeface="微软雅黑" panose="020B0503020204020204" charset="-122"/>
                  </a:rPr>
                  <a:t>）的偏导数都存在，那么这个偏导数也是关于</a:t>
                </a:r>
                <a14:m>
                  <m:oMath xmlns:m="http://schemas.openxmlformats.org/officeDocument/2006/math">
                    <m:r>
                      <a:rPr lang="en-US" altLang="zh-CN" sz="2800" b="1" i="1" dirty="0" smtClean="0">
                        <a:solidFill>
                          <a:schemeClr val="bg1"/>
                        </a:solidFill>
                        <a:latin typeface="Cambria Math" panose="02040503050406030204"/>
                        <a:ea typeface="微软雅黑" panose="020B0503020204020204" charset="-122"/>
                      </a:rPr>
                      <m:t>𝒙</m:t>
                    </m:r>
                    <m:r>
                      <a:rPr lang="zh-CN" altLang="en-US" sz="2800" b="1" i="1" dirty="0">
                        <a:solidFill>
                          <a:schemeClr val="bg1"/>
                        </a:solidFill>
                        <a:latin typeface="Cambria Math" panose="02040503050406030204"/>
                        <a:ea typeface="微软雅黑" panose="020B0503020204020204" charset="-122"/>
                      </a:rPr>
                      <m:t>，</m:t>
                    </m:r>
                    <m:r>
                      <a:rPr lang="en-US" altLang="zh-CN" sz="2800" b="1" i="1" dirty="0">
                        <a:solidFill>
                          <a:schemeClr val="bg1"/>
                        </a:solidFill>
                        <a:latin typeface="Cambria Math" panose="02040503050406030204"/>
                        <a:ea typeface="微软雅黑" panose="020B0503020204020204" charset="-122"/>
                      </a:rPr>
                      <m:t>𝒚</m:t>
                    </m:r>
                  </m:oMath>
                </a14:m>
                <a:r>
                  <a:rPr lang="zh-CN" altLang="en-US" sz="2800" b="1" dirty="0">
                    <a:solidFill>
                      <a:schemeClr val="bg1"/>
                    </a:solidFill>
                    <a:latin typeface="微软雅黑" panose="020B0503020204020204" charset="-122"/>
                    <a:ea typeface="微软雅黑" panose="020B0503020204020204" charset="-122"/>
                  </a:rPr>
                  <a:t>的二元函数，就称这个函数为</a:t>
                </a:r>
                <a14:m>
                  <m:oMath xmlns:m="http://schemas.openxmlformats.org/officeDocument/2006/math">
                    <m:r>
                      <a:rPr lang="en-US" altLang="zh-CN" sz="2800" b="1" i="1" dirty="0" smtClean="0">
                        <a:solidFill>
                          <a:schemeClr val="bg1"/>
                        </a:solidFill>
                        <a:latin typeface="Cambria Math" panose="02040503050406030204"/>
                        <a:ea typeface="微软雅黑" panose="020B0503020204020204" charset="-122"/>
                      </a:rPr>
                      <m:t>𝒛</m:t>
                    </m:r>
                    <m:r>
                      <a:rPr lang="en-US" altLang="zh-CN" sz="2800" b="1" i="1" dirty="0" smtClean="0">
                        <a:solidFill>
                          <a:schemeClr val="bg1"/>
                        </a:solidFill>
                        <a:latin typeface="Cambria Math" panose="02040503050406030204"/>
                        <a:ea typeface="微软雅黑" panose="020B0503020204020204" charset="-122"/>
                      </a:rPr>
                      <m:t>=</m:t>
                    </m:r>
                    <m:r>
                      <a:rPr lang="en-US" altLang="zh-CN" sz="2800" b="1" i="1" dirty="0" smtClean="0">
                        <a:solidFill>
                          <a:schemeClr val="bg1"/>
                        </a:solidFill>
                        <a:latin typeface="Cambria Math" panose="02040503050406030204"/>
                        <a:ea typeface="微软雅黑" panose="020B0503020204020204" charset="-122"/>
                      </a:rPr>
                      <m:t>𝒇</m:t>
                    </m:r>
                    <m:r>
                      <a:rPr lang="zh-CN" altLang="en-US" sz="2800" b="1" i="1" dirty="0">
                        <a:solidFill>
                          <a:schemeClr val="bg1"/>
                        </a:solidFill>
                        <a:latin typeface="Cambria Math" panose="02040503050406030204"/>
                        <a:ea typeface="微软雅黑" panose="020B0503020204020204" charset="-122"/>
                      </a:rPr>
                      <m:t>（</m:t>
                    </m:r>
                    <m:r>
                      <a:rPr lang="en-US" altLang="zh-CN" sz="2800" b="1" i="1" dirty="0" err="1">
                        <a:solidFill>
                          <a:schemeClr val="bg1"/>
                        </a:solidFill>
                        <a:latin typeface="Cambria Math" panose="02040503050406030204"/>
                        <a:ea typeface="微软雅黑" panose="020B0503020204020204" charset="-122"/>
                      </a:rPr>
                      <m:t>𝒙</m:t>
                    </m:r>
                    <m:r>
                      <a:rPr lang="en-US" altLang="zh-CN" sz="2800" b="1" i="1" dirty="0" err="1">
                        <a:solidFill>
                          <a:schemeClr val="bg1"/>
                        </a:solidFill>
                        <a:latin typeface="Cambria Math" panose="02040503050406030204"/>
                        <a:ea typeface="微软雅黑" panose="020B0503020204020204" charset="-122"/>
                      </a:rPr>
                      <m:t>,</m:t>
                    </m:r>
                    <m:r>
                      <a:rPr lang="en-US" altLang="zh-CN" sz="2800" b="1" i="1" dirty="0" err="1">
                        <a:solidFill>
                          <a:schemeClr val="bg1"/>
                        </a:solidFill>
                        <a:latin typeface="Cambria Math" panose="02040503050406030204"/>
                        <a:ea typeface="微软雅黑" panose="020B0503020204020204" charset="-122"/>
                      </a:rPr>
                      <m:t>𝒚</m:t>
                    </m:r>
                    <m:r>
                      <a:rPr lang="zh-CN" altLang="en-US" sz="2800" b="1" i="1" dirty="0">
                        <a:solidFill>
                          <a:schemeClr val="bg1"/>
                        </a:solidFill>
                        <a:latin typeface="Cambria Math" panose="02040503050406030204"/>
                        <a:ea typeface="微软雅黑" panose="020B0503020204020204" charset="-122"/>
                      </a:rPr>
                      <m:t>）</m:t>
                    </m:r>
                  </m:oMath>
                </a14:m>
                <a:r>
                  <a:rPr lang="zh-CN" altLang="en-US" sz="2800" b="1" dirty="0">
                    <a:solidFill>
                      <a:schemeClr val="bg1"/>
                    </a:solidFill>
                    <a:latin typeface="微软雅黑" panose="020B0503020204020204" charset="-122"/>
                    <a:ea typeface="微软雅黑" panose="020B0503020204020204" charset="-122"/>
                  </a:rPr>
                  <a:t>对</a:t>
                </a:r>
                <a14:m>
                  <m:oMath xmlns:m="http://schemas.openxmlformats.org/officeDocument/2006/math">
                    <m:r>
                      <a:rPr lang="en-US" altLang="zh-CN" sz="2800" b="1" i="1" dirty="0" smtClean="0">
                        <a:solidFill>
                          <a:schemeClr val="bg1"/>
                        </a:solidFill>
                        <a:latin typeface="Cambria Math" panose="02040503050406030204"/>
                        <a:ea typeface="微软雅黑" panose="020B0503020204020204" charset="-122"/>
                      </a:rPr>
                      <m:t>𝒙</m:t>
                    </m:r>
                  </m:oMath>
                </a14:m>
                <a:r>
                  <a:rPr lang="zh-CN" altLang="en-US" sz="2800" b="1" dirty="0">
                    <a:solidFill>
                      <a:schemeClr val="bg1"/>
                    </a:solidFill>
                    <a:latin typeface="微软雅黑" panose="020B0503020204020204" charset="-122"/>
                    <a:ea typeface="微软雅黑" panose="020B0503020204020204" charset="-122"/>
                  </a:rPr>
                  <a:t>（或对</a:t>
                </a:r>
                <a14:m>
                  <m:oMath xmlns:m="http://schemas.openxmlformats.org/officeDocument/2006/math">
                    <m:r>
                      <a:rPr lang="en-US" altLang="zh-CN" sz="2800" b="1" i="1" dirty="0" smtClean="0">
                        <a:solidFill>
                          <a:schemeClr val="bg1"/>
                        </a:solidFill>
                        <a:latin typeface="Cambria Math" panose="02040503050406030204"/>
                        <a:ea typeface="微软雅黑" panose="020B0503020204020204" charset="-122"/>
                      </a:rPr>
                      <m:t>𝒚</m:t>
                    </m:r>
                  </m:oMath>
                </a14:m>
                <a:r>
                  <a:rPr lang="zh-CN" altLang="en-US" sz="2800" b="1" dirty="0">
                    <a:solidFill>
                      <a:schemeClr val="bg1"/>
                    </a:solidFill>
                    <a:latin typeface="微软雅黑" panose="020B0503020204020204" charset="-122"/>
                    <a:ea typeface="微软雅黑" panose="020B0503020204020204" charset="-122"/>
                  </a:rPr>
                  <a:t>）的偏导函数（简称偏导数），记为</a:t>
                </a:r>
                <a:endParaRPr lang="zh-CN" altLang="en-US" sz="2800" b="1" dirty="0">
                  <a:solidFill>
                    <a:schemeClr val="bg1"/>
                  </a:solidFill>
                  <a:latin typeface="微软雅黑" panose="020B0503020204020204" charset="-122"/>
                  <a:ea typeface="微软雅黑" panose="020B0503020204020204" charset="-122"/>
                </a:endParaRPr>
              </a:p>
            </p:txBody>
          </p:sp>
        </mc:Choice>
        <mc:Fallback>
          <p:sp>
            <p:nvSpPr>
              <p:cNvPr id="9" name="文本框 8"/>
              <p:cNvSpPr txBox="1">
                <a:spLocks noRot="1" noChangeAspect="1" noMove="1" noResize="1" noEditPoints="1" noAdjustHandles="1" noChangeArrowheads="1" noChangeShapeType="1" noTextEdit="1"/>
              </p:cNvSpPr>
              <p:nvPr/>
            </p:nvSpPr>
            <p:spPr>
              <a:xfrm>
                <a:off x="1302922" y="1728178"/>
                <a:ext cx="7453039" cy="3322955"/>
              </a:xfrm>
              <a:prstGeom prst="rect">
                <a:avLst/>
              </a:prstGeom>
              <a:blipFill rotWithShape="1">
                <a:blip r:embed="rId1"/>
                <a:stretch>
                  <a:fillRect l="-7" t="-10" r="8" b="10"/>
                </a:stretch>
              </a:blipFill>
            </p:spPr>
            <p:txBody>
              <a:bodyPr/>
              <a:lstStyle/>
              <a:p>
                <a:r>
                  <a:rPr lang="zh-CN" altLang="en-US">
                    <a:noFill/>
                  </a:rPr>
                  <a:t> </a:t>
                </a:r>
              </a:p>
            </p:txBody>
          </p:sp>
        </mc:Fallback>
      </mc:AlternateContent>
      <p:sp>
        <p:nvSpPr>
          <p:cNvPr id="11" name="矩形: 圆角 133"/>
          <p:cNvSpPr/>
          <p:nvPr/>
        </p:nvSpPr>
        <p:spPr>
          <a:xfrm rot="2700000">
            <a:off x="481528" y="324463"/>
            <a:ext cx="608141" cy="608141"/>
          </a:xfrm>
          <a:prstGeom prst="roundRect">
            <a:avLst/>
          </a:prstGeom>
          <a:solidFill>
            <a:schemeClr val="accent1"/>
          </a:solidFill>
          <a:ln w="38100">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Arial" panose="020B0604020202020204"/>
              <a:ea typeface="微软雅黑" panose="020B0503020204020204" charset="-122"/>
              <a:cs typeface="+mn-cs"/>
            </a:endParaRPr>
          </a:p>
        </p:txBody>
      </p:sp>
      <p:cxnSp>
        <p:nvCxnSpPr>
          <p:cNvPr id="12" name="直接连接符 11"/>
          <p:cNvCxnSpPr/>
          <p:nvPr/>
        </p:nvCxnSpPr>
        <p:spPr>
          <a:xfrm>
            <a:off x="1046328" y="1023585"/>
            <a:ext cx="11145672"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4" name="任意多边形: 形状 137"/>
          <p:cNvSpPr/>
          <p:nvPr/>
        </p:nvSpPr>
        <p:spPr>
          <a:xfrm rot="2700000">
            <a:off x="10236192" y="807057"/>
            <a:ext cx="433056" cy="433056"/>
          </a:xfrm>
          <a:custGeom>
            <a:avLst/>
            <a:gdLst>
              <a:gd name="connsiteX0" fmla="*/ 29688 w 542085"/>
              <a:gd name="connsiteY0" fmla="*/ 29687 h 542085"/>
              <a:gd name="connsiteX1" fmla="*/ 101359 w 542085"/>
              <a:gd name="connsiteY1" fmla="*/ 0 h 542085"/>
              <a:gd name="connsiteX2" fmla="*/ 506782 w 542085"/>
              <a:gd name="connsiteY2" fmla="*/ 0 h 542085"/>
              <a:gd name="connsiteX3" fmla="*/ 542085 w 542085"/>
              <a:gd name="connsiteY3" fmla="*/ 7127 h 542085"/>
              <a:gd name="connsiteX4" fmla="*/ 7127 w 542085"/>
              <a:gd name="connsiteY4" fmla="*/ 542085 h 542085"/>
              <a:gd name="connsiteX5" fmla="*/ 0 w 542085"/>
              <a:gd name="connsiteY5" fmla="*/ 506782 h 542085"/>
              <a:gd name="connsiteX6" fmla="*/ 0 w 542085"/>
              <a:gd name="connsiteY6" fmla="*/ 101359 h 542085"/>
              <a:gd name="connsiteX7" fmla="*/ 29688 w 542085"/>
              <a:gd name="connsiteY7" fmla="*/ 29687 h 542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2085" h="542085">
                <a:moveTo>
                  <a:pt x="29688" y="29687"/>
                </a:moveTo>
                <a:cubicBezTo>
                  <a:pt x="48030" y="11345"/>
                  <a:pt x="73370" y="0"/>
                  <a:pt x="101359" y="0"/>
                </a:cubicBezTo>
                <a:lnTo>
                  <a:pt x="506782" y="0"/>
                </a:lnTo>
                <a:lnTo>
                  <a:pt x="542085" y="7127"/>
                </a:lnTo>
                <a:lnTo>
                  <a:pt x="7127" y="542085"/>
                </a:lnTo>
                <a:lnTo>
                  <a:pt x="0" y="506782"/>
                </a:lnTo>
                <a:lnTo>
                  <a:pt x="0" y="101359"/>
                </a:lnTo>
                <a:cubicBezTo>
                  <a:pt x="0" y="73369"/>
                  <a:pt x="11345" y="48029"/>
                  <a:pt x="29688" y="29687"/>
                </a:cubicBezTo>
                <a:close/>
              </a:path>
            </a:pathLst>
          </a:cu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Arial" panose="020B0604020202020204"/>
              <a:ea typeface="微软雅黑" panose="020B0503020204020204" charset="-122"/>
              <a:cs typeface="+mn-cs"/>
            </a:endParaRPr>
          </a:p>
        </p:txBody>
      </p:sp>
      <p:sp>
        <p:nvSpPr>
          <p:cNvPr id="15" name="任意多边形: 形状 138"/>
          <p:cNvSpPr/>
          <p:nvPr/>
        </p:nvSpPr>
        <p:spPr>
          <a:xfrm rot="2700000">
            <a:off x="10688014" y="807057"/>
            <a:ext cx="433056" cy="433056"/>
          </a:xfrm>
          <a:custGeom>
            <a:avLst/>
            <a:gdLst>
              <a:gd name="connsiteX0" fmla="*/ 29688 w 542085"/>
              <a:gd name="connsiteY0" fmla="*/ 29687 h 542085"/>
              <a:gd name="connsiteX1" fmla="*/ 101359 w 542085"/>
              <a:gd name="connsiteY1" fmla="*/ 0 h 542085"/>
              <a:gd name="connsiteX2" fmla="*/ 506782 w 542085"/>
              <a:gd name="connsiteY2" fmla="*/ 0 h 542085"/>
              <a:gd name="connsiteX3" fmla="*/ 542085 w 542085"/>
              <a:gd name="connsiteY3" fmla="*/ 7127 h 542085"/>
              <a:gd name="connsiteX4" fmla="*/ 7127 w 542085"/>
              <a:gd name="connsiteY4" fmla="*/ 542085 h 542085"/>
              <a:gd name="connsiteX5" fmla="*/ 0 w 542085"/>
              <a:gd name="connsiteY5" fmla="*/ 506782 h 542085"/>
              <a:gd name="connsiteX6" fmla="*/ 0 w 542085"/>
              <a:gd name="connsiteY6" fmla="*/ 101359 h 542085"/>
              <a:gd name="connsiteX7" fmla="*/ 29688 w 542085"/>
              <a:gd name="connsiteY7" fmla="*/ 29687 h 542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2085" h="542085">
                <a:moveTo>
                  <a:pt x="29688" y="29687"/>
                </a:moveTo>
                <a:cubicBezTo>
                  <a:pt x="48030" y="11345"/>
                  <a:pt x="73370" y="0"/>
                  <a:pt x="101359" y="0"/>
                </a:cubicBezTo>
                <a:lnTo>
                  <a:pt x="506782" y="0"/>
                </a:lnTo>
                <a:lnTo>
                  <a:pt x="542085" y="7127"/>
                </a:lnTo>
                <a:lnTo>
                  <a:pt x="7127" y="542085"/>
                </a:lnTo>
                <a:lnTo>
                  <a:pt x="0" y="506782"/>
                </a:lnTo>
                <a:lnTo>
                  <a:pt x="0" y="101359"/>
                </a:lnTo>
                <a:cubicBezTo>
                  <a:pt x="0" y="73369"/>
                  <a:pt x="11345" y="48029"/>
                  <a:pt x="29688" y="29687"/>
                </a:cubicBezTo>
                <a:close/>
              </a:path>
            </a:pathLst>
          </a:cu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Arial" panose="020B0604020202020204"/>
              <a:ea typeface="微软雅黑" panose="020B0503020204020204" charset="-122"/>
              <a:cs typeface="+mn-cs"/>
            </a:endParaRPr>
          </a:p>
        </p:txBody>
      </p:sp>
      <p:sp>
        <p:nvSpPr>
          <p:cNvPr id="16" name="任意多边形: 形状 139"/>
          <p:cNvSpPr/>
          <p:nvPr/>
        </p:nvSpPr>
        <p:spPr>
          <a:xfrm rot="2700000">
            <a:off x="11139835" y="807057"/>
            <a:ext cx="433056" cy="433056"/>
          </a:xfrm>
          <a:custGeom>
            <a:avLst/>
            <a:gdLst>
              <a:gd name="connsiteX0" fmla="*/ 29688 w 542085"/>
              <a:gd name="connsiteY0" fmla="*/ 29687 h 542085"/>
              <a:gd name="connsiteX1" fmla="*/ 101359 w 542085"/>
              <a:gd name="connsiteY1" fmla="*/ 0 h 542085"/>
              <a:gd name="connsiteX2" fmla="*/ 506782 w 542085"/>
              <a:gd name="connsiteY2" fmla="*/ 0 h 542085"/>
              <a:gd name="connsiteX3" fmla="*/ 542085 w 542085"/>
              <a:gd name="connsiteY3" fmla="*/ 7127 h 542085"/>
              <a:gd name="connsiteX4" fmla="*/ 7127 w 542085"/>
              <a:gd name="connsiteY4" fmla="*/ 542085 h 542085"/>
              <a:gd name="connsiteX5" fmla="*/ 0 w 542085"/>
              <a:gd name="connsiteY5" fmla="*/ 506782 h 542085"/>
              <a:gd name="connsiteX6" fmla="*/ 0 w 542085"/>
              <a:gd name="connsiteY6" fmla="*/ 101359 h 542085"/>
              <a:gd name="connsiteX7" fmla="*/ 29688 w 542085"/>
              <a:gd name="connsiteY7" fmla="*/ 29687 h 542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2085" h="542085">
                <a:moveTo>
                  <a:pt x="29688" y="29687"/>
                </a:moveTo>
                <a:cubicBezTo>
                  <a:pt x="48030" y="11345"/>
                  <a:pt x="73370" y="0"/>
                  <a:pt x="101359" y="0"/>
                </a:cubicBezTo>
                <a:lnTo>
                  <a:pt x="506782" y="0"/>
                </a:lnTo>
                <a:lnTo>
                  <a:pt x="542085" y="7127"/>
                </a:lnTo>
                <a:lnTo>
                  <a:pt x="7127" y="542085"/>
                </a:lnTo>
                <a:lnTo>
                  <a:pt x="0" y="506782"/>
                </a:lnTo>
                <a:lnTo>
                  <a:pt x="0" y="101359"/>
                </a:lnTo>
                <a:cubicBezTo>
                  <a:pt x="0" y="73369"/>
                  <a:pt x="11345" y="48029"/>
                  <a:pt x="29688" y="29687"/>
                </a:cubicBezTo>
                <a:close/>
              </a:path>
            </a:pathLst>
          </a:cu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Arial" panose="020B0604020202020204"/>
              <a:ea typeface="微软雅黑" panose="020B0503020204020204" charset="-122"/>
              <a:cs typeface="+mn-cs"/>
            </a:endParaRPr>
          </a:p>
        </p:txBody>
      </p:sp>
      <p:sp>
        <p:nvSpPr>
          <p:cNvPr id="13" name="文本框 135"/>
          <p:cNvSpPr txBox="1"/>
          <p:nvPr/>
        </p:nvSpPr>
        <p:spPr>
          <a:xfrm>
            <a:off x="1403349" y="366923"/>
            <a:ext cx="4674678" cy="584775"/>
          </a:xfrm>
          <a:prstGeom prst="rect">
            <a:avLst/>
          </a:prstGeom>
          <a:noFill/>
        </p:spPr>
        <p:txBody>
          <a:bodyPr wrap="none" rtlCol="0">
            <a:spAutoFit/>
            <a:scene3d>
              <a:camera prst="orthographicFront"/>
              <a:lightRig rig="threePt" dir="t"/>
            </a:scene3d>
            <a:sp3d contourW="6350"/>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chemeClr val="bg1"/>
                </a:solidFill>
                <a:effectLst/>
                <a:uLnTx/>
                <a:uFillTx/>
                <a:latin typeface="Arial" panose="020B0604020202020204"/>
                <a:ea typeface="微软雅黑" panose="020B0503020204020204" charset="-122"/>
                <a:cs typeface="+mn-cs"/>
              </a:rPr>
              <a:t>5.1  </a:t>
            </a:r>
            <a:r>
              <a:rPr kumimoji="0" lang="zh-CN" altLang="en-US" sz="3200" b="1" i="0" u="none" strike="noStrike" kern="1200" cap="none" spc="0" normalizeH="0" baseline="0" noProof="0" dirty="0">
                <a:ln>
                  <a:noFill/>
                </a:ln>
                <a:solidFill>
                  <a:schemeClr val="bg1"/>
                </a:solidFill>
                <a:effectLst/>
                <a:uLnTx/>
                <a:uFillTx/>
                <a:latin typeface="Arial" panose="020B0604020202020204"/>
                <a:ea typeface="微软雅黑" panose="020B0503020204020204" charset="-122"/>
                <a:cs typeface="+mn-cs"/>
              </a:rPr>
              <a:t>偏导数的概念及计算</a:t>
            </a:r>
            <a:endParaRPr kumimoji="0" lang="zh-CN" altLang="en-US" sz="3200" b="1" i="0" u="none" strike="noStrike" kern="1200" cap="none" spc="0" normalizeH="0" baseline="0" noProof="0" dirty="0">
              <a:ln>
                <a:noFill/>
              </a:ln>
              <a:solidFill>
                <a:schemeClr val="bg1"/>
              </a:solidFill>
              <a:effectLst/>
              <a:uLnTx/>
              <a:uFillTx/>
              <a:latin typeface="Arial" panose="020B0604020202020204"/>
              <a:ea typeface="微软雅黑" panose="020B0503020204020204" charset="-122"/>
              <a:cs typeface="+mn-cs"/>
            </a:endParaRPr>
          </a:p>
        </p:txBody>
      </p:sp>
      <p:pic>
        <p:nvPicPr>
          <p:cNvPr id="18" name="图片 17"/>
          <p:cNvPicPr>
            <a:picLocks noChangeAspect="1"/>
          </p:cNvPicPr>
          <p:nvPr/>
        </p:nvPicPr>
        <p:blipFill>
          <a:blip r:embed="rId2"/>
          <a:stretch>
            <a:fillRect/>
          </a:stretch>
        </p:blipFill>
        <p:spPr>
          <a:xfrm>
            <a:off x="5088255" y="4436745"/>
            <a:ext cx="6610350" cy="855345"/>
          </a:xfrm>
          <a:prstGeom prst="rect">
            <a:avLst/>
          </a:prstGeom>
        </p:spPr>
      </p:pic>
      <mc:AlternateContent xmlns:mc="http://schemas.openxmlformats.org/markup-compatibility/2006">
        <mc:Choice xmlns:a14="http://schemas.microsoft.com/office/drawing/2010/main" Requires="a14">
          <p:sp>
            <p:nvSpPr>
              <p:cNvPr id="20" name="矩形 19"/>
              <p:cNvSpPr/>
              <p:nvPr/>
            </p:nvSpPr>
            <p:spPr>
              <a:xfrm>
                <a:off x="3940175" y="5857240"/>
                <a:ext cx="7457440" cy="838200"/>
              </a:xfrm>
              <a:prstGeom prst="rect">
                <a:avLst/>
              </a:prstGeom>
              <a:solidFill>
                <a:srgbClr val="FFC000"/>
              </a:solidFill>
            </p:spPr>
            <p:txBody>
              <a:bodyPr wrap="square">
                <a:noAutofit/>
              </a:bodyPr>
              <a:lstStyle/>
              <a:p>
                <a:r>
                  <a:rPr lang="zh-CN" altLang="en-US" dirty="0">
                    <a:solidFill>
                      <a:schemeClr val="bg1"/>
                    </a:solidFill>
                    <a:latin typeface="Kaiti SC" panose="02010600040101010101" pitchFamily="2" charset="-122"/>
                    <a:ea typeface="Kaiti SC" panose="02010600040101010101" pitchFamily="2" charset="-122"/>
                  </a:rPr>
                  <a:t>偏导数的记号</a:t>
                </a:r>
                <a14:m>
                  <m:oMath xmlns:m="http://schemas.openxmlformats.org/officeDocument/2006/math">
                    <m:f>
                      <m:fPr>
                        <m:ctrlPr>
                          <a:rPr lang="en-US" altLang="zh-CN" i="1" smtClean="0">
                            <a:solidFill>
                              <a:schemeClr val="bg1"/>
                            </a:solidFill>
                            <a:latin typeface="Cambria Math" panose="02040503050406030204" pitchFamily="18" charset="0"/>
                            <a:ea typeface="Kaiti SC" panose="02010600040101010101" pitchFamily="2" charset="-122"/>
                          </a:rPr>
                        </m:ctrlPr>
                      </m:fPr>
                      <m:num>
                        <m:r>
                          <a:rPr lang="zh-CN" altLang="en-US" i="1" smtClean="0">
                            <a:solidFill>
                              <a:schemeClr val="bg1"/>
                            </a:solidFill>
                            <a:latin typeface="Cambria Math" panose="02040503050406030204"/>
                            <a:ea typeface="Kaiti SC" panose="02010600040101010101" pitchFamily="2" charset="-122"/>
                          </a:rPr>
                          <m:t>𝜕</m:t>
                        </m:r>
                      </m:num>
                      <m:den>
                        <m:r>
                          <a:rPr lang="zh-CN" altLang="en-US" i="1" smtClean="0">
                            <a:solidFill>
                              <a:schemeClr val="bg1"/>
                            </a:solidFill>
                            <a:latin typeface="Cambria Math" panose="02040503050406030204"/>
                            <a:ea typeface="Kaiti SC" panose="02010600040101010101" pitchFamily="2" charset="-122"/>
                          </a:rPr>
                          <m:t>𝜕</m:t>
                        </m:r>
                        <m:r>
                          <a:rPr lang="en-US" altLang="zh-CN" b="0" i="1" smtClean="0">
                            <a:solidFill>
                              <a:schemeClr val="bg1"/>
                            </a:solidFill>
                            <a:latin typeface="Cambria Math" panose="02040503050406030204"/>
                            <a:ea typeface="Kaiti SC" panose="02010600040101010101" pitchFamily="2" charset="-122"/>
                          </a:rPr>
                          <m:t>𝑥</m:t>
                        </m:r>
                      </m:den>
                    </m:f>
                    <m:r>
                      <a:rPr lang="zh-CN" altLang="en-US" b="0" i="1" smtClean="0">
                        <a:solidFill>
                          <a:schemeClr val="bg1"/>
                        </a:solidFill>
                        <a:latin typeface="Cambria Math" panose="02040503050406030204"/>
                        <a:ea typeface="Kaiti SC" panose="02010600040101010101" pitchFamily="2" charset="-122"/>
                      </a:rPr>
                      <m:t>，</m:t>
                    </m:r>
                    <m:f>
                      <m:fPr>
                        <m:ctrlPr>
                          <a:rPr lang="en-US" altLang="zh-CN" b="0" i="1" smtClean="0">
                            <a:solidFill>
                              <a:schemeClr val="bg1"/>
                            </a:solidFill>
                            <a:latin typeface="Cambria Math" panose="02040503050406030204" pitchFamily="18" charset="0"/>
                            <a:ea typeface="Kaiti SC" panose="02010600040101010101" pitchFamily="2" charset="-122"/>
                          </a:rPr>
                        </m:ctrlPr>
                      </m:fPr>
                      <m:num>
                        <m:r>
                          <a:rPr lang="zh-CN" altLang="en-US" b="0" i="1" smtClean="0">
                            <a:solidFill>
                              <a:schemeClr val="bg1"/>
                            </a:solidFill>
                            <a:latin typeface="Cambria Math" panose="02040503050406030204"/>
                            <a:ea typeface="Kaiti SC" panose="02010600040101010101" pitchFamily="2" charset="-122"/>
                          </a:rPr>
                          <m:t>𝜕</m:t>
                        </m:r>
                      </m:num>
                      <m:den>
                        <m:r>
                          <a:rPr lang="zh-CN" altLang="en-US" b="0" i="1" smtClean="0">
                            <a:solidFill>
                              <a:schemeClr val="bg1"/>
                            </a:solidFill>
                            <a:latin typeface="Cambria Math" panose="02040503050406030204"/>
                            <a:ea typeface="Kaiti SC" panose="02010600040101010101" pitchFamily="2" charset="-122"/>
                          </a:rPr>
                          <m:t>𝜕</m:t>
                        </m:r>
                        <m:r>
                          <a:rPr lang="en-US" altLang="zh-CN" b="0" i="1" smtClean="0">
                            <a:solidFill>
                              <a:schemeClr val="bg1"/>
                            </a:solidFill>
                            <a:latin typeface="Cambria Math" panose="02040503050406030204"/>
                            <a:ea typeface="Kaiti SC" panose="02010600040101010101" pitchFamily="2" charset="-122"/>
                          </a:rPr>
                          <m:t>𝑦</m:t>
                        </m:r>
                      </m:den>
                    </m:f>
                  </m:oMath>
                </a14:m>
                <a:r>
                  <a:rPr lang="zh-CN" altLang="en-US" dirty="0">
                    <a:solidFill>
                      <a:schemeClr val="bg1"/>
                    </a:solidFill>
                    <a:latin typeface="Kaiti SC" panose="02010600040101010101" pitchFamily="2" charset="-122"/>
                    <a:ea typeface="Kaiti SC" panose="02010600040101010101" pitchFamily="2" charset="-122"/>
                  </a:rPr>
                  <a:t>是一个整体的记号，不能看作分子分母之商.</a:t>
                </a:r>
                <a:endParaRPr lang="zh-CN" altLang="en-US" dirty="0">
                  <a:solidFill>
                    <a:schemeClr val="bg1"/>
                  </a:solidFill>
                  <a:latin typeface="Kaiti SC" panose="02010600040101010101" pitchFamily="2" charset="-122"/>
                  <a:ea typeface="Kaiti SC" panose="02010600040101010101" pitchFamily="2" charset="-122"/>
                </a:endParaRPr>
              </a:p>
            </p:txBody>
          </p:sp>
        </mc:Choice>
        <mc:Fallback>
          <p:sp>
            <p:nvSpPr>
              <p:cNvPr id="20" name="矩形 19"/>
              <p:cNvSpPr>
                <a:spLocks noRot="1" noChangeAspect="1" noMove="1" noResize="1" noEditPoints="1" noAdjustHandles="1" noChangeArrowheads="1" noChangeShapeType="1" noTextEdit="1"/>
              </p:cNvSpPr>
              <p:nvPr/>
            </p:nvSpPr>
            <p:spPr>
              <a:xfrm>
                <a:off x="3940175" y="5857240"/>
                <a:ext cx="7457440" cy="838200"/>
              </a:xfrm>
              <a:prstGeom prst="rect">
                <a:avLst/>
              </a:prstGeom>
              <a:blipFill rotWithShape="1">
                <a:blip r:embed="rId3"/>
                <a:stretch>
                  <a:fillRect/>
                </a:stretch>
              </a:blipFill>
            </p:spPr>
            <p:txBody>
              <a:bodyPr/>
              <a:lstStyle/>
              <a:p>
                <a:r>
                  <a:rPr lang="zh-CN" altLang="en-US">
                    <a:noFill/>
                  </a:rPr>
                  <a:t> </a:t>
                </a:r>
              </a:p>
            </p:txBody>
          </p:sp>
        </mc:Fallback>
      </mc:AlternateContent>
      <p:sp>
        <p:nvSpPr>
          <p:cNvPr id="17" name="虚尾箭头 16"/>
          <p:cNvSpPr/>
          <p:nvPr/>
        </p:nvSpPr>
        <p:spPr>
          <a:xfrm>
            <a:off x="3935664" y="5372427"/>
            <a:ext cx="952020" cy="598438"/>
          </a:xfrm>
          <a:prstGeom prst="stripedRight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b="1" dirty="0">
                <a:solidFill>
                  <a:schemeClr val="bg1"/>
                </a:solidFill>
              </a:rPr>
              <a:t>注意</a:t>
            </a:r>
            <a:endParaRPr lang="zh-CN" altLang="en-US" b="1" dirty="0">
              <a:solidFill>
                <a:schemeClr val="bg1"/>
              </a:solidFill>
            </a:endParaRPr>
          </a:p>
        </p:txBody>
      </p:sp>
    </p:spTree>
  </p:cSld>
  <p:clrMapOvr>
    <a:masterClrMapping/>
  </p:clrMapOvr>
  <p:transition spd="slow">
    <p:pull/>
  </p:transition>
</p:sld>
</file>

<file path=ppt/slides/slide64.xml><?xml version="1.0" encoding="utf-8"?>
<p:sld xmlns:a="http://schemas.openxmlformats.org/drawingml/2006/main" xmlns:r="http://schemas.openxmlformats.org/officeDocument/2006/relationships" xmlns:p="http://schemas.openxmlformats.org/presentationml/2006/main">
  <p:cSld>
    <p:bg>
      <p:bgPr>
        <a:gradFill>
          <a:gsLst>
            <a:gs pos="0">
              <a:srgbClr val="0D1B2A"/>
            </a:gs>
            <a:gs pos="60000">
              <a:srgbClr val="1B263B"/>
            </a:gs>
            <a:gs pos="100000">
              <a:srgbClr val="102A43"/>
            </a:gs>
          </a:gsLst>
          <a:lin ang="2700000" scaled="0"/>
        </a:gradFill>
        <a:effectLst/>
      </p:bgPr>
    </p:bg>
    <p:spTree>
      <p:nvGrpSpPr>
        <p:cNvPr id="1" name=""/>
        <p:cNvGrpSpPr/>
        <p:nvPr/>
      </p:nvGrpSpPr>
      <p:grpSpPr>
        <a:xfrm>
          <a:off x="0" y="0"/>
          <a:ext cx="0" cy="0"/>
          <a:chOff x="0" y="0"/>
          <a:chExt cx="0" cy="0"/>
        </a:xfrm>
      </p:grpSpPr>
      <p:sp>
        <p:nvSpPr>
          <p:cNvPr id="8" name="矩形 7"/>
          <p:cNvSpPr/>
          <p:nvPr/>
        </p:nvSpPr>
        <p:spPr>
          <a:xfrm>
            <a:off x="479425" y="1230630"/>
            <a:ext cx="8314055" cy="4910455"/>
          </a:xfrm>
          <a:prstGeom prst="rect">
            <a:avLst/>
          </a:prstGeom>
          <a:noFill/>
          <a:ln w="28575">
            <a:solidFill>
              <a:srgbClr val="0070C0"/>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1" name="矩形: 圆角 133"/>
          <p:cNvSpPr/>
          <p:nvPr/>
        </p:nvSpPr>
        <p:spPr>
          <a:xfrm rot="2700000">
            <a:off x="481528" y="324463"/>
            <a:ext cx="608141" cy="608141"/>
          </a:xfrm>
          <a:prstGeom prst="roundRect">
            <a:avLst/>
          </a:prstGeom>
          <a:solidFill>
            <a:schemeClr val="accent1"/>
          </a:solidFill>
          <a:ln w="38100">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Arial" panose="020B0604020202020204"/>
              <a:ea typeface="微软雅黑" panose="020B0503020204020204" charset="-122"/>
              <a:cs typeface="+mn-cs"/>
            </a:endParaRPr>
          </a:p>
        </p:txBody>
      </p:sp>
      <p:cxnSp>
        <p:nvCxnSpPr>
          <p:cNvPr id="12" name="直接连接符 11"/>
          <p:cNvCxnSpPr/>
          <p:nvPr/>
        </p:nvCxnSpPr>
        <p:spPr>
          <a:xfrm>
            <a:off x="1046328" y="1023585"/>
            <a:ext cx="11145672"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4" name="任意多边形: 形状 137"/>
          <p:cNvSpPr/>
          <p:nvPr/>
        </p:nvSpPr>
        <p:spPr>
          <a:xfrm rot="2700000">
            <a:off x="10236192" y="807057"/>
            <a:ext cx="433056" cy="433056"/>
          </a:xfrm>
          <a:custGeom>
            <a:avLst/>
            <a:gdLst>
              <a:gd name="connsiteX0" fmla="*/ 29688 w 542085"/>
              <a:gd name="connsiteY0" fmla="*/ 29687 h 542085"/>
              <a:gd name="connsiteX1" fmla="*/ 101359 w 542085"/>
              <a:gd name="connsiteY1" fmla="*/ 0 h 542085"/>
              <a:gd name="connsiteX2" fmla="*/ 506782 w 542085"/>
              <a:gd name="connsiteY2" fmla="*/ 0 h 542085"/>
              <a:gd name="connsiteX3" fmla="*/ 542085 w 542085"/>
              <a:gd name="connsiteY3" fmla="*/ 7127 h 542085"/>
              <a:gd name="connsiteX4" fmla="*/ 7127 w 542085"/>
              <a:gd name="connsiteY4" fmla="*/ 542085 h 542085"/>
              <a:gd name="connsiteX5" fmla="*/ 0 w 542085"/>
              <a:gd name="connsiteY5" fmla="*/ 506782 h 542085"/>
              <a:gd name="connsiteX6" fmla="*/ 0 w 542085"/>
              <a:gd name="connsiteY6" fmla="*/ 101359 h 542085"/>
              <a:gd name="connsiteX7" fmla="*/ 29688 w 542085"/>
              <a:gd name="connsiteY7" fmla="*/ 29687 h 542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2085" h="542085">
                <a:moveTo>
                  <a:pt x="29688" y="29687"/>
                </a:moveTo>
                <a:cubicBezTo>
                  <a:pt x="48030" y="11345"/>
                  <a:pt x="73370" y="0"/>
                  <a:pt x="101359" y="0"/>
                </a:cubicBezTo>
                <a:lnTo>
                  <a:pt x="506782" y="0"/>
                </a:lnTo>
                <a:lnTo>
                  <a:pt x="542085" y="7127"/>
                </a:lnTo>
                <a:lnTo>
                  <a:pt x="7127" y="542085"/>
                </a:lnTo>
                <a:lnTo>
                  <a:pt x="0" y="506782"/>
                </a:lnTo>
                <a:lnTo>
                  <a:pt x="0" y="101359"/>
                </a:lnTo>
                <a:cubicBezTo>
                  <a:pt x="0" y="73369"/>
                  <a:pt x="11345" y="48029"/>
                  <a:pt x="29688" y="29687"/>
                </a:cubicBezTo>
                <a:close/>
              </a:path>
            </a:pathLst>
          </a:cu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Arial" panose="020B0604020202020204"/>
              <a:ea typeface="微软雅黑" panose="020B0503020204020204" charset="-122"/>
              <a:cs typeface="+mn-cs"/>
            </a:endParaRPr>
          </a:p>
        </p:txBody>
      </p:sp>
      <p:sp>
        <p:nvSpPr>
          <p:cNvPr id="15" name="任意多边形: 形状 138"/>
          <p:cNvSpPr/>
          <p:nvPr/>
        </p:nvSpPr>
        <p:spPr>
          <a:xfrm rot="2700000">
            <a:off x="10688014" y="807057"/>
            <a:ext cx="433056" cy="433056"/>
          </a:xfrm>
          <a:custGeom>
            <a:avLst/>
            <a:gdLst>
              <a:gd name="connsiteX0" fmla="*/ 29688 w 542085"/>
              <a:gd name="connsiteY0" fmla="*/ 29687 h 542085"/>
              <a:gd name="connsiteX1" fmla="*/ 101359 w 542085"/>
              <a:gd name="connsiteY1" fmla="*/ 0 h 542085"/>
              <a:gd name="connsiteX2" fmla="*/ 506782 w 542085"/>
              <a:gd name="connsiteY2" fmla="*/ 0 h 542085"/>
              <a:gd name="connsiteX3" fmla="*/ 542085 w 542085"/>
              <a:gd name="connsiteY3" fmla="*/ 7127 h 542085"/>
              <a:gd name="connsiteX4" fmla="*/ 7127 w 542085"/>
              <a:gd name="connsiteY4" fmla="*/ 542085 h 542085"/>
              <a:gd name="connsiteX5" fmla="*/ 0 w 542085"/>
              <a:gd name="connsiteY5" fmla="*/ 506782 h 542085"/>
              <a:gd name="connsiteX6" fmla="*/ 0 w 542085"/>
              <a:gd name="connsiteY6" fmla="*/ 101359 h 542085"/>
              <a:gd name="connsiteX7" fmla="*/ 29688 w 542085"/>
              <a:gd name="connsiteY7" fmla="*/ 29687 h 542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2085" h="542085">
                <a:moveTo>
                  <a:pt x="29688" y="29687"/>
                </a:moveTo>
                <a:cubicBezTo>
                  <a:pt x="48030" y="11345"/>
                  <a:pt x="73370" y="0"/>
                  <a:pt x="101359" y="0"/>
                </a:cubicBezTo>
                <a:lnTo>
                  <a:pt x="506782" y="0"/>
                </a:lnTo>
                <a:lnTo>
                  <a:pt x="542085" y="7127"/>
                </a:lnTo>
                <a:lnTo>
                  <a:pt x="7127" y="542085"/>
                </a:lnTo>
                <a:lnTo>
                  <a:pt x="0" y="506782"/>
                </a:lnTo>
                <a:lnTo>
                  <a:pt x="0" y="101359"/>
                </a:lnTo>
                <a:cubicBezTo>
                  <a:pt x="0" y="73369"/>
                  <a:pt x="11345" y="48029"/>
                  <a:pt x="29688" y="29687"/>
                </a:cubicBezTo>
                <a:close/>
              </a:path>
            </a:pathLst>
          </a:cu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Arial" panose="020B0604020202020204"/>
              <a:ea typeface="微软雅黑" panose="020B0503020204020204" charset="-122"/>
              <a:cs typeface="+mn-cs"/>
            </a:endParaRPr>
          </a:p>
        </p:txBody>
      </p:sp>
      <p:sp>
        <p:nvSpPr>
          <p:cNvPr id="16" name="任意多边形: 形状 139"/>
          <p:cNvSpPr/>
          <p:nvPr/>
        </p:nvSpPr>
        <p:spPr>
          <a:xfrm rot="2700000">
            <a:off x="11139835" y="807057"/>
            <a:ext cx="433056" cy="433056"/>
          </a:xfrm>
          <a:custGeom>
            <a:avLst/>
            <a:gdLst>
              <a:gd name="connsiteX0" fmla="*/ 29688 w 542085"/>
              <a:gd name="connsiteY0" fmla="*/ 29687 h 542085"/>
              <a:gd name="connsiteX1" fmla="*/ 101359 w 542085"/>
              <a:gd name="connsiteY1" fmla="*/ 0 h 542085"/>
              <a:gd name="connsiteX2" fmla="*/ 506782 w 542085"/>
              <a:gd name="connsiteY2" fmla="*/ 0 h 542085"/>
              <a:gd name="connsiteX3" fmla="*/ 542085 w 542085"/>
              <a:gd name="connsiteY3" fmla="*/ 7127 h 542085"/>
              <a:gd name="connsiteX4" fmla="*/ 7127 w 542085"/>
              <a:gd name="connsiteY4" fmla="*/ 542085 h 542085"/>
              <a:gd name="connsiteX5" fmla="*/ 0 w 542085"/>
              <a:gd name="connsiteY5" fmla="*/ 506782 h 542085"/>
              <a:gd name="connsiteX6" fmla="*/ 0 w 542085"/>
              <a:gd name="connsiteY6" fmla="*/ 101359 h 542085"/>
              <a:gd name="connsiteX7" fmla="*/ 29688 w 542085"/>
              <a:gd name="connsiteY7" fmla="*/ 29687 h 542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2085" h="542085">
                <a:moveTo>
                  <a:pt x="29688" y="29687"/>
                </a:moveTo>
                <a:cubicBezTo>
                  <a:pt x="48030" y="11345"/>
                  <a:pt x="73370" y="0"/>
                  <a:pt x="101359" y="0"/>
                </a:cubicBezTo>
                <a:lnTo>
                  <a:pt x="506782" y="0"/>
                </a:lnTo>
                <a:lnTo>
                  <a:pt x="542085" y="7127"/>
                </a:lnTo>
                <a:lnTo>
                  <a:pt x="7127" y="542085"/>
                </a:lnTo>
                <a:lnTo>
                  <a:pt x="0" y="506782"/>
                </a:lnTo>
                <a:lnTo>
                  <a:pt x="0" y="101359"/>
                </a:lnTo>
                <a:cubicBezTo>
                  <a:pt x="0" y="73369"/>
                  <a:pt x="11345" y="48029"/>
                  <a:pt x="29688" y="29687"/>
                </a:cubicBezTo>
                <a:close/>
              </a:path>
            </a:pathLst>
          </a:cu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Arial" panose="020B0604020202020204"/>
              <a:ea typeface="微软雅黑" panose="020B0503020204020204" charset="-122"/>
              <a:cs typeface="+mn-cs"/>
            </a:endParaRPr>
          </a:p>
        </p:txBody>
      </p:sp>
      <mc:AlternateContent xmlns:mc="http://schemas.openxmlformats.org/markup-compatibility/2006">
        <mc:Choice xmlns:a14="http://schemas.microsoft.com/office/drawing/2010/main" Requires="a14">
          <p:sp>
            <p:nvSpPr>
              <p:cNvPr id="18" name="矩形 17"/>
              <p:cNvSpPr/>
              <p:nvPr/>
            </p:nvSpPr>
            <p:spPr>
              <a:xfrm>
                <a:off x="547370" y="913130"/>
                <a:ext cx="10674985" cy="5680075"/>
              </a:xfrm>
              <a:prstGeom prst="rect">
                <a:avLst/>
              </a:prstGeom>
            </p:spPr>
            <p:txBody>
              <a:bodyPr wrap="square">
                <a:noAutofit/>
              </a:bodyPr>
              <a:lstStyle/>
              <a:p>
                <a:pPr>
                  <a:lnSpc>
                    <a:spcPct val="150000"/>
                  </a:lnSpc>
                </a:pPr>
                <a:r>
                  <a:rPr lang="zh-CN" altLang="en-US" sz="2000" b="1" u="sng" dirty="0">
                    <a:solidFill>
                      <a:schemeClr val="bg1"/>
                    </a:solidFill>
                    <a:latin typeface="微软雅黑" panose="020B0503020204020204" charset="-122"/>
                    <a:ea typeface="微软雅黑" panose="020B0503020204020204" charset="-122"/>
                  </a:rPr>
                  <a:t>定义</a:t>
                </a:r>
                <a:r>
                  <a:rPr lang="en-US" altLang="zh-CN" sz="2000" b="1" u="sng" dirty="0">
                    <a:solidFill>
                      <a:schemeClr val="bg1"/>
                    </a:solidFill>
                    <a:latin typeface="微软雅黑" panose="020B0503020204020204" charset="-122"/>
                    <a:ea typeface="微软雅黑" panose="020B0503020204020204" charset="-122"/>
                  </a:rPr>
                  <a:t> </a:t>
                </a:r>
                <a:r>
                  <a:rPr lang="zh-CN" altLang="en-US" sz="2000" b="1" u="sng" dirty="0">
                    <a:solidFill>
                      <a:schemeClr val="bg1"/>
                    </a:solidFill>
                    <a:latin typeface="微软雅黑" panose="020B0503020204020204" charset="-122"/>
                    <a:ea typeface="微软雅黑" panose="020B0503020204020204" charset="-122"/>
                  </a:rPr>
                  <a:t> </a:t>
                </a:r>
                <a:r>
                  <a:rPr lang="zh-CN" altLang="en-US" sz="2000" b="1" dirty="0">
                    <a:solidFill>
                      <a:schemeClr val="bg1"/>
                    </a:solidFill>
                    <a:latin typeface="微软雅黑" panose="020B0503020204020204" charset="-122"/>
                    <a:ea typeface="微软雅黑" panose="020B0503020204020204" charset="-122"/>
                  </a:rPr>
                  <a:t> 设函数</a:t>
                </a:r>
                <a14:m>
                  <m:oMath xmlns:m="http://schemas.openxmlformats.org/officeDocument/2006/math">
                    <m:r>
                      <a:rPr lang="en-US" altLang="zh-CN" sz="2000" b="1" i="1" dirty="0" smtClean="0">
                        <a:solidFill>
                          <a:schemeClr val="bg1"/>
                        </a:solidFill>
                        <a:latin typeface="Cambria Math" panose="02040503050406030204"/>
                        <a:ea typeface="微软雅黑" panose="020B0503020204020204" charset="-122"/>
                      </a:rPr>
                      <m:t>𝒛</m:t>
                    </m:r>
                    <m:r>
                      <a:rPr lang="en-US" altLang="zh-CN" sz="2000" b="1" i="1" dirty="0" smtClean="0">
                        <a:solidFill>
                          <a:schemeClr val="bg1"/>
                        </a:solidFill>
                        <a:latin typeface="Cambria Math" panose="02040503050406030204"/>
                        <a:ea typeface="微软雅黑" panose="020B0503020204020204" charset="-122"/>
                      </a:rPr>
                      <m:t>=</m:t>
                    </m:r>
                    <m:r>
                      <a:rPr lang="en-US" altLang="zh-CN" sz="2000" b="1" i="1" dirty="0" smtClean="0">
                        <a:solidFill>
                          <a:schemeClr val="bg1"/>
                        </a:solidFill>
                        <a:latin typeface="Cambria Math" panose="02040503050406030204"/>
                        <a:ea typeface="微软雅黑" panose="020B0503020204020204" charset="-122"/>
                      </a:rPr>
                      <m:t>𝒇</m:t>
                    </m:r>
                    <m:r>
                      <a:rPr lang="zh-CN" altLang="en-US" sz="2000" b="1" i="1" dirty="0">
                        <a:solidFill>
                          <a:schemeClr val="bg1"/>
                        </a:solidFill>
                        <a:latin typeface="Cambria Math" panose="02040503050406030204"/>
                        <a:ea typeface="微软雅黑" panose="020B0503020204020204" charset="-122"/>
                      </a:rPr>
                      <m:t>（</m:t>
                    </m:r>
                    <m:r>
                      <a:rPr lang="en-US" altLang="zh-CN" sz="2000" b="1" i="1" dirty="0" err="1">
                        <a:solidFill>
                          <a:schemeClr val="bg1"/>
                        </a:solidFill>
                        <a:latin typeface="Cambria Math" panose="02040503050406030204"/>
                        <a:ea typeface="微软雅黑" panose="020B0503020204020204" charset="-122"/>
                      </a:rPr>
                      <m:t>𝒙</m:t>
                    </m:r>
                    <m:r>
                      <a:rPr lang="en-US" altLang="zh-CN" sz="2000" b="1" i="1" dirty="0" err="1">
                        <a:solidFill>
                          <a:schemeClr val="bg1"/>
                        </a:solidFill>
                        <a:latin typeface="Cambria Math" panose="02040503050406030204"/>
                        <a:ea typeface="微软雅黑" panose="020B0503020204020204" charset="-122"/>
                      </a:rPr>
                      <m:t>,</m:t>
                    </m:r>
                    <m:r>
                      <a:rPr lang="en-US" altLang="zh-CN" sz="2000" b="1" i="1" dirty="0" err="1">
                        <a:solidFill>
                          <a:schemeClr val="bg1"/>
                        </a:solidFill>
                        <a:latin typeface="Cambria Math" panose="02040503050406030204"/>
                        <a:ea typeface="微软雅黑" panose="020B0503020204020204" charset="-122"/>
                      </a:rPr>
                      <m:t>𝒚</m:t>
                    </m:r>
                    <m:r>
                      <a:rPr lang="zh-CN" altLang="en-US" sz="2000" b="1" i="1" dirty="0">
                        <a:solidFill>
                          <a:schemeClr val="bg1"/>
                        </a:solidFill>
                        <a:latin typeface="Cambria Math" panose="02040503050406030204"/>
                        <a:ea typeface="微软雅黑" panose="020B0503020204020204" charset="-122"/>
                      </a:rPr>
                      <m:t>）</m:t>
                    </m:r>
                  </m:oMath>
                </a14:m>
                <a:r>
                  <a:rPr lang="zh-CN" altLang="en-US" sz="2000" b="1" dirty="0">
                    <a:solidFill>
                      <a:schemeClr val="bg1"/>
                    </a:solidFill>
                    <a:latin typeface="微软雅黑" panose="020B0503020204020204" charset="-122"/>
                    <a:ea typeface="微软雅黑" panose="020B0503020204020204" charset="-122"/>
                  </a:rPr>
                  <a:t>在区域</a:t>
                </a:r>
                <a14:m>
                  <m:oMath xmlns:m="http://schemas.openxmlformats.org/officeDocument/2006/math">
                    <m:r>
                      <a:rPr lang="en-US" altLang="zh-CN" sz="2000" b="1" i="1" dirty="0" smtClean="0">
                        <a:solidFill>
                          <a:schemeClr val="bg1"/>
                        </a:solidFill>
                        <a:latin typeface="Cambria Math" panose="02040503050406030204"/>
                        <a:ea typeface="微软雅黑" panose="020B0503020204020204" charset="-122"/>
                      </a:rPr>
                      <m:t>𝑫</m:t>
                    </m:r>
                  </m:oMath>
                </a14:m>
                <a:r>
                  <a:rPr lang="zh-CN" altLang="en-US" sz="2000" b="1" dirty="0">
                    <a:solidFill>
                      <a:schemeClr val="bg1"/>
                    </a:solidFill>
                    <a:latin typeface="微软雅黑" panose="020B0503020204020204" charset="-122"/>
                    <a:ea typeface="微软雅黑" panose="020B0503020204020204" charset="-122"/>
                  </a:rPr>
                  <a:t>内具有偏导数</a:t>
                </a:r>
                <a:endParaRPr lang="en-US" altLang="zh-CN" sz="2000" b="1" dirty="0">
                  <a:solidFill>
                    <a:schemeClr val="bg1"/>
                  </a:solidFill>
                  <a:latin typeface="微软雅黑" panose="020B0503020204020204" charset="-122"/>
                  <a:ea typeface="微软雅黑" panose="020B0503020204020204" charset="-122"/>
                </a:endParaRPr>
              </a:p>
              <a:p>
                <a:pPr>
                  <a:lnSpc>
                    <a:spcPct val="150000"/>
                  </a:lnSpc>
                </a:pPr>
                <a:endParaRPr lang="en-US" altLang="zh-CN" sz="2000" b="1" dirty="0">
                  <a:solidFill>
                    <a:schemeClr val="bg1"/>
                  </a:solidFill>
                  <a:latin typeface="微软雅黑" panose="020B0503020204020204" charset="-122"/>
                  <a:ea typeface="微软雅黑" panose="020B0503020204020204" charset="-122"/>
                </a:endParaRPr>
              </a:p>
              <a:p>
                <a:pPr>
                  <a:lnSpc>
                    <a:spcPct val="150000"/>
                  </a:lnSpc>
                </a:pPr>
                <a:endParaRPr lang="en-US" altLang="zh-CN" sz="2000" b="1" dirty="0">
                  <a:solidFill>
                    <a:schemeClr val="bg1"/>
                  </a:solidFill>
                  <a:latin typeface="微软雅黑" panose="020B0503020204020204" charset="-122"/>
                  <a:ea typeface="微软雅黑" panose="020B0503020204020204" charset="-122"/>
                </a:endParaRPr>
              </a:p>
              <a:p>
                <a:pPr>
                  <a:lnSpc>
                    <a:spcPct val="150000"/>
                  </a:lnSpc>
                </a:pPr>
                <a:r>
                  <a:rPr lang="zh-CN" altLang="en-US" sz="2000" b="1" dirty="0">
                    <a:solidFill>
                      <a:schemeClr val="bg1"/>
                    </a:solidFill>
                    <a:latin typeface="微软雅黑" panose="020B0503020204020204" charset="-122"/>
                    <a:ea typeface="微软雅黑" panose="020B0503020204020204" charset="-122"/>
                  </a:rPr>
                  <a:t>那么在</a:t>
                </a:r>
                <a14:m>
                  <m:oMath xmlns:m="http://schemas.openxmlformats.org/officeDocument/2006/math">
                    <m:r>
                      <a:rPr lang="en-US" altLang="zh-CN" sz="2000" b="1" i="1" dirty="0" smtClean="0">
                        <a:solidFill>
                          <a:schemeClr val="bg1"/>
                        </a:solidFill>
                        <a:latin typeface="Cambria Math" panose="02040503050406030204"/>
                        <a:ea typeface="微软雅黑" panose="020B0503020204020204" charset="-122"/>
                      </a:rPr>
                      <m:t>𝑫</m:t>
                    </m:r>
                  </m:oMath>
                </a14:m>
                <a:r>
                  <a:rPr lang="zh-CN" altLang="en-US" sz="2000" b="1" dirty="0">
                    <a:solidFill>
                      <a:schemeClr val="bg1"/>
                    </a:solidFill>
                    <a:latin typeface="微软雅黑" panose="020B0503020204020204" charset="-122"/>
                    <a:ea typeface="微软雅黑" panose="020B0503020204020204" charset="-122"/>
                  </a:rPr>
                  <a:t>内</a:t>
                </a:r>
                <a14:m>
                  <m:oMath xmlns:m="http://schemas.openxmlformats.org/officeDocument/2006/math">
                    <m:r>
                      <a:rPr lang="en-US" altLang="zh-CN" sz="2000" b="1" i="1" dirty="0" smtClean="0">
                        <a:solidFill>
                          <a:schemeClr val="bg1"/>
                        </a:solidFill>
                        <a:latin typeface="Cambria Math" panose="02040503050406030204"/>
                        <a:ea typeface="微软雅黑" panose="020B0503020204020204" charset="-122"/>
                      </a:rPr>
                      <m:t>𝒇</m:t>
                    </m:r>
                    <m:r>
                      <a:rPr lang="en-US" altLang="zh-CN" sz="2000" b="1" i="1" baseline="-25000" dirty="0" err="1">
                        <a:solidFill>
                          <a:schemeClr val="bg1"/>
                        </a:solidFill>
                        <a:latin typeface="Cambria Math" panose="02040503050406030204"/>
                        <a:ea typeface="微软雅黑" panose="020B0503020204020204" charset="-122"/>
                      </a:rPr>
                      <m:t>𝒙</m:t>
                    </m:r>
                    <m:r>
                      <a:rPr lang="zh-CN" altLang="en-US" sz="2000" b="1" i="1" dirty="0">
                        <a:solidFill>
                          <a:schemeClr val="bg1"/>
                        </a:solidFill>
                        <a:latin typeface="Cambria Math" panose="02040503050406030204"/>
                        <a:ea typeface="微软雅黑" panose="020B0503020204020204" charset="-122"/>
                      </a:rPr>
                      <m:t>（</m:t>
                    </m:r>
                    <m:r>
                      <a:rPr lang="en-US" altLang="zh-CN" sz="2000" b="1" i="1" dirty="0" err="1">
                        <a:solidFill>
                          <a:schemeClr val="bg1"/>
                        </a:solidFill>
                        <a:latin typeface="Cambria Math" panose="02040503050406030204"/>
                        <a:ea typeface="微软雅黑" panose="020B0503020204020204" charset="-122"/>
                      </a:rPr>
                      <m:t>𝒙</m:t>
                    </m:r>
                    <m:r>
                      <a:rPr lang="en-US" altLang="zh-CN" sz="2000" b="1" i="1" dirty="0" err="1">
                        <a:solidFill>
                          <a:schemeClr val="bg1"/>
                        </a:solidFill>
                        <a:latin typeface="Cambria Math" panose="02040503050406030204"/>
                        <a:ea typeface="微软雅黑" panose="020B0503020204020204" charset="-122"/>
                      </a:rPr>
                      <m:t>,</m:t>
                    </m:r>
                    <m:r>
                      <a:rPr lang="en-US" altLang="zh-CN" sz="2000" b="1" i="1" dirty="0" err="1">
                        <a:solidFill>
                          <a:schemeClr val="bg1"/>
                        </a:solidFill>
                        <a:latin typeface="Cambria Math" panose="02040503050406030204"/>
                        <a:ea typeface="微软雅黑" panose="020B0503020204020204" charset="-122"/>
                      </a:rPr>
                      <m:t>𝒚</m:t>
                    </m:r>
                    <m:r>
                      <a:rPr lang="zh-CN" altLang="en-US" sz="2000" b="1" i="1" dirty="0">
                        <a:solidFill>
                          <a:schemeClr val="bg1"/>
                        </a:solidFill>
                        <a:latin typeface="Cambria Math" panose="02040503050406030204"/>
                        <a:ea typeface="微软雅黑" panose="020B0503020204020204" charset="-122"/>
                      </a:rPr>
                      <m:t>）</m:t>
                    </m:r>
                    <m:r>
                      <a:rPr lang="en-US" altLang="zh-CN" sz="2000" b="1" i="1" dirty="0">
                        <a:solidFill>
                          <a:schemeClr val="bg1"/>
                        </a:solidFill>
                        <a:latin typeface="Cambria Math" panose="02040503050406030204"/>
                        <a:ea typeface="微软雅黑" panose="020B0503020204020204" charset="-122"/>
                      </a:rPr>
                      <m:t>,</m:t>
                    </m:r>
                    <m:r>
                      <a:rPr lang="en-US" altLang="zh-CN" sz="2000" b="1" i="1" dirty="0" err="1">
                        <a:solidFill>
                          <a:schemeClr val="bg1"/>
                        </a:solidFill>
                        <a:latin typeface="Cambria Math" panose="02040503050406030204"/>
                        <a:ea typeface="微软雅黑" panose="020B0503020204020204" charset="-122"/>
                      </a:rPr>
                      <m:t>𝒇</m:t>
                    </m:r>
                    <m:r>
                      <a:rPr lang="en-US" altLang="zh-CN" sz="2000" b="1" i="1" baseline="-25000" dirty="0" err="1">
                        <a:solidFill>
                          <a:schemeClr val="bg1"/>
                        </a:solidFill>
                        <a:latin typeface="Cambria Math" panose="02040503050406030204"/>
                        <a:ea typeface="微软雅黑" panose="020B0503020204020204" charset="-122"/>
                      </a:rPr>
                      <m:t>𝒚</m:t>
                    </m:r>
                    <m:r>
                      <a:rPr lang="zh-CN" altLang="en-US" sz="2000" b="1" i="1" dirty="0">
                        <a:solidFill>
                          <a:schemeClr val="bg1"/>
                        </a:solidFill>
                        <a:latin typeface="Cambria Math" panose="02040503050406030204"/>
                        <a:ea typeface="微软雅黑" panose="020B0503020204020204" charset="-122"/>
                      </a:rPr>
                      <m:t>（</m:t>
                    </m:r>
                    <m:r>
                      <a:rPr lang="en-US" altLang="zh-CN" sz="2000" b="1" i="1" dirty="0" err="1">
                        <a:solidFill>
                          <a:schemeClr val="bg1"/>
                        </a:solidFill>
                        <a:latin typeface="Cambria Math" panose="02040503050406030204"/>
                        <a:ea typeface="微软雅黑" panose="020B0503020204020204" charset="-122"/>
                      </a:rPr>
                      <m:t>𝒙</m:t>
                    </m:r>
                    <m:r>
                      <a:rPr lang="en-US" altLang="zh-CN" sz="2000" b="1" i="1" dirty="0" err="1">
                        <a:solidFill>
                          <a:schemeClr val="bg1"/>
                        </a:solidFill>
                        <a:latin typeface="Cambria Math" panose="02040503050406030204"/>
                        <a:ea typeface="微软雅黑" panose="020B0503020204020204" charset="-122"/>
                      </a:rPr>
                      <m:t>,</m:t>
                    </m:r>
                    <m:r>
                      <a:rPr lang="en-US" altLang="zh-CN" sz="2000" b="1" i="1" dirty="0" err="1">
                        <a:solidFill>
                          <a:schemeClr val="bg1"/>
                        </a:solidFill>
                        <a:latin typeface="Cambria Math" panose="02040503050406030204"/>
                        <a:ea typeface="微软雅黑" panose="020B0503020204020204" charset="-122"/>
                      </a:rPr>
                      <m:t>𝒚</m:t>
                    </m:r>
                    <m:r>
                      <a:rPr lang="zh-CN" altLang="en-US" sz="2000" b="1" i="1" dirty="0">
                        <a:solidFill>
                          <a:schemeClr val="bg1"/>
                        </a:solidFill>
                        <a:latin typeface="Cambria Math" panose="02040503050406030204"/>
                        <a:ea typeface="微软雅黑" panose="020B0503020204020204" charset="-122"/>
                      </a:rPr>
                      <m:t>）</m:t>
                    </m:r>
                  </m:oMath>
                </a14:m>
                <a:r>
                  <a:rPr lang="zh-CN" altLang="en-US" sz="2000" b="1" dirty="0">
                    <a:solidFill>
                      <a:schemeClr val="bg1"/>
                    </a:solidFill>
                    <a:latin typeface="微软雅黑" panose="020B0503020204020204" charset="-122"/>
                    <a:ea typeface="微软雅黑" panose="020B0503020204020204" charset="-122"/>
                  </a:rPr>
                  <a:t>仍是关于</a:t>
                </a:r>
                <a14:m>
                  <m:oMath xmlns:m="http://schemas.openxmlformats.org/officeDocument/2006/math">
                    <m:r>
                      <a:rPr lang="en-US" altLang="zh-CN" sz="2000" b="1" i="1" dirty="0" smtClean="0">
                        <a:solidFill>
                          <a:schemeClr val="bg1"/>
                        </a:solidFill>
                        <a:latin typeface="Cambria Math" panose="02040503050406030204"/>
                        <a:ea typeface="微软雅黑" panose="020B0503020204020204" charset="-122"/>
                      </a:rPr>
                      <m:t>𝒙</m:t>
                    </m:r>
                    <m:r>
                      <a:rPr lang="zh-CN" altLang="en-US" sz="2000" b="1" i="1" dirty="0">
                        <a:solidFill>
                          <a:schemeClr val="bg1"/>
                        </a:solidFill>
                        <a:latin typeface="Cambria Math" panose="02040503050406030204"/>
                        <a:ea typeface="微软雅黑" panose="020B0503020204020204" charset="-122"/>
                      </a:rPr>
                      <m:t>，</m:t>
                    </m:r>
                    <m:r>
                      <a:rPr lang="en-US" altLang="zh-CN" sz="2000" b="1" i="1" dirty="0">
                        <a:solidFill>
                          <a:schemeClr val="bg1"/>
                        </a:solidFill>
                        <a:latin typeface="Cambria Math" panose="02040503050406030204"/>
                        <a:ea typeface="微软雅黑" panose="020B0503020204020204" charset="-122"/>
                      </a:rPr>
                      <m:t>𝒚</m:t>
                    </m:r>
                  </m:oMath>
                </a14:m>
                <a:r>
                  <a:rPr lang="zh-CN" altLang="en-US" sz="2000" b="1" dirty="0">
                    <a:solidFill>
                      <a:schemeClr val="bg1"/>
                    </a:solidFill>
                    <a:latin typeface="微软雅黑" panose="020B0503020204020204" charset="-122"/>
                    <a:ea typeface="微软雅黑" panose="020B0503020204020204" charset="-122"/>
                  </a:rPr>
                  <a:t>的二元函数，如果这两个函数的偏导数也存在，则称它们是函数</a:t>
                </a:r>
                <a14:m>
                  <m:oMath xmlns:m="http://schemas.openxmlformats.org/officeDocument/2006/math">
                    <m:r>
                      <a:rPr lang="en-US" altLang="zh-CN" sz="2000" b="1" i="1" dirty="0" smtClean="0">
                        <a:solidFill>
                          <a:schemeClr val="bg1"/>
                        </a:solidFill>
                        <a:latin typeface="Cambria Math" panose="02040503050406030204"/>
                        <a:ea typeface="微软雅黑" panose="020B0503020204020204" charset="-122"/>
                      </a:rPr>
                      <m:t>𝒛</m:t>
                    </m:r>
                    <m:r>
                      <a:rPr lang="en-US" altLang="zh-CN" sz="2000" b="1" i="1" dirty="0" smtClean="0">
                        <a:solidFill>
                          <a:schemeClr val="bg1"/>
                        </a:solidFill>
                        <a:latin typeface="Cambria Math" panose="02040503050406030204"/>
                        <a:ea typeface="微软雅黑" panose="020B0503020204020204" charset="-122"/>
                      </a:rPr>
                      <m:t>=</m:t>
                    </m:r>
                    <m:r>
                      <a:rPr lang="en-US" altLang="zh-CN" sz="2000" b="1" i="1" dirty="0" smtClean="0">
                        <a:solidFill>
                          <a:schemeClr val="bg1"/>
                        </a:solidFill>
                        <a:latin typeface="Cambria Math" panose="02040503050406030204"/>
                        <a:ea typeface="微软雅黑" panose="020B0503020204020204" charset="-122"/>
                      </a:rPr>
                      <m:t>𝒇</m:t>
                    </m:r>
                    <m:r>
                      <a:rPr lang="zh-CN" altLang="en-US" sz="2000" b="1" i="1" dirty="0">
                        <a:solidFill>
                          <a:schemeClr val="bg1"/>
                        </a:solidFill>
                        <a:latin typeface="Cambria Math" panose="02040503050406030204"/>
                        <a:ea typeface="微软雅黑" panose="020B0503020204020204" charset="-122"/>
                      </a:rPr>
                      <m:t>（</m:t>
                    </m:r>
                    <m:r>
                      <a:rPr lang="en-US" altLang="zh-CN" sz="2000" b="1" i="1" dirty="0" err="1">
                        <a:solidFill>
                          <a:schemeClr val="bg1"/>
                        </a:solidFill>
                        <a:latin typeface="Cambria Math" panose="02040503050406030204"/>
                        <a:ea typeface="微软雅黑" panose="020B0503020204020204" charset="-122"/>
                      </a:rPr>
                      <m:t>𝒙</m:t>
                    </m:r>
                    <m:r>
                      <a:rPr lang="en-US" altLang="zh-CN" sz="2000" b="1" i="1" dirty="0" err="1">
                        <a:solidFill>
                          <a:schemeClr val="bg1"/>
                        </a:solidFill>
                        <a:latin typeface="Cambria Math" panose="02040503050406030204"/>
                        <a:ea typeface="微软雅黑" panose="020B0503020204020204" charset="-122"/>
                      </a:rPr>
                      <m:t>,</m:t>
                    </m:r>
                    <m:r>
                      <a:rPr lang="en-US" altLang="zh-CN" sz="2000" b="1" i="1" dirty="0" err="1">
                        <a:solidFill>
                          <a:schemeClr val="bg1"/>
                        </a:solidFill>
                        <a:latin typeface="Cambria Math" panose="02040503050406030204"/>
                        <a:ea typeface="微软雅黑" panose="020B0503020204020204" charset="-122"/>
                      </a:rPr>
                      <m:t>𝒚</m:t>
                    </m:r>
                    <m:r>
                      <a:rPr lang="zh-CN" altLang="en-US" sz="2000" b="1" i="1" dirty="0">
                        <a:solidFill>
                          <a:schemeClr val="bg1"/>
                        </a:solidFill>
                        <a:latin typeface="Cambria Math" panose="02040503050406030204"/>
                        <a:ea typeface="微软雅黑" panose="020B0503020204020204" charset="-122"/>
                      </a:rPr>
                      <m:t>）</m:t>
                    </m:r>
                  </m:oMath>
                </a14:m>
                <a:r>
                  <a:rPr lang="zh-CN" altLang="en-US" sz="2000" b="1" dirty="0">
                    <a:solidFill>
                      <a:schemeClr val="bg1"/>
                    </a:solidFill>
                    <a:latin typeface="微软雅黑" panose="020B0503020204020204" charset="-122"/>
                    <a:ea typeface="微软雅黑" panose="020B0503020204020204" charset="-122"/>
                  </a:rPr>
                  <a:t>的二阶偏导数</a:t>
                </a:r>
                <a:r>
                  <a:rPr lang="en-US" altLang="zh-CN" sz="2000" b="1" dirty="0">
                    <a:solidFill>
                      <a:schemeClr val="bg1"/>
                    </a:solidFill>
                    <a:latin typeface="微软雅黑" panose="020B0503020204020204" charset="-122"/>
                    <a:ea typeface="微软雅黑" panose="020B0503020204020204" charset="-122"/>
                  </a:rPr>
                  <a:t>.</a:t>
                </a:r>
                <a:r>
                  <a:rPr lang="zh-CN" altLang="en-US" sz="2000" b="1" dirty="0">
                    <a:solidFill>
                      <a:schemeClr val="bg1"/>
                    </a:solidFill>
                    <a:latin typeface="微软雅黑" panose="020B0503020204020204" charset="-122"/>
                    <a:ea typeface="微软雅黑" panose="020B0503020204020204" charset="-122"/>
                  </a:rPr>
                  <a:t>二元函数的二阶偏导数按照对变量求导次序的不同有下列四个二阶偏导数：</a:t>
                </a:r>
                <a:endParaRPr lang="en-US" altLang="zh-CN" sz="2000" b="1" dirty="0">
                  <a:solidFill>
                    <a:schemeClr val="bg1"/>
                  </a:solidFill>
                  <a:latin typeface="微软雅黑" panose="020B0503020204020204" charset="-122"/>
                  <a:ea typeface="微软雅黑" panose="020B0503020204020204" charset="-122"/>
                </a:endParaRPr>
              </a:p>
              <a:p>
                <a:pPr>
                  <a:lnSpc>
                    <a:spcPct val="150000"/>
                  </a:lnSpc>
                </a:pPr>
                <a:endParaRPr lang="en-US" altLang="zh-CN" sz="2000" b="1" dirty="0">
                  <a:solidFill>
                    <a:schemeClr val="bg1"/>
                  </a:solidFill>
                  <a:latin typeface="微软雅黑" panose="020B0503020204020204" charset="-122"/>
                  <a:ea typeface="微软雅黑" panose="020B0503020204020204" charset="-122"/>
                </a:endParaRPr>
              </a:p>
              <a:p>
                <a:pPr>
                  <a:lnSpc>
                    <a:spcPct val="150000"/>
                  </a:lnSpc>
                </a:pPr>
                <a:endParaRPr lang="en-US" altLang="zh-CN" sz="2000" b="1" dirty="0">
                  <a:solidFill>
                    <a:schemeClr val="bg1"/>
                  </a:solidFill>
                  <a:latin typeface="微软雅黑" panose="020B0503020204020204" charset="-122"/>
                  <a:ea typeface="微软雅黑" panose="020B0503020204020204" charset="-122"/>
                </a:endParaRPr>
              </a:p>
              <a:p>
                <a:pPr>
                  <a:lnSpc>
                    <a:spcPct val="150000"/>
                  </a:lnSpc>
                </a:pPr>
                <a:endParaRPr lang="zh-CN" altLang="en-US" sz="2000" b="1" dirty="0">
                  <a:solidFill>
                    <a:schemeClr val="bg1"/>
                  </a:solidFill>
                  <a:latin typeface="微软雅黑" panose="020B0503020204020204" charset="-122"/>
                  <a:ea typeface="微软雅黑" panose="020B0503020204020204" charset="-122"/>
                </a:endParaRPr>
              </a:p>
            </p:txBody>
          </p:sp>
        </mc:Choice>
        <mc:Fallback>
          <p:sp>
            <p:nvSpPr>
              <p:cNvPr id="18" name="矩形 17"/>
              <p:cNvSpPr>
                <a:spLocks noRot="1" noChangeAspect="1" noMove="1" noResize="1" noEditPoints="1" noAdjustHandles="1" noChangeArrowheads="1" noChangeShapeType="1" noTextEdit="1"/>
              </p:cNvSpPr>
              <p:nvPr/>
            </p:nvSpPr>
            <p:spPr>
              <a:xfrm>
                <a:off x="547370" y="913130"/>
                <a:ext cx="10674985" cy="5680075"/>
              </a:xfrm>
              <a:prstGeom prst="rect">
                <a:avLst/>
              </a:prstGeom>
              <a:blipFill rotWithShape="1">
                <a:blip r:embed="rId1"/>
                <a:stretch>
                  <a:fillRect/>
                </a:stretch>
              </a:blipFill>
            </p:spPr>
            <p:txBody>
              <a:bodyPr/>
              <a:lstStyle/>
              <a:p>
                <a:r>
                  <a:rPr lang="zh-CN" altLang="en-US">
                    <a:noFill/>
                  </a:rPr>
                  <a:t> </a:t>
                </a:r>
              </a:p>
            </p:txBody>
          </p:sp>
        </mc:Fallback>
      </mc:AlternateContent>
      <p:sp>
        <p:nvSpPr>
          <p:cNvPr id="13" name="文本框 135"/>
          <p:cNvSpPr txBox="1"/>
          <p:nvPr/>
        </p:nvSpPr>
        <p:spPr>
          <a:xfrm>
            <a:off x="1403349" y="366923"/>
            <a:ext cx="3033203" cy="584775"/>
          </a:xfrm>
          <a:prstGeom prst="rect">
            <a:avLst/>
          </a:prstGeom>
          <a:noFill/>
        </p:spPr>
        <p:txBody>
          <a:bodyPr wrap="none" rtlCol="0">
            <a:spAutoFit/>
            <a:scene3d>
              <a:camera prst="orthographicFront"/>
              <a:lightRig rig="threePt" dir="t"/>
            </a:scene3d>
            <a:sp3d contourW="6350"/>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chemeClr val="bg1"/>
                </a:solidFill>
                <a:effectLst/>
                <a:uLnTx/>
                <a:uFillTx/>
                <a:latin typeface="Arial" panose="020B0604020202020204"/>
                <a:ea typeface="微软雅黑" panose="020B0503020204020204" charset="-122"/>
                <a:cs typeface="+mn-cs"/>
              </a:rPr>
              <a:t>5.2  </a:t>
            </a:r>
            <a:r>
              <a:rPr kumimoji="0" lang="zh-CN" altLang="en-US" sz="3200" b="1" i="0" u="none" strike="noStrike" kern="1200" cap="none" spc="0" normalizeH="0" baseline="0" noProof="0" dirty="0">
                <a:ln>
                  <a:noFill/>
                </a:ln>
                <a:solidFill>
                  <a:schemeClr val="bg1"/>
                </a:solidFill>
                <a:effectLst/>
                <a:uLnTx/>
                <a:uFillTx/>
                <a:latin typeface="Arial" panose="020B0604020202020204"/>
                <a:ea typeface="微软雅黑" panose="020B0503020204020204" charset="-122"/>
                <a:cs typeface="+mn-cs"/>
              </a:rPr>
              <a:t>高阶偏导数</a:t>
            </a:r>
            <a:endParaRPr kumimoji="0" lang="zh-CN" altLang="en-US" sz="3200" b="1" i="0" u="none" strike="noStrike" kern="1200" cap="none" spc="0" normalizeH="0" baseline="0" noProof="0" dirty="0">
              <a:ln>
                <a:noFill/>
              </a:ln>
              <a:solidFill>
                <a:schemeClr val="bg1"/>
              </a:solidFill>
              <a:effectLst/>
              <a:uLnTx/>
              <a:uFillTx/>
              <a:latin typeface="Arial" panose="020B0604020202020204"/>
              <a:ea typeface="微软雅黑" panose="020B0503020204020204" charset="-122"/>
              <a:cs typeface="+mn-cs"/>
            </a:endParaRPr>
          </a:p>
        </p:txBody>
      </p:sp>
      <p:pic>
        <p:nvPicPr>
          <p:cNvPr id="19" name="图片 18"/>
          <p:cNvPicPr>
            <a:picLocks noChangeAspect="1"/>
          </p:cNvPicPr>
          <p:nvPr/>
        </p:nvPicPr>
        <p:blipFill>
          <a:blip r:embed="rId2"/>
          <a:stretch>
            <a:fillRect/>
          </a:stretch>
        </p:blipFill>
        <p:spPr>
          <a:xfrm>
            <a:off x="2999740" y="1468120"/>
            <a:ext cx="4382770" cy="902335"/>
          </a:xfrm>
          <a:prstGeom prst="rect">
            <a:avLst/>
          </a:prstGeom>
        </p:spPr>
      </p:pic>
      <p:pic>
        <p:nvPicPr>
          <p:cNvPr id="23" name="图片 22"/>
          <p:cNvPicPr>
            <a:picLocks noChangeAspect="1"/>
          </p:cNvPicPr>
          <p:nvPr/>
        </p:nvPicPr>
        <p:blipFill>
          <a:blip r:embed="rId3"/>
          <a:stretch>
            <a:fillRect/>
          </a:stretch>
        </p:blipFill>
        <p:spPr>
          <a:xfrm>
            <a:off x="1852930" y="3710940"/>
            <a:ext cx="7089775" cy="1971040"/>
          </a:xfrm>
          <a:prstGeom prst="rect">
            <a:avLst/>
          </a:prstGeom>
        </p:spPr>
      </p:pic>
    </p:spTree>
  </p:cSld>
  <p:clrMapOvr>
    <a:masterClrMapping/>
  </p:clrMapOvr>
  <p:transition spd="slow">
    <p:pull/>
  </p:transition>
</p:sld>
</file>

<file path=ppt/slides/slide65.xml><?xml version="1.0" encoding="utf-8"?>
<p:sld xmlns:a="http://schemas.openxmlformats.org/drawingml/2006/main" xmlns:r="http://schemas.openxmlformats.org/officeDocument/2006/relationships" xmlns:p="http://schemas.openxmlformats.org/presentationml/2006/main">
  <p:cSld>
    <p:bg>
      <p:bgPr>
        <a:gradFill>
          <a:gsLst>
            <a:gs pos="0">
              <a:srgbClr val="0D1B2A"/>
            </a:gs>
            <a:gs pos="60000">
              <a:srgbClr val="1B263B"/>
            </a:gs>
            <a:gs pos="100000">
              <a:srgbClr val="102A43"/>
            </a:gs>
          </a:gsLst>
          <a:lin ang="2700000" scaled="0"/>
        </a:gradFill>
        <a:effectLst/>
      </p:bgPr>
    </p:bg>
    <p:spTree>
      <p:nvGrpSpPr>
        <p:cNvPr id="1" name=""/>
        <p:cNvGrpSpPr/>
        <p:nvPr/>
      </p:nvGrpSpPr>
      <p:grpSpPr>
        <a:xfrm>
          <a:off x="0" y="0"/>
          <a:ext cx="0" cy="0"/>
          <a:chOff x="0" y="0"/>
          <a:chExt cx="0" cy="0"/>
        </a:xfrm>
      </p:grpSpPr>
      <p:pic>
        <p:nvPicPr>
          <p:cNvPr id="5" name="图片 4"/>
          <p:cNvPicPr>
            <a:picLocks noChangeAspect="1"/>
          </p:cNvPicPr>
          <p:nvPr/>
        </p:nvPicPr>
        <p:blipFill>
          <a:blip r:embed="rId1"/>
          <a:stretch>
            <a:fillRect/>
          </a:stretch>
        </p:blipFill>
        <p:spPr>
          <a:xfrm>
            <a:off x="4144645" y="1270635"/>
            <a:ext cx="1636395" cy="1407795"/>
          </a:xfrm>
          <a:prstGeom prst="rect">
            <a:avLst/>
          </a:prstGeom>
        </p:spPr>
      </p:pic>
      <p:sp>
        <p:nvSpPr>
          <p:cNvPr id="11" name="矩形: 圆角 133"/>
          <p:cNvSpPr/>
          <p:nvPr/>
        </p:nvSpPr>
        <p:spPr>
          <a:xfrm rot="2700000">
            <a:off x="481528" y="324463"/>
            <a:ext cx="608141" cy="608141"/>
          </a:xfrm>
          <a:prstGeom prst="roundRect">
            <a:avLst/>
          </a:prstGeom>
          <a:solidFill>
            <a:schemeClr val="accent1"/>
          </a:solidFill>
          <a:ln w="38100">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Arial" panose="020B0604020202020204"/>
              <a:ea typeface="微软雅黑" panose="020B0503020204020204" charset="-122"/>
              <a:cs typeface="+mn-cs"/>
            </a:endParaRPr>
          </a:p>
        </p:txBody>
      </p:sp>
      <p:cxnSp>
        <p:nvCxnSpPr>
          <p:cNvPr id="12" name="直接连接符 11"/>
          <p:cNvCxnSpPr/>
          <p:nvPr/>
        </p:nvCxnSpPr>
        <p:spPr>
          <a:xfrm>
            <a:off x="1046328" y="1023585"/>
            <a:ext cx="11145672"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4" name="任意多边形: 形状 137"/>
          <p:cNvSpPr/>
          <p:nvPr/>
        </p:nvSpPr>
        <p:spPr>
          <a:xfrm rot="2700000">
            <a:off x="10236192" y="807057"/>
            <a:ext cx="433056" cy="433056"/>
          </a:xfrm>
          <a:custGeom>
            <a:avLst/>
            <a:gdLst>
              <a:gd name="connsiteX0" fmla="*/ 29688 w 542085"/>
              <a:gd name="connsiteY0" fmla="*/ 29687 h 542085"/>
              <a:gd name="connsiteX1" fmla="*/ 101359 w 542085"/>
              <a:gd name="connsiteY1" fmla="*/ 0 h 542085"/>
              <a:gd name="connsiteX2" fmla="*/ 506782 w 542085"/>
              <a:gd name="connsiteY2" fmla="*/ 0 h 542085"/>
              <a:gd name="connsiteX3" fmla="*/ 542085 w 542085"/>
              <a:gd name="connsiteY3" fmla="*/ 7127 h 542085"/>
              <a:gd name="connsiteX4" fmla="*/ 7127 w 542085"/>
              <a:gd name="connsiteY4" fmla="*/ 542085 h 542085"/>
              <a:gd name="connsiteX5" fmla="*/ 0 w 542085"/>
              <a:gd name="connsiteY5" fmla="*/ 506782 h 542085"/>
              <a:gd name="connsiteX6" fmla="*/ 0 w 542085"/>
              <a:gd name="connsiteY6" fmla="*/ 101359 h 542085"/>
              <a:gd name="connsiteX7" fmla="*/ 29688 w 542085"/>
              <a:gd name="connsiteY7" fmla="*/ 29687 h 542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2085" h="542085">
                <a:moveTo>
                  <a:pt x="29688" y="29687"/>
                </a:moveTo>
                <a:cubicBezTo>
                  <a:pt x="48030" y="11345"/>
                  <a:pt x="73370" y="0"/>
                  <a:pt x="101359" y="0"/>
                </a:cubicBezTo>
                <a:lnTo>
                  <a:pt x="506782" y="0"/>
                </a:lnTo>
                <a:lnTo>
                  <a:pt x="542085" y="7127"/>
                </a:lnTo>
                <a:lnTo>
                  <a:pt x="7127" y="542085"/>
                </a:lnTo>
                <a:lnTo>
                  <a:pt x="0" y="506782"/>
                </a:lnTo>
                <a:lnTo>
                  <a:pt x="0" y="101359"/>
                </a:lnTo>
                <a:cubicBezTo>
                  <a:pt x="0" y="73369"/>
                  <a:pt x="11345" y="48029"/>
                  <a:pt x="29688" y="29687"/>
                </a:cubicBezTo>
                <a:close/>
              </a:path>
            </a:pathLst>
          </a:cu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Arial" panose="020B0604020202020204"/>
              <a:ea typeface="微软雅黑" panose="020B0503020204020204" charset="-122"/>
              <a:cs typeface="+mn-cs"/>
            </a:endParaRPr>
          </a:p>
        </p:txBody>
      </p:sp>
      <p:sp>
        <p:nvSpPr>
          <p:cNvPr id="15" name="任意多边形: 形状 138"/>
          <p:cNvSpPr/>
          <p:nvPr/>
        </p:nvSpPr>
        <p:spPr>
          <a:xfrm rot="2700000">
            <a:off x="10688014" y="807057"/>
            <a:ext cx="433056" cy="433056"/>
          </a:xfrm>
          <a:custGeom>
            <a:avLst/>
            <a:gdLst>
              <a:gd name="connsiteX0" fmla="*/ 29688 w 542085"/>
              <a:gd name="connsiteY0" fmla="*/ 29687 h 542085"/>
              <a:gd name="connsiteX1" fmla="*/ 101359 w 542085"/>
              <a:gd name="connsiteY1" fmla="*/ 0 h 542085"/>
              <a:gd name="connsiteX2" fmla="*/ 506782 w 542085"/>
              <a:gd name="connsiteY2" fmla="*/ 0 h 542085"/>
              <a:gd name="connsiteX3" fmla="*/ 542085 w 542085"/>
              <a:gd name="connsiteY3" fmla="*/ 7127 h 542085"/>
              <a:gd name="connsiteX4" fmla="*/ 7127 w 542085"/>
              <a:gd name="connsiteY4" fmla="*/ 542085 h 542085"/>
              <a:gd name="connsiteX5" fmla="*/ 0 w 542085"/>
              <a:gd name="connsiteY5" fmla="*/ 506782 h 542085"/>
              <a:gd name="connsiteX6" fmla="*/ 0 w 542085"/>
              <a:gd name="connsiteY6" fmla="*/ 101359 h 542085"/>
              <a:gd name="connsiteX7" fmla="*/ 29688 w 542085"/>
              <a:gd name="connsiteY7" fmla="*/ 29687 h 542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2085" h="542085">
                <a:moveTo>
                  <a:pt x="29688" y="29687"/>
                </a:moveTo>
                <a:cubicBezTo>
                  <a:pt x="48030" y="11345"/>
                  <a:pt x="73370" y="0"/>
                  <a:pt x="101359" y="0"/>
                </a:cubicBezTo>
                <a:lnTo>
                  <a:pt x="506782" y="0"/>
                </a:lnTo>
                <a:lnTo>
                  <a:pt x="542085" y="7127"/>
                </a:lnTo>
                <a:lnTo>
                  <a:pt x="7127" y="542085"/>
                </a:lnTo>
                <a:lnTo>
                  <a:pt x="0" y="506782"/>
                </a:lnTo>
                <a:lnTo>
                  <a:pt x="0" y="101359"/>
                </a:lnTo>
                <a:cubicBezTo>
                  <a:pt x="0" y="73369"/>
                  <a:pt x="11345" y="48029"/>
                  <a:pt x="29688" y="29687"/>
                </a:cubicBezTo>
                <a:close/>
              </a:path>
            </a:pathLst>
          </a:cu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Arial" panose="020B0604020202020204"/>
              <a:ea typeface="微软雅黑" panose="020B0503020204020204" charset="-122"/>
              <a:cs typeface="+mn-cs"/>
            </a:endParaRPr>
          </a:p>
        </p:txBody>
      </p:sp>
      <p:sp>
        <p:nvSpPr>
          <p:cNvPr id="16" name="任意多边形: 形状 139"/>
          <p:cNvSpPr/>
          <p:nvPr/>
        </p:nvSpPr>
        <p:spPr>
          <a:xfrm rot="2700000">
            <a:off x="11139835" y="807057"/>
            <a:ext cx="433056" cy="433056"/>
          </a:xfrm>
          <a:custGeom>
            <a:avLst/>
            <a:gdLst>
              <a:gd name="connsiteX0" fmla="*/ 29688 w 542085"/>
              <a:gd name="connsiteY0" fmla="*/ 29687 h 542085"/>
              <a:gd name="connsiteX1" fmla="*/ 101359 w 542085"/>
              <a:gd name="connsiteY1" fmla="*/ 0 h 542085"/>
              <a:gd name="connsiteX2" fmla="*/ 506782 w 542085"/>
              <a:gd name="connsiteY2" fmla="*/ 0 h 542085"/>
              <a:gd name="connsiteX3" fmla="*/ 542085 w 542085"/>
              <a:gd name="connsiteY3" fmla="*/ 7127 h 542085"/>
              <a:gd name="connsiteX4" fmla="*/ 7127 w 542085"/>
              <a:gd name="connsiteY4" fmla="*/ 542085 h 542085"/>
              <a:gd name="connsiteX5" fmla="*/ 0 w 542085"/>
              <a:gd name="connsiteY5" fmla="*/ 506782 h 542085"/>
              <a:gd name="connsiteX6" fmla="*/ 0 w 542085"/>
              <a:gd name="connsiteY6" fmla="*/ 101359 h 542085"/>
              <a:gd name="connsiteX7" fmla="*/ 29688 w 542085"/>
              <a:gd name="connsiteY7" fmla="*/ 29687 h 542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2085" h="542085">
                <a:moveTo>
                  <a:pt x="29688" y="29687"/>
                </a:moveTo>
                <a:cubicBezTo>
                  <a:pt x="48030" y="11345"/>
                  <a:pt x="73370" y="0"/>
                  <a:pt x="101359" y="0"/>
                </a:cubicBezTo>
                <a:lnTo>
                  <a:pt x="506782" y="0"/>
                </a:lnTo>
                <a:lnTo>
                  <a:pt x="542085" y="7127"/>
                </a:lnTo>
                <a:lnTo>
                  <a:pt x="7127" y="542085"/>
                </a:lnTo>
                <a:lnTo>
                  <a:pt x="0" y="506782"/>
                </a:lnTo>
                <a:lnTo>
                  <a:pt x="0" y="101359"/>
                </a:lnTo>
                <a:cubicBezTo>
                  <a:pt x="0" y="73369"/>
                  <a:pt x="11345" y="48029"/>
                  <a:pt x="29688" y="29687"/>
                </a:cubicBezTo>
                <a:close/>
              </a:path>
            </a:pathLst>
          </a:cu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Arial" panose="020B0604020202020204"/>
              <a:ea typeface="微软雅黑" panose="020B0503020204020204" charset="-122"/>
              <a:cs typeface="+mn-cs"/>
            </a:endParaRPr>
          </a:p>
        </p:txBody>
      </p:sp>
      <p:sp>
        <p:nvSpPr>
          <p:cNvPr id="18" name="矩形 17"/>
          <p:cNvSpPr/>
          <p:nvPr/>
        </p:nvSpPr>
        <p:spPr>
          <a:xfrm>
            <a:off x="1403350" y="1636019"/>
            <a:ext cx="6751606" cy="2399665"/>
          </a:xfrm>
          <a:prstGeom prst="rect">
            <a:avLst/>
          </a:prstGeom>
        </p:spPr>
        <p:txBody>
          <a:bodyPr wrap="square">
            <a:spAutoFit/>
          </a:bodyPr>
          <a:lstStyle/>
          <a:p>
            <a:pPr>
              <a:lnSpc>
                <a:spcPct val="150000"/>
              </a:lnSpc>
            </a:pPr>
            <a:r>
              <a:rPr lang="en-US" altLang="zh-CN" sz="2000" dirty="0">
                <a:solidFill>
                  <a:schemeClr val="bg1"/>
                </a:solidFill>
                <a:latin typeface="微软雅黑" panose="020B0503020204020204" charset="-122"/>
                <a:ea typeface="微软雅黑" panose="020B0503020204020204" charset="-122"/>
              </a:rPr>
              <a:t>【</a:t>
            </a:r>
            <a:r>
              <a:rPr lang="zh-CN" altLang="en-US" sz="2000" dirty="0">
                <a:solidFill>
                  <a:schemeClr val="bg1"/>
                </a:solidFill>
                <a:latin typeface="微软雅黑" panose="020B0503020204020204" charset="-122"/>
                <a:ea typeface="微软雅黑" panose="020B0503020204020204" charset="-122"/>
              </a:rPr>
              <a:t>例</a:t>
            </a:r>
            <a:r>
              <a:rPr lang="en-US" altLang="zh-CN" sz="2000" dirty="0">
                <a:solidFill>
                  <a:schemeClr val="bg1"/>
                </a:solidFill>
                <a:latin typeface="微软雅黑" panose="020B0503020204020204" charset="-122"/>
                <a:ea typeface="微软雅黑" panose="020B0503020204020204" charset="-122"/>
              </a:rPr>
              <a:t>】</a:t>
            </a:r>
            <a:r>
              <a:rPr lang="zh-CN" altLang="en-US" sz="2000" dirty="0">
                <a:solidFill>
                  <a:schemeClr val="bg1"/>
                </a:solidFill>
                <a:latin typeface="微软雅黑" panose="020B0503020204020204" charset="-122"/>
                <a:ea typeface="微软雅黑" panose="020B0503020204020204" charset="-122"/>
              </a:rPr>
              <a:t>设             ，求</a:t>
            </a:r>
            <a:endParaRPr lang="en-US" altLang="zh-CN" sz="2000" dirty="0">
              <a:solidFill>
                <a:schemeClr val="bg1"/>
              </a:solidFill>
              <a:latin typeface="微软雅黑" panose="020B0503020204020204" charset="-122"/>
              <a:ea typeface="微软雅黑" panose="020B0503020204020204" charset="-122"/>
            </a:endParaRPr>
          </a:p>
          <a:p>
            <a:pPr>
              <a:lnSpc>
                <a:spcPct val="150000"/>
              </a:lnSpc>
            </a:pPr>
            <a:endParaRPr lang="en-US" altLang="zh-CN" sz="2000" dirty="0">
              <a:solidFill>
                <a:schemeClr val="bg1"/>
              </a:solidFill>
              <a:latin typeface="微软雅黑" panose="020B0503020204020204" charset="-122"/>
              <a:ea typeface="微软雅黑" panose="020B0503020204020204" charset="-122"/>
            </a:endParaRPr>
          </a:p>
          <a:p>
            <a:pPr>
              <a:lnSpc>
                <a:spcPct val="150000"/>
              </a:lnSpc>
            </a:pPr>
            <a:endParaRPr lang="en-US" altLang="zh-CN" sz="2000" dirty="0">
              <a:solidFill>
                <a:schemeClr val="bg1"/>
              </a:solidFill>
              <a:latin typeface="微软雅黑" panose="020B0503020204020204" charset="-122"/>
              <a:ea typeface="微软雅黑" panose="020B0503020204020204" charset="-122"/>
            </a:endParaRPr>
          </a:p>
          <a:p>
            <a:pPr>
              <a:lnSpc>
                <a:spcPct val="150000"/>
              </a:lnSpc>
            </a:pPr>
            <a:r>
              <a:rPr lang="zh-CN" altLang="en-US" sz="2000" dirty="0">
                <a:solidFill>
                  <a:schemeClr val="bg1"/>
                </a:solidFill>
                <a:latin typeface="微软雅黑" panose="020B0503020204020204" charset="-122"/>
                <a:ea typeface="微软雅黑" panose="020B0503020204020204" charset="-122"/>
              </a:rPr>
              <a:t>解</a:t>
            </a:r>
            <a:endParaRPr lang="en-US" altLang="zh-CN" sz="2000" dirty="0">
              <a:solidFill>
                <a:schemeClr val="bg1"/>
              </a:solidFill>
              <a:latin typeface="微软雅黑" panose="020B0503020204020204" charset="-122"/>
              <a:ea typeface="微软雅黑" panose="020B0503020204020204" charset="-122"/>
            </a:endParaRPr>
          </a:p>
          <a:p>
            <a:pPr>
              <a:lnSpc>
                <a:spcPct val="150000"/>
              </a:lnSpc>
            </a:pPr>
            <a:endParaRPr lang="en-US" altLang="zh-CN" sz="2000" dirty="0">
              <a:solidFill>
                <a:schemeClr val="bg1"/>
              </a:solidFill>
              <a:latin typeface="微软雅黑" panose="020B0503020204020204" charset="-122"/>
              <a:ea typeface="微软雅黑" panose="020B0503020204020204" charset="-122"/>
            </a:endParaRPr>
          </a:p>
        </p:txBody>
      </p:sp>
      <p:sp>
        <p:nvSpPr>
          <p:cNvPr id="13" name="文本框 135"/>
          <p:cNvSpPr txBox="1"/>
          <p:nvPr/>
        </p:nvSpPr>
        <p:spPr>
          <a:xfrm>
            <a:off x="1443964" y="386315"/>
            <a:ext cx="3033203" cy="584775"/>
          </a:xfrm>
          <a:prstGeom prst="rect">
            <a:avLst/>
          </a:prstGeom>
          <a:noFill/>
        </p:spPr>
        <p:txBody>
          <a:bodyPr wrap="none" rtlCol="0">
            <a:spAutoFit/>
            <a:scene3d>
              <a:camera prst="orthographicFront"/>
              <a:lightRig rig="threePt" dir="t"/>
            </a:scene3d>
            <a:sp3d contourW="6350"/>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chemeClr val="bg1"/>
                </a:solidFill>
                <a:effectLst/>
                <a:uLnTx/>
                <a:uFillTx/>
                <a:latin typeface="Arial" panose="020B0604020202020204"/>
                <a:ea typeface="微软雅黑" panose="020B0503020204020204" charset="-122"/>
                <a:cs typeface="+mn-cs"/>
              </a:rPr>
              <a:t>5.2  </a:t>
            </a:r>
            <a:r>
              <a:rPr kumimoji="0" lang="zh-CN" altLang="en-US" sz="3200" b="1" i="0" u="none" strike="noStrike" kern="1200" cap="none" spc="0" normalizeH="0" baseline="0" noProof="0" dirty="0">
                <a:ln>
                  <a:noFill/>
                </a:ln>
                <a:solidFill>
                  <a:schemeClr val="bg1"/>
                </a:solidFill>
                <a:effectLst/>
                <a:uLnTx/>
                <a:uFillTx/>
                <a:latin typeface="Arial" panose="020B0604020202020204"/>
                <a:ea typeface="微软雅黑" panose="020B0503020204020204" charset="-122"/>
                <a:cs typeface="+mn-cs"/>
              </a:rPr>
              <a:t>高阶偏导数</a:t>
            </a:r>
            <a:endParaRPr kumimoji="0" lang="zh-CN" altLang="en-US" sz="3200" b="1" i="0" u="none" strike="noStrike" kern="1200" cap="none" spc="0" normalizeH="0" baseline="0" noProof="0" dirty="0">
              <a:ln>
                <a:noFill/>
              </a:ln>
              <a:solidFill>
                <a:schemeClr val="bg1"/>
              </a:solidFill>
              <a:effectLst/>
              <a:uLnTx/>
              <a:uFillTx/>
              <a:latin typeface="Arial" panose="020B0604020202020204"/>
              <a:ea typeface="微软雅黑" panose="020B0503020204020204" charset="-122"/>
              <a:cs typeface="+mn-cs"/>
            </a:endParaRPr>
          </a:p>
        </p:txBody>
      </p:sp>
      <p:pic>
        <p:nvPicPr>
          <p:cNvPr id="3" name="图片 2"/>
          <p:cNvPicPr>
            <a:picLocks noChangeAspect="1"/>
          </p:cNvPicPr>
          <p:nvPr/>
        </p:nvPicPr>
        <p:blipFill>
          <a:blip r:embed="rId2"/>
          <a:stretch>
            <a:fillRect/>
          </a:stretch>
        </p:blipFill>
        <p:spPr>
          <a:xfrm>
            <a:off x="2639695" y="1329055"/>
            <a:ext cx="1014730" cy="945515"/>
          </a:xfrm>
          <a:prstGeom prst="rect">
            <a:avLst/>
          </a:prstGeom>
        </p:spPr>
      </p:pic>
      <p:pic>
        <p:nvPicPr>
          <p:cNvPr id="7" name="图片 6"/>
          <p:cNvPicPr>
            <a:picLocks noChangeAspect="1"/>
          </p:cNvPicPr>
          <p:nvPr/>
        </p:nvPicPr>
        <p:blipFill>
          <a:blip r:embed="rId3"/>
          <a:stretch>
            <a:fillRect/>
          </a:stretch>
        </p:blipFill>
        <p:spPr>
          <a:xfrm>
            <a:off x="2104390" y="2599690"/>
            <a:ext cx="3676650" cy="1211580"/>
          </a:xfrm>
          <a:prstGeom prst="rect">
            <a:avLst/>
          </a:prstGeom>
        </p:spPr>
      </p:pic>
      <p:pic>
        <p:nvPicPr>
          <p:cNvPr id="19" name="图片 18"/>
          <p:cNvPicPr>
            <a:picLocks noChangeAspect="1"/>
          </p:cNvPicPr>
          <p:nvPr/>
        </p:nvPicPr>
        <p:blipFill>
          <a:blip r:embed="rId4"/>
          <a:stretch>
            <a:fillRect/>
          </a:stretch>
        </p:blipFill>
        <p:spPr>
          <a:xfrm>
            <a:off x="1847215" y="4293235"/>
            <a:ext cx="6705600" cy="1379855"/>
          </a:xfrm>
          <a:prstGeom prst="rect">
            <a:avLst/>
          </a:prstGeom>
        </p:spPr>
      </p:pic>
    </p:spTree>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nodeType="clickEffect">
                                  <p:stCondLst>
                                    <p:cond delay="0"/>
                                  </p:stCondLst>
                                  <p:childTnLst>
                                    <p:set>
                                      <p:cBhvr>
                                        <p:cTn id="15" dur="1" fill="hold">
                                          <p:stCondLst>
                                            <p:cond delay="0"/>
                                          </p:stCondLst>
                                        </p:cTn>
                                        <p:tgtEl>
                                          <p:spTgt spid="19"/>
                                        </p:tgtEl>
                                        <p:attrNameLst>
                                          <p:attrName>style.visibility</p:attrName>
                                        </p:attrNameLst>
                                      </p:cBhvr>
                                      <p:to>
                                        <p:strVal val="visible"/>
                                      </p:to>
                                    </p:set>
                                    <p:anim calcmode="lin" valueType="num">
                                      <p:cBhvr additive="base">
                                        <p:cTn id="16" dur="500" fill="hold"/>
                                        <p:tgtEl>
                                          <p:spTgt spid="19"/>
                                        </p:tgtEl>
                                        <p:attrNameLst>
                                          <p:attrName>ppt_x</p:attrName>
                                        </p:attrNameLst>
                                      </p:cBhvr>
                                      <p:tavLst>
                                        <p:tav tm="0">
                                          <p:val>
                                            <p:strVal val="#ppt_x"/>
                                          </p:val>
                                        </p:tav>
                                        <p:tav tm="100000">
                                          <p:val>
                                            <p:strVal val="#ppt_x"/>
                                          </p:val>
                                        </p:tav>
                                      </p:tavLst>
                                    </p:anim>
                                    <p:anim calcmode="lin" valueType="num">
                                      <p:cBhvr additive="base">
                                        <p:cTn id="17"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66.xml><?xml version="1.0" encoding="utf-8"?>
<p:sld xmlns:a="http://schemas.openxmlformats.org/drawingml/2006/main" xmlns:r="http://schemas.openxmlformats.org/officeDocument/2006/relationships" xmlns:p="http://schemas.openxmlformats.org/presentationml/2006/main">
  <p:cSld>
    <p:bg>
      <p:bgPr>
        <a:gradFill>
          <a:gsLst>
            <a:gs pos="0">
              <a:srgbClr val="0D1B2A"/>
            </a:gs>
            <a:gs pos="60000">
              <a:srgbClr val="1B263B"/>
            </a:gs>
            <a:gs pos="100000">
              <a:srgbClr val="102A43"/>
            </a:gs>
          </a:gsLst>
          <a:lin ang="2700000" scaled="0"/>
        </a:gradFill>
        <a:effectLst/>
      </p:bgPr>
    </p:bg>
    <p:spTree>
      <p:nvGrpSpPr>
        <p:cNvPr id="1" name=""/>
        <p:cNvGrpSpPr/>
        <p:nvPr/>
      </p:nvGrpSpPr>
      <p:grpSpPr>
        <a:xfrm>
          <a:off x="0" y="0"/>
          <a:ext cx="0" cy="0"/>
          <a:chOff x="0" y="0"/>
          <a:chExt cx="0" cy="0"/>
        </a:xfrm>
      </p:grpSpPr>
      <p:sp>
        <p:nvSpPr>
          <p:cNvPr id="7" name="矩形 6"/>
          <p:cNvSpPr/>
          <p:nvPr/>
        </p:nvSpPr>
        <p:spPr>
          <a:xfrm>
            <a:off x="592455" y="1094740"/>
            <a:ext cx="9465945" cy="4971415"/>
          </a:xfrm>
          <a:prstGeom prst="rect">
            <a:avLst/>
          </a:prstGeom>
          <a:noFill/>
          <a:ln w="28575">
            <a:solidFill>
              <a:srgbClr val="0070C0"/>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mc:AlternateContent xmlns:mc="http://schemas.openxmlformats.org/markup-compatibility/2006">
        <mc:Choice xmlns:a14="http://schemas.microsoft.com/office/drawing/2010/main" Requires="a14">
          <p:sp>
            <p:nvSpPr>
              <p:cNvPr id="8" name="文本框 7"/>
              <p:cNvSpPr txBox="1"/>
              <p:nvPr/>
            </p:nvSpPr>
            <p:spPr>
              <a:xfrm>
                <a:off x="767715" y="980440"/>
                <a:ext cx="8617585" cy="4599940"/>
              </a:xfrm>
              <a:prstGeom prst="rect">
                <a:avLst/>
              </a:prstGeom>
              <a:noFill/>
            </p:spPr>
            <p:txBody>
              <a:bodyPr wrap="square" rtlCol="0">
                <a:noAutofit/>
              </a:bodyPr>
              <a:lstStyle/>
              <a:p>
                <a:pPr>
                  <a:lnSpc>
                    <a:spcPct val="150000"/>
                  </a:lnSpc>
                </a:pPr>
                <a:r>
                  <a:rPr lang="zh-CN" altLang="en-US" sz="2400" b="1" u="sng" dirty="0">
                    <a:solidFill>
                      <a:schemeClr val="bg1"/>
                    </a:solidFill>
                    <a:latin typeface="微软雅黑" panose="020B0503020204020204" charset="-122"/>
                    <a:ea typeface="微软雅黑" panose="020B0503020204020204" charset="-122"/>
                  </a:rPr>
                  <a:t>定义</a:t>
                </a:r>
                <a:r>
                  <a:rPr lang="en-US" altLang="zh-CN" sz="2400" b="1" u="sng" dirty="0">
                    <a:solidFill>
                      <a:schemeClr val="bg1"/>
                    </a:solidFill>
                    <a:latin typeface="微软雅黑" panose="020B0503020204020204" charset="-122"/>
                    <a:ea typeface="微软雅黑" panose="020B0503020204020204" charset="-122"/>
                  </a:rPr>
                  <a:t> </a:t>
                </a:r>
                <a:r>
                  <a:rPr lang="zh-CN" altLang="en-US" sz="2400" b="1" u="sng" dirty="0">
                    <a:solidFill>
                      <a:schemeClr val="bg1"/>
                    </a:solidFill>
                    <a:latin typeface="微软雅黑" panose="020B0503020204020204" charset="-122"/>
                    <a:ea typeface="微软雅黑" panose="020B0503020204020204" charset="-122"/>
                  </a:rPr>
                  <a:t> （可微的必要条件）</a:t>
                </a:r>
                <a:r>
                  <a:rPr lang="zh-CN" altLang="en-US" sz="2400" b="1" dirty="0">
                    <a:solidFill>
                      <a:schemeClr val="bg1"/>
                    </a:solidFill>
                    <a:latin typeface="微软雅黑" panose="020B0503020204020204" charset="-122"/>
                    <a:ea typeface="微软雅黑" panose="020B0503020204020204" charset="-122"/>
                  </a:rPr>
                  <a:t>若函数</a:t>
                </a:r>
                <a14:m>
                  <m:oMath xmlns:m="http://schemas.openxmlformats.org/officeDocument/2006/math">
                    <m:r>
                      <a:rPr lang="en-US" altLang="zh-CN" sz="2400" b="1" i="1" dirty="0" smtClean="0">
                        <a:solidFill>
                          <a:schemeClr val="bg1"/>
                        </a:solidFill>
                        <a:latin typeface="Cambria Math" panose="02040503050406030204"/>
                        <a:ea typeface="微软雅黑" panose="020B0503020204020204" charset="-122"/>
                      </a:rPr>
                      <m:t>𝒛</m:t>
                    </m:r>
                    <m:r>
                      <a:rPr lang="en-US" altLang="zh-CN" sz="2400" b="1" i="1" dirty="0" smtClean="0">
                        <a:solidFill>
                          <a:schemeClr val="bg1"/>
                        </a:solidFill>
                        <a:latin typeface="Cambria Math" panose="02040503050406030204"/>
                        <a:ea typeface="微软雅黑" panose="020B0503020204020204" charset="-122"/>
                      </a:rPr>
                      <m:t>=</m:t>
                    </m:r>
                    <m:r>
                      <a:rPr lang="en-US" altLang="zh-CN" sz="2400" b="1" i="1" dirty="0" smtClean="0">
                        <a:solidFill>
                          <a:schemeClr val="bg1"/>
                        </a:solidFill>
                        <a:latin typeface="Cambria Math" panose="02040503050406030204"/>
                        <a:ea typeface="微软雅黑" panose="020B0503020204020204" charset="-122"/>
                      </a:rPr>
                      <m:t>𝒇</m:t>
                    </m:r>
                    <m:r>
                      <a:rPr lang="zh-CN" altLang="en-US" sz="2400" b="1" i="1" dirty="0">
                        <a:solidFill>
                          <a:schemeClr val="bg1"/>
                        </a:solidFill>
                        <a:latin typeface="Cambria Math" panose="02040503050406030204"/>
                        <a:ea typeface="微软雅黑" panose="020B0503020204020204" charset="-122"/>
                      </a:rPr>
                      <m:t>（</m:t>
                    </m:r>
                    <m:r>
                      <a:rPr lang="en-US" altLang="zh-CN" sz="2400" b="1" i="1" dirty="0" err="1">
                        <a:solidFill>
                          <a:schemeClr val="bg1"/>
                        </a:solidFill>
                        <a:latin typeface="Cambria Math" panose="02040503050406030204"/>
                        <a:ea typeface="微软雅黑" panose="020B0503020204020204" charset="-122"/>
                      </a:rPr>
                      <m:t>𝒙</m:t>
                    </m:r>
                    <m:r>
                      <a:rPr lang="en-US" altLang="zh-CN" sz="2400" b="1" i="1" dirty="0" err="1">
                        <a:solidFill>
                          <a:schemeClr val="bg1"/>
                        </a:solidFill>
                        <a:latin typeface="Cambria Math" panose="02040503050406030204"/>
                        <a:ea typeface="微软雅黑" panose="020B0503020204020204" charset="-122"/>
                      </a:rPr>
                      <m:t>,</m:t>
                    </m:r>
                    <m:r>
                      <a:rPr lang="en-US" altLang="zh-CN" sz="2400" b="1" i="1" dirty="0" err="1">
                        <a:solidFill>
                          <a:schemeClr val="bg1"/>
                        </a:solidFill>
                        <a:latin typeface="Cambria Math" panose="02040503050406030204"/>
                        <a:ea typeface="微软雅黑" panose="020B0503020204020204" charset="-122"/>
                      </a:rPr>
                      <m:t>𝒚</m:t>
                    </m:r>
                    <m:r>
                      <a:rPr lang="zh-CN" altLang="en-US" sz="2400" b="1" i="1" dirty="0">
                        <a:solidFill>
                          <a:schemeClr val="bg1"/>
                        </a:solidFill>
                        <a:latin typeface="Cambria Math" panose="02040503050406030204"/>
                        <a:ea typeface="微软雅黑" panose="020B0503020204020204" charset="-122"/>
                      </a:rPr>
                      <m:t>）</m:t>
                    </m:r>
                  </m:oMath>
                </a14:m>
                <a:r>
                  <a:rPr lang="zh-CN" altLang="en-US" sz="2400" b="1" dirty="0">
                    <a:solidFill>
                      <a:schemeClr val="bg1"/>
                    </a:solidFill>
                    <a:latin typeface="微软雅黑" panose="020B0503020204020204" charset="-122"/>
                    <a:ea typeface="微软雅黑" panose="020B0503020204020204" charset="-122"/>
                  </a:rPr>
                  <a:t>在点</a:t>
                </a:r>
                <a14:m>
                  <m:oMath xmlns:m="http://schemas.openxmlformats.org/officeDocument/2006/math">
                    <m:r>
                      <a:rPr lang="zh-CN" altLang="en-US" sz="2400" b="1" i="1" dirty="0" smtClean="0">
                        <a:solidFill>
                          <a:schemeClr val="bg1"/>
                        </a:solidFill>
                        <a:latin typeface="Cambria Math" panose="02040503050406030204"/>
                        <a:ea typeface="微软雅黑" panose="020B0503020204020204" charset="-122"/>
                      </a:rPr>
                      <m:t>（</m:t>
                    </m:r>
                    <m:r>
                      <a:rPr lang="en-US" altLang="zh-CN" sz="2400" b="1" i="1" dirty="0" err="1">
                        <a:solidFill>
                          <a:schemeClr val="bg1"/>
                        </a:solidFill>
                        <a:latin typeface="Cambria Math" panose="02040503050406030204"/>
                        <a:ea typeface="微软雅黑" panose="020B0503020204020204" charset="-122"/>
                      </a:rPr>
                      <m:t>𝒙</m:t>
                    </m:r>
                    <m:r>
                      <a:rPr lang="en-US" altLang="zh-CN" sz="2400" b="1" i="1" dirty="0" err="1">
                        <a:solidFill>
                          <a:schemeClr val="bg1"/>
                        </a:solidFill>
                        <a:latin typeface="Cambria Math" panose="02040503050406030204"/>
                        <a:ea typeface="微软雅黑" panose="020B0503020204020204" charset="-122"/>
                      </a:rPr>
                      <m:t>,</m:t>
                    </m:r>
                    <m:r>
                      <a:rPr lang="en-US" altLang="zh-CN" sz="2400" b="1" i="1" dirty="0" err="1">
                        <a:solidFill>
                          <a:schemeClr val="bg1"/>
                        </a:solidFill>
                        <a:latin typeface="Cambria Math" panose="02040503050406030204"/>
                        <a:ea typeface="微软雅黑" panose="020B0503020204020204" charset="-122"/>
                      </a:rPr>
                      <m:t>𝒚</m:t>
                    </m:r>
                    <m:r>
                      <a:rPr lang="zh-CN" altLang="en-US" sz="2400" b="1" i="1" dirty="0">
                        <a:solidFill>
                          <a:schemeClr val="bg1"/>
                        </a:solidFill>
                        <a:latin typeface="Cambria Math" panose="02040503050406030204"/>
                        <a:ea typeface="微软雅黑" panose="020B0503020204020204" charset="-122"/>
                      </a:rPr>
                      <m:t>）</m:t>
                    </m:r>
                  </m:oMath>
                </a14:m>
                <a:r>
                  <a:rPr lang="zh-CN" altLang="en-US" sz="2400" b="1" dirty="0">
                    <a:solidFill>
                      <a:schemeClr val="bg1"/>
                    </a:solidFill>
                    <a:latin typeface="微软雅黑" panose="020B0503020204020204" charset="-122"/>
                    <a:ea typeface="微软雅黑" panose="020B0503020204020204" charset="-122"/>
                  </a:rPr>
                  <a:t>可微，则</a:t>
                </a:r>
                <a:endParaRPr lang="zh-CN" altLang="en-US" sz="2400" b="1" dirty="0">
                  <a:solidFill>
                    <a:schemeClr val="bg1"/>
                  </a:solidFill>
                  <a:latin typeface="微软雅黑" panose="020B0503020204020204" charset="-122"/>
                  <a:ea typeface="微软雅黑" panose="020B0503020204020204" charset="-122"/>
                </a:endParaRPr>
              </a:p>
              <a:p>
                <a:pPr>
                  <a:lnSpc>
                    <a:spcPct val="150000"/>
                  </a:lnSpc>
                </a:pPr>
                <a:r>
                  <a:rPr lang="zh-CN" altLang="en-US" sz="2400" b="1" dirty="0">
                    <a:solidFill>
                      <a:schemeClr val="bg1"/>
                    </a:solidFill>
                    <a:latin typeface="微软雅黑" panose="020B0503020204020204" charset="-122"/>
                    <a:ea typeface="微软雅黑" panose="020B0503020204020204" charset="-122"/>
                  </a:rPr>
                  <a:t>（</a:t>
                </a:r>
                <a:r>
                  <a:rPr lang="en-US" altLang="zh-CN" sz="2400" b="1" dirty="0">
                    <a:solidFill>
                      <a:schemeClr val="bg1"/>
                    </a:solidFill>
                    <a:latin typeface="微软雅黑" panose="020B0503020204020204" charset="-122"/>
                    <a:ea typeface="微软雅黑" panose="020B0503020204020204" charset="-122"/>
                  </a:rPr>
                  <a:t>1</a:t>
                </a:r>
                <a:r>
                  <a:rPr lang="zh-CN" altLang="en-US" sz="2400" b="1" dirty="0">
                    <a:solidFill>
                      <a:schemeClr val="bg1"/>
                    </a:solidFill>
                    <a:latin typeface="微软雅黑" panose="020B0503020204020204" charset="-122"/>
                    <a:ea typeface="微软雅黑" panose="020B0503020204020204" charset="-122"/>
                  </a:rPr>
                  <a:t>）</a:t>
                </a:r>
                <a14:m>
                  <m:oMath xmlns:m="http://schemas.openxmlformats.org/officeDocument/2006/math">
                    <m:r>
                      <a:rPr lang="en-US" altLang="zh-CN" sz="2400" b="1" i="1" dirty="0" smtClean="0">
                        <a:solidFill>
                          <a:schemeClr val="bg1"/>
                        </a:solidFill>
                        <a:latin typeface="Cambria Math" panose="02040503050406030204"/>
                        <a:ea typeface="微软雅黑" panose="020B0503020204020204" charset="-122"/>
                      </a:rPr>
                      <m:t>𝒇</m:t>
                    </m:r>
                    <m:r>
                      <a:rPr lang="zh-CN" altLang="en-US" sz="2400" b="1" i="1" dirty="0">
                        <a:solidFill>
                          <a:schemeClr val="bg1"/>
                        </a:solidFill>
                        <a:latin typeface="Cambria Math" panose="02040503050406030204"/>
                        <a:ea typeface="微软雅黑" panose="020B0503020204020204" charset="-122"/>
                      </a:rPr>
                      <m:t>（</m:t>
                    </m:r>
                    <m:r>
                      <a:rPr lang="en-US" altLang="zh-CN" sz="2400" b="1" i="1" dirty="0" err="1">
                        <a:solidFill>
                          <a:schemeClr val="bg1"/>
                        </a:solidFill>
                        <a:latin typeface="Cambria Math" panose="02040503050406030204"/>
                        <a:ea typeface="微软雅黑" panose="020B0503020204020204" charset="-122"/>
                      </a:rPr>
                      <m:t>𝒙</m:t>
                    </m:r>
                    <m:r>
                      <a:rPr lang="en-US" altLang="zh-CN" sz="2400" b="1" i="1" dirty="0" err="1">
                        <a:solidFill>
                          <a:schemeClr val="bg1"/>
                        </a:solidFill>
                        <a:latin typeface="Cambria Math" panose="02040503050406030204"/>
                        <a:ea typeface="微软雅黑" panose="020B0503020204020204" charset="-122"/>
                      </a:rPr>
                      <m:t>,</m:t>
                    </m:r>
                    <m:r>
                      <a:rPr lang="en-US" altLang="zh-CN" sz="2400" b="1" i="1" dirty="0" err="1">
                        <a:solidFill>
                          <a:schemeClr val="bg1"/>
                        </a:solidFill>
                        <a:latin typeface="Cambria Math" panose="02040503050406030204"/>
                        <a:ea typeface="微软雅黑" panose="020B0503020204020204" charset="-122"/>
                      </a:rPr>
                      <m:t>𝒚</m:t>
                    </m:r>
                    <m:r>
                      <a:rPr lang="zh-CN" altLang="en-US" sz="2400" b="1" i="1" dirty="0">
                        <a:solidFill>
                          <a:schemeClr val="bg1"/>
                        </a:solidFill>
                        <a:latin typeface="Cambria Math" panose="02040503050406030204"/>
                        <a:ea typeface="微软雅黑" panose="020B0503020204020204" charset="-122"/>
                      </a:rPr>
                      <m:t>）</m:t>
                    </m:r>
                  </m:oMath>
                </a14:m>
                <a:r>
                  <a:rPr lang="zh-CN" altLang="en-US" sz="2400" b="1" dirty="0">
                    <a:solidFill>
                      <a:schemeClr val="bg1"/>
                    </a:solidFill>
                    <a:latin typeface="微软雅黑" panose="020B0503020204020204" charset="-122"/>
                    <a:ea typeface="微软雅黑" panose="020B0503020204020204" charset="-122"/>
                  </a:rPr>
                  <a:t>在点</a:t>
                </a:r>
                <a14:m>
                  <m:oMath xmlns:m="http://schemas.openxmlformats.org/officeDocument/2006/math">
                    <m:r>
                      <a:rPr lang="zh-CN" altLang="en-US" sz="2400" b="1" i="1" dirty="0" smtClean="0">
                        <a:solidFill>
                          <a:schemeClr val="bg1"/>
                        </a:solidFill>
                        <a:latin typeface="Cambria Math" panose="02040503050406030204"/>
                        <a:ea typeface="微软雅黑" panose="020B0503020204020204" charset="-122"/>
                      </a:rPr>
                      <m:t>（</m:t>
                    </m:r>
                    <m:r>
                      <a:rPr lang="en-US" altLang="zh-CN" sz="2400" b="1" i="1" dirty="0" err="1">
                        <a:solidFill>
                          <a:schemeClr val="bg1"/>
                        </a:solidFill>
                        <a:latin typeface="Cambria Math" panose="02040503050406030204"/>
                        <a:ea typeface="微软雅黑" panose="020B0503020204020204" charset="-122"/>
                      </a:rPr>
                      <m:t>𝒙</m:t>
                    </m:r>
                    <m:r>
                      <a:rPr lang="en-US" altLang="zh-CN" sz="2400" b="1" i="1" dirty="0" err="1">
                        <a:solidFill>
                          <a:schemeClr val="bg1"/>
                        </a:solidFill>
                        <a:latin typeface="Cambria Math" panose="02040503050406030204"/>
                        <a:ea typeface="微软雅黑" panose="020B0503020204020204" charset="-122"/>
                      </a:rPr>
                      <m:t>,</m:t>
                    </m:r>
                    <m:r>
                      <a:rPr lang="en-US" altLang="zh-CN" sz="2400" b="1" i="1" dirty="0" err="1">
                        <a:solidFill>
                          <a:schemeClr val="bg1"/>
                        </a:solidFill>
                        <a:latin typeface="Cambria Math" panose="02040503050406030204"/>
                        <a:ea typeface="微软雅黑" panose="020B0503020204020204" charset="-122"/>
                      </a:rPr>
                      <m:t>𝒚</m:t>
                    </m:r>
                    <m:r>
                      <a:rPr lang="zh-CN" altLang="en-US" sz="2400" b="1" i="1" dirty="0">
                        <a:solidFill>
                          <a:schemeClr val="bg1"/>
                        </a:solidFill>
                        <a:latin typeface="Cambria Math" panose="02040503050406030204"/>
                        <a:ea typeface="微软雅黑" panose="020B0503020204020204" charset="-122"/>
                      </a:rPr>
                      <m:t>）</m:t>
                    </m:r>
                  </m:oMath>
                </a14:m>
                <a:r>
                  <a:rPr lang="zh-CN" altLang="en-US" sz="2400" b="1" dirty="0">
                    <a:solidFill>
                      <a:schemeClr val="bg1"/>
                    </a:solidFill>
                    <a:latin typeface="微软雅黑" panose="020B0503020204020204" charset="-122"/>
                    <a:ea typeface="微软雅黑" panose="020B0503020204020204" charset="-122"/>
                  </a:rPr>
                  <a:t>连续；</a:t>
                </a:r>
                <a:endParaRPr lang="zh-CN" altLang="en-US" sz="2400" b="1" dirty="0">
                  <a:solidFill>
                    <a:schemeClr val="bg1"/>
                  </a:solidFill>
                  <a:latin typeface="微软雅黑" panose="020B0503020204020204" charset="-122"/>
                  <a:ea typeface="微软雅黑" panose="020B0503020204020204" charset="-122"/>
                </a:endParaRPr>
              </a:p>
              <a:p>
                <a:pPr>
                  <a:lnSpc>
                    <a:spcPct val="150000"/>
                  </a:lnSpc>
                </a:pPr>
                <a:r>
                  <a:rPr lang="zh-CN" altLang="en-US" sz="2400" b="1" dirty="0">
                    <a:solidFill>
                      <a:schemeClr val="bg1"/>
                    </a:solidFill>
                    <a:latin typeface="微软雅黑" panose="020B0503020204020204" charset="-122"/>
                    <a:ea typeface="微软雅黑" panose="020B0503020204020204" charset="-122"/>
                  </a:rPr>
                  <a:t>（</a:t>
                </a:r>
                <a:r>
                  <a:rPr lang="en-US" altLang="zh-CN" sz="2400" b="1" dirty="0">
                    <a:solidFill>
                      <a:schemeClr val="bg1"/>
                    </a:solidFill>
                    <a:latin typeface="微软雅黑" panose="020B0503020204020204" charset="-122"/>
                    <a:ea typeface="微软雅黑" panose="020B0503020204020204" charset="-122"/>
                  </a:rPr>
                  <a:t>2</a:t>
                </a:r>
                <a:r>
                  <a:rPr lang="zh-CN" altLang="en-US" sz="2400" b="1" dirty="0">
                    <a:solidFill>
                      <a:schemeClr val="bg1"/>
                    </a:solidFill>
                    <a:latin typeface="微软雅黑" panose="020B0503020204020204" charset="-122"/>
                    <a:ea typeface="微软雅黑" panose="020B0503020204020204" charset="-122"/>
                  </a:rPr>
                  <a:t>）</a:t>
                </a:r>
                <a14:m>
                  <m:oMath xmlns:m="http://schemas.openxmlformats.org/officeDocument/2006/math">
                    <m:r>
                      <a:rPr lang="en-US" altLang="zh-CN" sz="2400" b="1" i="1" dirty="0" smtClean="0">
                        <a:solidFill>
                          <a:schemeClr val="bg1"/>
                        </a:solidFill>
                        <a:latin typeface="Cambria Math" panose="02040503050406030204"/>
                        <a:ea typeface="微软雅黑" panose="020B0503020204020204" charset="-122"/>
                      </a:rPr>
                      <m:t>𝒛</m:t>
                    </m:r>
                    <m:r>
                      <a:rPr lang="en-US" altLang="zh-CN" sz="2400" b="1" i="1" dirty="0" smtClean="0">
                        <a:solidFill>
                          <a:schemeClr val="bg1"/>
                        </a:solidFill>
                        <a:latin typeface="Cambria Math" panose="02040503050406030204"/>
                        <a:ea typeface="微软雅黑" panose="020B0503020204020204" charset="-122"/>
                      </a:rPr>
                      <m:t>=</m:t>
                    </m:r>
                    <m:r>
                      <a:rPr lang="en-US" altLang="zh-CN" sz="2400" b="1" i="1" dirty="0" smtClean="0">
                        <a:solidFill>
                          <a:schemeClr val="bg1"/>
                        </a:solidFill>
                        <a:latin typeface="Cambria Math" panose="02040503050406030204"/>
                        <a:ea typeface="微软雅黑" panose="020B0503020204020204" charset="-122"/>
                      </a:rPr>
                      <m:t>𝒇</m:t>
                    </m:r>
                    <m:r>
                      <a:rPr lang="zh-CN" altLang="en-US" sz="2400" b="1" i="1" dirty="0">
                        <a:solidFill>
                          <a:schemeClr val="bg1"/>
                        </a:solidFill>
                        <a:latin typeface="Cambria Math" panose="02040503050406030204"/>
                        <a:ea typeface="微软雅黑" panose="020B0503020204020204" charset="-122"/>
                      </a:rPr>
                      <m:t>（</m:t>
                    </m:r>
                    <m:r>
                      <a:rPr lang="en-US" altLang="zh-CN" sz="2400" b="1" i="1" dirty="0" err="1">
                        <a:solidFill>
                          <a:schemeClr val="bg1"/>
                        </a:solidFill>
                        <a:latin typeface="Cambria Math" panose="02040503050406030204"/>
                        <a:ea typeface="微软雅黑" panose="020B0503020204020204" charset="-122"/>
                      </a:rPr>
                      <m:t>𝒙</m:t>
                    </m:r>
                    <m:r>
                      <a:rPr lang="en-US" altLang="zh-CN" sz="2400" b="1" i="1" dirty="0" err="1">
                        <a:solidFill>
                          <a:schemeClr val="bg1"/>
                        </a:solidFill>
                        <a:latin typeface="Cambria Math" panose="02040503050406030204"/>
                        <a:ea typeface="微软雅黑" panose="020B0503020204020204" charset="-122"/>
                      </a:rPr>
                      <m:t>,</m:t>
                    </m:r>
                    <m:r>
                      <a:rPr lang="en-US" altLang="zh-CN" sz="2400" b="1" i="1" dirty="0" err="1">
                        <a:solidFill>
                          <a:schemeClr val="bg1"/>
                        </a:solidFill>
                        <a:latin typeface="Cambria Math" panose="02040503050406030204"/>
                        <a:ea typeface="微软雅黑" panose="020B0503020204020204" charset="-122"/>
                      </a:rPr>
                      <m:t>𝒚</m:t>
                    </m:r>
                    <m:r>
                      <a:rPr lang="zh-CN" altLang="en-US" sz="2400" b="1" i="1" dirty="0">
                        <a:solidFill>
                          <a:schemeClr val="bg1"/>
                        </a:solidFill>
                        <a:latin typeface="Cambria Math" panose="02040503050406030204"/>
                        <a:ea typeface="微软雅黑" panose="020B0503020204020204" charset="-122"/>
                      </a:rPr>
                      <m:t>）</m:t>
                    </m:r>
                  </m:oMath>
                </a14:m>
                <a:r>
                  <a:rPr lang="zh-CN" altLang="en-US" sz="2400" b="1" dirty="0">
                    <a:solidFill>
                      <a:schemeClr val="bg1"/>
                    </a:solidFill>
                    <a:latin typeface="微软雅黑" panose="020B0503020204020204" charset="-122"/>
                    <a:ea typeface="微软雅黑" panose="020B0503020204020204" charset="-122"/>
                  </a:rPr>
                  <a:t>的两个偏导数</a:t>
                </a:r>
                <a14:m>
                  <m:oMath xmlns:m="http://schemas.openxmlformats.org/officeDocument/2006/math">
                    <m:r>
                      <a:rPr lang="en-US" altLang="zh-CN" sz="2400" b="1" i="1" dirty="0" smtClean="0">
                        <a:solidFill>
                          <a:schemeClr val="bg1"/>
                        </a:solidFill>
                        <a:latin typeface="Cambria Math" panose="02040503050406030204"/>
                        <a:ea typeface="微软雅黑" panose="020B0503020204020204" charset="-122"/>
                      </a:rPr>
                      <m:t>𝒇</m:t>
                    </m:r>
                    <m:r>
                      <a:rPr lang="en-US" altLang="zh-CN" sz="2400" b="1" i="1" baseline="-25000" dirty="0">
                        <a:solidFill>
                          <a:schemeClr val="bg1"/>
                        </a:solidFill>
                        <a:latin typeface="Cambria Math" panose="02040503050406030204"/>
                        <a:ea typeface="微软雅黑" panose="020B0503020204020204" charset="-122"/>
                      </a:rPr>
                      <m:t>𝒙</m:t>
                    </m:r>
                    <m:r>
                      <a:rPr lang="zh-CN" altLang="en-US" sz="2400" b="1" i="1" dirty="0">
                        <a:solidFill>
                          <a:schemeClr val="bg1"/>
                        </a:solidFill>
                        <a:latin typeface="Cambria Math" panose="02040503050406030204"/>
                        <a:ea typeface="微软雅黑" panose="020B0503020204020204" charset="-122"/>
                      </a:rPr>
                      <m:t>（</m:t>
                    </m:r>
                    <m:r>
                      <a:rPr lang="en-US" altLang="zh-CN" sz="2400" b="1" i="1" dirty="0" err="1">
                        <a:solidFill>
                          <a:schemeClr val="bg1"/>
                        </a:solidFill>
                        <a:latin typeface="Cambria Math" panose="02040503050406030204"/>
                        <a:ea typeface="微软雅黑" panose="020B0503020204020204" charset="-122"/>
                      </a:rPr>
                      <m:t>𝒙</m:t>
                    </m:r>
                    <m:r>
                      <a:rPr lang="en-US" altLang="zh-CN" sz="2400" b="1" i="1" dirty="0" err="1">
                        <a:solidFill>
                          <a:schemeClr val="bg1"/>
                        </a:solidFill>
                        <a:latin typeface="Cambria Math" panose="02040503050406030204"/>
                        <a:ea typeface="微软雅黑" panose="020B0503020204020204" charset="-122"/>
                      </a:rPr>
                      <m:t>,</m:t>
                    </m:r>
                    <m:r>
                      <a:rPr lang="en-US" altLang="zh-CN" sz="2400" b="1" i="1" dirty="0" err="1">
                        <a:solidFill>
                          <a:schemeClr val="bg1"/>
                        </a:solidFill>
                        <a:latin typeface="Cambria Math" panose="02040503050406030204"/>
                        <a:ea typeface="微软雅黑" panose="020B0503020204020204" charset="-122"/>
                      </a:rPr>
                      <m:t>𝒚</m:t>
                    </m:r>
                    <m:r>
                      <a:rPr lang="zh-CN" altLang="en-US" sz="2400" b="1" i="1" dirty="0">
                        <a:solidFill>
                          <a:schemeClr val="bg1"/>
                        </a:solidFill>
                        <a:latin typeface="Cambria Math" panose="02040503050406030204"/>
                        <a:ea typeface="微软雅黑" panose="020B0503020204020204" charset="-122"/>
                      </a:rPr>
                      <m:t>）</m:t>
                    </m:r>
                  </m:oMath>
                </a14:m>
                <a:r>
                  <a:rPr lang="zh-CN" altLang="en-US" sz="2400" b="1" dirty="0">
                    <a:solidFill>
                      <a:schemeClr val="bg1"/>
                    </a:solidFill>
                    <a:latin typeface="微软雅黑" panose="020B0503020204020204" charset="-122"/>
                    <a:ea typeface="微软雅黑" panose="020B0503020204020204" charset="-122"/>
                  </a:rPr>
                  <a:t>和</a:t>
                </a:r>
                <a14:m>
                  <m:oMath xmlns:m="http://schemas.openxmlformats.org/officeDocument/2006/math">
                    <m:r>
                      <a:rPr lang="en-US" altLang="zh-CN" sz="2400" b="1" i="1" dirty="0" smtClean="0">
                        <a:solidFill>
                          <a:schemeClr val="bg1"/>
                        </a:solidFill>
                        <a:latin typeface="Cambria Math" panose="02040503050406030204"/>
                        <a:ea typeface="微软雅黑" panose="020B0503020204020204" charset="-122"/>
                      </a:rPr>
                      <m:t>𝒇</m:t>
                    </m:r>
                    <m:r>
                      <a:rPr lang="en-US" altLang="zh-CN" sz="2400" b="1" i="1" baseline="-25000" dirty="0">
                        <a:solidFill>
                          <a:schemeClr val="bg1"/>
                        </a:solidFill>
                        <a:latin typeface="Cambria Math" panose="02040503050406030204"/>
                        <a:ea typeface="微软雅黑" panose="020B0503020204020204" charset="-122"/>
                      </a:rPr>
                      <m:t>𝒚</m:t>
                    </m:r>
                    <m:r>
                      <a:rPr lang="zh-CN" altLang="en-US" sz="2400" b="1" i="1" dirty="0">
                        <a:solidFill>
                          <a:schemeClr val="bg1"/>
                        </a:solidFill>
                        <a:latin typeface="Cambria Math" panose="02040503050406030204"/>
                        <a:ea typeface="微软雅黑" panose="020B0503020204020204" charset="-122"/>
                      </a:rPr>
                      <m:t>（</m:t>
                    </m:r>
                    <m:r>
                      <a:rPr lang="en-US" altLang="zh-CN" sz="2400" b="1" i="1" dirty="0" err="1">
                        <a:solidFill>
                          <a:schemeClr val="bg1"/>
                        </a:solidFill>
                        <a:latin typeface="Cambria Math" panose="02040503050406030204"/>
                        <a:ea typeface="微软雅黑" panose="020B0503020204020204" charset="-122"/>
                      </a:rPr>
                      <m:t>𝒙</m:t>
                    </m:r>
                    <m:r>
                      <a:rPr lang="en-US" altLang="zh-CN" sz="2400" b="1" i="1" dirty="0" err="1">
                        <a:solidFill>
                          <a:schemeClr val="bg1"/>
                        </a:solidFill>
                        <a:latin typeface="Cambria Math" panose="02040503050406030204"/>
                        <a:ea typeface="微软雅黑" panose="020B0503020204020204" charset="-122"/>
                      </a:rPr>
                      <m:t>,</m:t>
                    </m:r>
                    <m:r>
                      <a:rPr lang="en-US" altLang="zh-CN" sz="2400" b="1" i="1" dirty="0" err="1">
                        <a:solidFill>
                          <a:schemeClr val="bg1"/>
                        </a:solidFill>
                        <a:latin typeface="Cambria Math" panose="02040503050406030204"/>
                        <a:ea typeface="微软雅黑" panose="020B0503020204020204" charset="-122"/>
                      </a:rPr>
                      <m:t>𝒚</m:t>
                    </m:r>
                    <m:r>
                      <a:rPr lang="zh-CN" altLang="en-US" sz="2400" b="1" i="1" dirty="0">
                        <a:solidFill>
                          <a:schemeClr val="bg1"/>
                        </a:solidFill>
                        <a:latin typeface="Cambria Math" panose="02040503050406030204"/>
                        <a:ea typeface="微软雅黑" panose="020B0503020204020204" charset="-122"/>
                      </a:rPr>
                      <m:t>）</m:t>
                    </m:r>
                  </m:oMath>
                </a14:m>
                <a:r>
                  <a:rPr lang="zh-CN" altLang="en-US" sz="2400" b="1" dirty="0">
                    <a:solidFill>
                      <a:schemeClr val="bg1"/>
                    </a:solidFill>
                    <a:latin typeface="微软雅黑" panose="020B0503020204020204" charset="-122"/>
                    <a:ea typeface="微软雅黑" panose="020B0503020204020204" charset="-122"/>
                  </a:rPr>
                  <a:t>都存在，且</a:t>
                </a:r>
                <a14:m>
                  <m:oMath xmlns:m="http://schemas.openxmlformats.org/officeDocument/2006/math">
                    <m:r>
                      <a:rPr lang="en-US" altLang="zh-CN" sz="2400" b="1" i="1" dirty="0" smtClean="0">
                        <a:solidFill>
                          <a:schemeClr val="bg1"/>
                        </a:solidFill>
                        <a:latin typeface="Cambria Math" panose="02040503050406030204"/>
                        <a:ea typeface="微软雅黑" panose="020B0503020204020204" charset="-122"/>
                      </a:rPr>
                      <m:t>𝒛</m:t>
                    </m:r>
                    <m:r>
                      <a:rPr lang="en-US" altLang="zh-CN" sz="2400" b="1" i="1" dirty="0" smtClean="0">
                        <a:solidFill>
                          <a:schemeClr val="bg1"/>
                        </a:solidFill>
                        <a:latin typeface="Cambria Math" panose="02040503050406030204"/>
                        <a:ea typeface="微软雅黑" panose="020B0503020204020204" charset="-122"/>
                      </a:rPr>
                      <m:t>=</m:t>
                    </m:r>
                    <m:r>
                      <a:rPr lang="en-US" altLang="zh-CN" sz="2400" b="1" i="1" dirty="0" smtClean="0">
                        <a:solidFill>
                          <a:schemeClr val="bg1"/>
                        </a:solidFill>
                        <a:latin typeface="Cambria Math" panose="02040503050406030204"/>
                        <a:ea typeface="微软雅黑" panose="020B0503020204020204" charset="-122"/>
                      </a:rPr>
                      <m:t>𝒇</m:t>
                    </m:r>
                    <m:r>
                      <a:rPr lang="zh-CN" altLang="en-US" sz="2400" b="1" i="1" dirty="0">
                        <a:solidFill>
                          <a:schemeClr val="bg1"/>
                        </a:solidFill>
                        <a:latin typeface="Cambria Math" panose="02040503050406030204"/>
                        <a:ea typeface="微软雅黑" panose="020B0503020204020204" charset="-122"/>
                      </a:rPr>
                      <m:t>（</m:t>
                    </m:r>
                    <m:r>
                      <a:rPr lang="en-US" altLang="zh-CN" sz="2400" b="1" i="1" dirty="0" err="1">
                        <a:solidFill>
                          <a:schemeClr val="bg1"/>
                        </a:solidFill>
                        <a:latin typeface="Cambria Math" panose="02040503050406030204"/>
                        <a:ea typeface="微软雅黑" panose="020B0503020204020204" charset="-122"/>
                      </a:rPr>
                      <m:t>𝒙</m:t>
                    </m:r>
                    <m:r>
                      <a:rPr lang="en-US" altLang="zh-CN" sz="2400" b="1" i="1" dirty="0" err="1">
                        <a:solidFill>
                          <a:schemeClr val="bg1"/>
                        </a:solidFill>
                        <a:latin typeface="Cambria Math" panose="02040503050406030204"/>
                        <a:ea typeface="微软雅黑" panose="020B0503020204020204" charset="-122"/>
                      </a:rPr>
                      <m:t>,</m:t>
                    </m:r>
                    <m:r>
                      <a:rPr lang="en-US" altLang="zh-CN" sz="2400" b="1" i="1" dirty="0" err="1">
                        <a:solidFill>
                          <a:schemeClr val="bg1"/>
                        </a:solidFill>
                        <a:latin typeface="Cambria Math" panose="02040503050406030204"/>
                        <a:ea typeface="微软雅黑" panose="020B0503020204020204" charset="-122"/>
                      </a:rPr>
                      <m:t>𝒚</m:t>
                    </m:r>
                    <m:r>
                      <a:rPr lang="zh-CN" altLang="en-US" sz="2400" b="1" i="1" dirty="0">
                        <a:solidFill>
                          <a:schemeClr val="bg1"/>
                        </a:solidFill>
                        <a:latin typeface="Cambria Math" panose="02040503050406030204"/>
                        <a:ea typeface="微软雅黑" panose="020B0503020204020204" charset="-122"/>
                      </a:rPr>
                      <m:t>）</m:t>
                    </m:r>
                  </m:oMath>
                </a14:m>
                <a:r>
                  <a:rPr lang="zh-CN" altLang="en-US" sz="2400" b="1" dirty="0">
                    <a:solidFill>
                      <a:schemeClr val="bg1"/>
                    </a:solidFill>
                    <a:latin typeface="微软雅黑" panose="020B0503020204020204" charset="-122"/>
                    <a:ea typeface="微软雅黑" panose="020B0503020204020204" charset="-122"/>
                  </a:rPr>
                  <a:t>在</a:t>
                </a:r>
                <a14:m>
                  <m:oMath xmlns:m="http://schemas.openxmlformats.org/officeDocument/2006/math">
                    <m:r>
                      <a:rPr lang="zh-CN" altLang="en-US" sz="2400" b="1" i="1" dirty="0" smtClean="0">
                        <a:solidFill>
                          <a:schemeClr val="bg1"/>
                        </a:solidFill>
                        <a:latin typeface="Cambria Math" panose="02040503050406030204"/>
                        <a:ea typeface="微软雅黑" panose="020B0503020204020204" charset="-122"/>
                      </a:rPr>
                      <m:t>（</m:t>
                    </m:r>
                    <m:r>
                      <a:rPr lang="en-US" altLang="zh-CN" sz="2400" b="1" i="1" dirty="0" err="1">
                        <a:solidFill>
                          <a:schemeClr val="bg1"/>
                        </a:solidFill>
                        <a:latin typeface="Cambria Math" panose="02040503050406030204"/>
                        <a:ea typeface="微软雅黑" panose="020B0503020204020204" charset="-122"/>
                      </a:rPr>
                      <m:t>𝒙</m:t>
                    </m:r>
                    <m:r>
                      <a:rPr lang="en-US" altLang="zh-CN" sz="2400" b="1" i="1" dirty="0" err="1">
                        <a:solidFill>
                          <a:schemeClr val="bg1"/>
                        </a:solidFill>
                        <a:latin typeface="Cambria Math" panose="02040503050406030204"/>
                        <a:ea typeface="微软雅黑" panose="020B0503020204020204" charset="-122"/>
                      </a:rPr>
                      <m:t>,</m:t>
                    </m:r>
                    <m:r>
                      <a:rPr lang="en-US" altLang="zh-CN" sz="2400" b="1" i="1" dirty="0" err="1">
                        <a:solidFill>
                          <a:schemeClr val="bg1"/>
                        </a:solidFill>
                        <a:latin typeface="Cambria Math" panose="02040503050406030204"/>
                        <a:ea typeface="微软雅黑" panose="020B0503020204020204" charset="-122"/>
                      </a:rPr>
                      <m:t>𝒚</m:t>
                    </m:r>
                    <m:r>
                      <a:rPr lang="zh-CN" altLang="en-US" sz="2400" b="1" i="1" dirty="0">
                        <a:solidFill>
                          <a:schemeClr val="bg1"/>
                        </a:solidFill>
                        <a:latin typeface="Cambria Math" panose="02040503050406030204"/>
                        <a:ea typeface="微软雅黑" panose="020B0503020204020204" charset="-122"/>
                      </a:rPr>
                      <m:t>）</m:t>
                    </m:r>
                  </m:oMath>
                </a14:m>
                <a:r>
                  <a:rPr lang="zh-CN" altLang="en-US" sz="2400" b="1" dirty="0">
                    <a:solidFill>
                      <a:schemeClr val="bg1"/>
                    </a:solidFill>
                    <a:latin typeface="微软雅黑" panose="020B0503020204020204" charset="-122"/>
                    <a:ea typeface="微软雅黑" panose="020B0503020204020204" charset="-122"/>
                  </a:rPr>
                  <a:t>处的全微分为</a:t>
                </a:r>
                <a:endParaRPr lang="zh-CN" altLang="en-US" sz="2400" b="1" dirty="0">
                  <a:solidFill>
                    <a:schemeClr val="bg1"/>
                  </a:solidFill>
                  <a:latin typeface="微软雅黑" panose="020B0503020204020204" charset="-122"/>
                  <a:ea typeface="微软雅黑" panose="020B0503020204020204" charset="-122"/>
                </a:endParaRPr>
              </a:p>
              <a:p>
                <a:pPr>
                  <a:lnSpc>
                    <a:spcPct val="150000"/>
                  </a:lnSpc>
                </a:pPr>
                <a14:m>
                  <m:oMathPara xmlns:m="http://schemas.openxmlformats.org/officeDocument/2006/math">
                    <m:oMathParaPr>
                      <m:jc m:val="centerGroup"/>
                    </m:oMathParaPr>
                    <m:oMath xmlns:m="http://schemas.openxmlformats.org/officeDocument/2006/math">
                      <m:r>
                        <a:rPr lang="en-US" altLang="zh-CN" sz="2400" b="1" i="0" dirty="0" smtClean="0">
                          <a:solidFill>
                            <a:schemeClr val="bg1"/>
                          </a:solidFill>
                          <a:latin typeface="Cambria Math" panose="02040503050406030204"/>
                          <a:ea typeface="微软雅黑" panose="020B0503020204020204" charset="-122"/>
                        </a:rPr>
                        <m:t>𝐝</m:t>
                      </m:r>
                      <m:r>
                        <a:rPr lang="en-US" altLang="zh-CN" sz="2400" b="1" i="1" dirty="0" smtClean="0">
                          <a:solidFill>
                            <a:schemeClr val="bg1"/>
                          </a:solidFill>
                          <a:latin typeface="Cambria Math" panose="02040503050406030204"/>
                          <a:ea typeface="微软雅黑" panose="020B0503020204020204" charset="-122"/>
                        </a:rPr>
                        <m:t>𝒛</m:t>
                      </m:r>
                      <m:r>
                        <a:rPr lang="en-US" altLang="zh-CN" sz="2400" b="1" i="1" dirty="0">
                          <a:solidFill>
                            <a:schemeClr val="bg1"/>
                          </a:solidFill>
                          <a:latin typeface="Cambria Math" panose="02040503050406030204"/>
                          <a:ea typeface="微软雅黑" panose="020B0503020204020204" charset="-122"/>
                        </a:rPr>
                        <m:t>=</m:t>
                      </m:r>
                      <m:r>
                        <a:rPr lang="en-US" altLang="zh-CN" sz="2400" b="1" i="1" dirty="0">
                          <a:solidFill>
                            <a:schemeClr val="bg1"/>
                          </a:solidFill>
                          <a:latin typeface="Cambria Math" panose="02040503050406030204"/>
                          <a:ea typeface="微软雅黑" panose="020B0503020204020204" charset="-122"/>
                        </a:rPr>
                        <m:t>𝒇𝒙</m:t>
                      </m:r>
                      <m:r>
                        <a:rPr lang="zh-CN" altLang="en-US" sz="2400" b="1" i="1" dirty="0">
                          <a:solidFill>
                            <a:schemeClr val="bg1"/>
                          </a:solidFill>
                          <a:latin typeface="Cambria Math" panose="02040503050406030204"/>
                          <a:ea typeface="微软雅黑" panose="020B0503020204020204" charset="-122"/>
                        </a:rPr>
                        <m:t>（</m:t>
                      </m:r>
                      <m:r>
                        <a:rPr lang="en-US" altLang="zh-CN" sz="2400" b="1" i="1" dirty="0">
                          <a:solidFill>
                            <a:schemeClr val="bg1"/>
                          </a:solidFill>
                          <a:latin typeface="Cambria Math" panose="02040503050406030204"/>
                          <a:ea typeface="微软雅黑" panose="020B0503020204020204" charset="-122"/>
                        </a:rPr>
                        <m:t>𝒙</m:t>
                      </m:r>
                      <m:r>
                        <a:rPr lang="zh-CN" altLang="en-US" sz="2400" b="1" i="1" dirty="0">
                          <a:solidFill>
                            <a:schemeClr val="bg1"/>
                          </a:solidFill>
                          <a:latin typeface="Cambria Math" panose="02040503050406030204"/>
                          <a:ea typeface="微软雅黑" panose="020B0503020204020204" charset="-122"/>
                        </a:rPr>
                        <m:t>，</m:t>
                      </m:r>
                      <m:r>
                        <a:rPr lang="en-US" altLang="zh-CN" sz="2400" b="1" i="1" dirty="0">
                          <a:solidFill>
                            <a:schemeClr val="bg1"/>
                          </a:solidFill>
                          <a:latin typeface="Cambria Math" panose="02040503050406030204"/>
                          <a:ea typeface="微软雅黑" panose="020B0503020204020204" charset="-122"/>
                        </a:rPr>
                        <m:t>𝒚</m:t>
                      </m:r>
                      <m:r>
                        <a:rPr lang="zh-CN" altLang="en-US" sz="2400" b="1" i="1" dirty="0">
                          <a:solidFill>
                            <a:schemeClr val="bg1"/>
                          </a:solidFill>
                          <a:latin typeface="Cambria Math" panose="02040503050406030204"/>
                          <a:ea typeface="微软雅黑" panose="020B0503020204020204" charset="-122"/>
                        </a:rPr>
                        <m:t>）</m:t>
                      </m:r>
                      <m:r>
                        <a:rPr lang="en-US" altLang="zh-CN" sz="2400" b="1" i="0" dirty="0" err="1">
                          <a:solidFill>
                            <a:schemeClr val="bg1"/>
                          </a:solidFill>
                          <a:latin typeface="Cambria Math" panose="02040503050406030204"/>
                          <a:ea typeface="微软雅黑" panose="020B0503020204020204" charset="-122"/>
                        </a:rPr>
                        <m:t>𝐝</m:t>
                      </m:r>
                      <m:r>
                        <a:rPr lang="en-US" altLang="zh-CN" sz="2400" b="1" i="1" dirty="0" err="1">
                          <a:solidFill>
                            <a:schemeClr val="bg1"/>
                          </a:solidFill>
                          <a:latin typeface="Cambria Math" panose="02040503050406030204"/>
                          <a:ea typeface="微软雅黑" panose="020B0503020204020204" charset="-122"/>
                        </a:rPr>
                        <m:t>𝒙</m:t>
                      </m:r>
                      <m:r>
                        <a:rPr lang="en-US" altLang="zh-CN" sz="2400" b="1" i="1" dirty="0" err="1">
                          <a:solidFill>
                            <a:schemeClr val="bg1"/>
                          </a:solidFill>
                          <a:latin typeface="Cambria Math" panose="02040503050406030204"/>
                          <a:ea typeface="微软雅黑" panose="020B0503020204020204" charset="-122"/>
                        </a:rPr>
                        <m:t>+</m:t>
                      </m:r>
                      <m:sSub>
                        <m:sSubPr>
                          <m:ctrlPr>
                            <a:rPr lang="en-US" altLang="zh-CN" sz="2400" b="1" i="1" dirty="0" smtClean="0">
                              <a:solidFill>
                                <a:schemeClr val="bg1"/>
                              </a:solidFill>
                              <a:latin typeface="Cambria Math" panose="02040503050406030204" pitchFamily="18" charset="0"/>
                              <a:ea typeface="微软雅黑" panose="020B0503020204020204" charset="-122"/>
                            </a:rPr>
                          </m:ctrlPr>
                        </m:sSubPr>
                        <m:e>
                          <m:r>
                            <a:rPr lang="en-US" altLang="zh-CN" sz="2400" b="1" i="1" dirty="0">
                              <a:solidFill>
                                <a:schemeClr val="bg1"/>
                              </a:solidFill>
                              <a:latin typeface="Cambria Math" panose="02040503050406030204"/>
                              <a:ea typeface="微软雅黑" panose="020B0503020204020204" charset="-122"/>
                            </a:rPr>
                            <m:t>𝒇</m:t>
                          </m:r>
                        </m:e>
                        <m:sub>
                          <m:r>
                            <a:rPr lang="en-US" altLang="zh-CN" sz="2400" b="1" i="1" dirty="0">
                              <a:solidFill>
                                <a:schemeClr val="bg1"/>
                              </a:solidFill>
                              <a:latin typeface="Cambria Math" panose="02040503050406030204"/>
                              <a:ea typeface="微软雅黑" panose="020B0503020204020204" charset="-122"/>
                            </a:rPr>
                            <m:t>𝒚</m:t>
                          </m:r>
                        </m:sub>
                      </m:sSub>
                      <m:r>
                        <a:rPr lang="zh-CN" altLang="en-US" sz="2400" b="1" i="1" dirty="0">
                          <a:solidFill>
                            <a:schemeClr val="bg1"/>
                          </a:solidFill>
                          <a:latin typeface="Cambria Math" panose="02040503050406030204"/>
                          <a:ea typeface="微软雅黑" panose="020B0503020204020204" charset="-122"/>
                        </a:rPr>
                        <m:t>（</m:t>
                      </m:r>
                      <m:r>
                        <a:rPr lang="en-US" altLang="zh-CN" sz="2400" b="1" i="1" dirty="0" err="1">
                          <a:solidFill>
                            <a:schemeClr val="bg1"/>
                          </a:solidFill>
                          <a:latin typeface="Cambria Math" panose="02040503050406030204"/>
                          <a:ea typeface="微软雅黑" panose="020B0503020204020204" charset="-122"/>
                        </a:rPr>
                        <m:t>𝒙</m:t>
                      </m:r>
                      <m:r>
                        <a:rPr lang="en-US" altLang="zh-CN" sz="2400" b="1" i="1" dirty="0" err="1">
                          <a:solidFill>
                            <a:schemeClr val="bg1"/>
                          </a:solidFill>
                          <a:latin typeface="Cambria Math" panose="02040503050406030204"/>
                          <a:ea typeface="微软雅黑" panose="020B0503020204020204" charset="-122"/>
                        </a:rPr>
                        <m:t>,</m:t>
                      </m:r>
                      <m:r>
                        <a:rPr lang="en-US" altLang="zh-CN" sz="2400" b="1" i="1" dirty="0" err="1">
                          <a:solidFill>
                            <a:schemeClr val="bg1"/>
                          </a:solidFill>
                          <a:latin typeface="Cambria Math" panose="02040503050406030204"/>
                          <a:ea typeface="微软雅黑" panose="020B0503020204020204" charset="-122"/>
                        </a:rPr>
                        <m:t>𝒚</m:t>
                      </m:r>
                      <m:r>
                        <a:rPr lang="zh-CN" altLang="en-US" sz="2400" b="1" i="1" dirty="0">
                          <a:solidFill>
                            <a:schemeClr val="bg1"/>
                          </a:solidFill>
                          <a:latin typeface="Cambria Math" panose="02040503050406030204"/>
                          <a:ea typeface="微软雅黑" panose="020B0503020204020204" charset="-122"/>
                        </a:rPr>
                        <m:t>）</m:t>
                      </m:r>
                      <m:r>
                        <a:rPr lang="en-US" altLang="zh-CN" sz="2400" b="1" i="0" dirty="0" err="1">
                          <a:solidFill>
                            <a:schemeClr val="bg1"/>
                          </a:solidFill>
                          <a:latin typeface="Cambria Math" panose="02040503050406030204"/>
                          <a:ea typeface="微软雅黑" panose="020B0503020204020204" charset="-122"/>
                        </a:rPr>
                        <m:t>𝐝</m:t>
                      </m:r>
                      <m:r>
                        <a:rPr lang="en-US" altLang="zh-CN" sz="2400" b="1" i="1" dirty="0" err="1">
                          <a:solidFill>
                            <a:schemeClr val="bg1"/>
                          </a:solidFill>
                          <a:latin typeface="Cambria Math" panose="02040503050406030204"/>
                          <a:ea typeface="微软雅黑" panose="020B0503020204020204" charset="-122"/>
                        </a:rPr>
                        <m:t>𝒚</m:t>
                      </m:r>
                    </m:oMath>
                  </m:oMathPara>
                </a14:m>
                <a:endParaRPr lang="en-US" altLang="zh-CN" sz="2400" b="1" dirty="0">
                  <a:solidFill>
                    <a:schemeClr val="bg1"/>
                  </a:solidFill>
                  <a:latin typeface="微软雅黑" panose="020B0503020204020204" charset="-122"/>
                  <a:ea typeface="微软雅黑" panose="020B0503020204020204" charset="-122"/>
                </a:endParaRPr>
              </a:p>
              <a:p>
                <a:pPr>
                  <a:lnSpc>
                    <a:spcPct val="150000"/>
                  </a:lnSpc>
                </a:pPr>
                <a:r>
                  <a:rPr lang="zh-CN" altLang="en-US" sz="2400" b="1" dirty="0">
                    <a:solidFill>
                      <a:schemeClr val="bg1"/>
                    </a:solidFill>
                    <a:latin typeface="微软雅黑" panose="020B0503020204020204" charset="-122"/>
                    <a:ea typeface="微软雅黑" panose="020B0503020204020204" charset="-122"/>
                  </a:rPr>
                  <a:t>那么，什么时候函数</a:t>
                </a:r>
                <a14:m>
                  <m:oMath xmlns:m="http://schemas.openxmlformats.org/officeDocument/2006/math">
                    <m:r>
                      <a:rPr lang="en-US" altLang="zh-CN" sz="2400" b="1" i="1" dirty="0" smtClean="0">
                        <a:solidFill>
                          <a:schemeClr val="bg1"/>
                        </a:solidFill>
                        <a:latin typeface="Cambria Math" panose="02040503050406030204"/>
                        <a:ea typeface="微软雅黑" panose="020B0503020204020204" charset="-122"/>
                      </a:rPr>
                      <m:t>𝒛</m:t>
                    </m:r>
                    <m:r>
                      <a:rPr lang="en-US" altLang="zh-CN" sz="2400" b="1" i="1" dirty="0" smtClean="0">
                        <a:solidFill>
                          <a:schemeClr val="bg1"/>
                        </a:solidFill>
                        <a:latin typeface="Cambria Math" panose="02040503050406030204"/>
                        <a:ea typeface="微软雅黑" panose="020B0503020204020204" charset="-122"/>
                      </a:rPr>
                      <m:t>=</m:t>
                    </m:r>
                    <m:r>
                      <a:rPr lang="en-US" altLang="zh-CN" sz="2400" b="1" i="1" dirty="0" smtClean="0">
                        <a:solidFill>
                          <a:schemeClr val="bg1"/>
                        </a:solidFill>
                        <a:latin typeface="Cambria Math" panose="02040503050406030204"/>
                        <a:ea typeface="微软雅黑" panose="020B0503020204020204" charset="-122"/>
                      </a:rPr>
                      <m:t>𝒇</m:t>
                    </m:r>
                    <m:r>
                      <a:rPr lang="en-US" altLang="zh-CN" sz="2400" b="1" i="1" dirty="0" smtClean="0">
                        <a:solidFill>
                          <a:schemeClr val="bg1"/>
                        </a:solidFill>
                        <a:latin typeface="Cambria Math" panose="02040503050406030204"/>
                        <a:ea typeface="微软雅黑" panose="020B0503020204020204" charset="-122"/>
                      </a:rPr>
                      <m:t>(</m:t>
                    </m:r>
                    <m:r>
                      <a:rPr lang="en-US" altLang="zh-CN" sz="2400" b="1" i="1" dirty="0" smtClean="0">
                        <a:solidFill>
                          <a:schemeClr val="bg1"/>
                        </a:solidFill>
                        <a:latin typeface="Cambria Math" panose="02040503050406030204"/>
                        <a:ea typeface="微软雅黑" panose="020B0503020204020204" charset="-122"/>
                      </a:rPr>
                      <m:t>𝒙</m:t>
                    </m:r>
                    <m:r>
                      <a:rPr lang="en-US" altLang="zh-CN" sz="2400" b="1" i="1" dirty="0" smtClean="0">
                        <a:solidFill>
                          <a:schemeClr val="bg1"/>
                        </a:solidFill>
                        <a:latin typeface="Cambria Math" panose="02040503050406030204"/>
                        <a:ea typeface="微软雅黑" panose="020B0503020204020204" charset="-122"/>
                      </a:rPr>
                      <m:t>,</m:t>
                    </m:r>
                    <m:r>
                      <a:rPr lang="en-US" altLang="zh-CN" sz="2400" b="1" i="1" dirty="0" smtClean="0">
                        <a:solidFill>
                          <a:schemeClr val="bg1"/>
                        </a:solidFill>
                        <a:latin typeface="Cambria Math" panose="02040503050406030204"/>
                        <a:ea typeface="微软雅黑" panose="020B0503020204020204" charset="-122"/>
                      </a:rPr>
                      <m:t>𝒚</m:t>
                    </m:r>
                    <m:r>
                      <a:rPr lang="en-US" altLang="zh-CN" sz="2400" b="1" i="1" dirty="0" smtClean="0">
                        <a:solidFill>
                          <a:schemeClr val="bg1"/>
                        </a:solidFill>
                        <a:latin typeface="Cambria Math" panose="02040503050406030204"/>
                        <a:ea typeface="微软雅黑" panose="020B0503020204020204" charset="-122"/>
                      </a:rPr>
                      <m:t>)</m:t>
                    </m:r>
                  </m:oMath>
                </a14:m>
                <a:r>
                  <a:rPr lang="zh-CN" altLang="en-US" sz="2400" b="1" dirty="0">
                    <a:solidFill>
                      <a:schemeClr val="bg1"/>
                    </a:solidFill>
                    <a:latin typeface="微软雅黑" panose="020B0503020204020204" charset="-122"/>
                    <a:ea typeface="微软雅黑" panose="020B0503020204020204" charset="-122"/>
                  </a:rPr>
                  <a:t>在点</a:t>
                </a:r>
                <a14:m>
                  <m:oMath xmlns:m="http://schemas.openxmlformats.org/officeDocument/2006/math">
                    <m:r>
                      <a:rPr lang="en-US" altLang="zh-CN" sz="2400" b="1" i="1" dirty="0" smtClean="0">
                        <a:solidFill>
                          <a:schemeClr val="bg1"/>
                        </a:solidFill>
                        <a:latin typeface="Cambria Math" panose="02040503050406030204"/>
                        <a:ea typeface="微软雅黑" panose="020B0503020204020204" charset="-122"/>
                      </a:rPr>
                      <m:t>(</m:t>
                    </m:r>
                    <m:r>
                      <a:rPr lang="en-US" altLang="zh-CN" sz="2400" b="1" i="1" dirty="0" smtClean="0">
                        <a:solidFill>
                          <a:schemeClr val="bg1"/>
                        </a:solidFill>
                        <a:latin typeface="Cambria Math" panose="02040503050406030204"/>
                        <a:ea typeface="微软雅黑" panose="020B0503020204020204" charset="-122"/>
                      </a:rPr>
                      <m:t>𝒙</m:t>
                    </m:r>
                    <m:r>
                      <a:rPr lang="en-US" altLang="zh-CN" sz="2400" b="1" i="1" dirty="0" smtClean="0">
                        <a:solidFill>
                          <a:schemeClr val="bg1"/>
                        </a:solidFill>
                        <a:latin typeface="Cambria Math" panose="02040503050406030204"/>
                        <a:ea typeface="微软雅黑" panose="020B0503020204020204" charset="-122"/>
                      </a:rPr>
                      <m:t>,</m:t>
                    </m:r>
                    <m:r>
                      <a:rPr lang="en-US" altLang="zh-CN" sz="2400" b="1" i="1" dirty="0" smtClean="0">
                        <a:solidFill>
                          <a:schemeClr val="bg1"/>
                        </a:solidFill>
                        <a:latin typeface="Cambria Math" panose="02040503050406030204"/>
                        <a:ea typeface="微软雅黑" panose="020B0503020204020204" charset="-122"/>
                      </a:rPr>
                      <m:t>𝒚</m:t>
                    </m:r>
                    <m:r>
                      <a:rPr lang="en-US" altLang="zh-CN" sz="2400" b="1" i="1" dirty="0" smtClean="0">
                        <a:solidFill>
                          <a:schemeClr val="bg1"/>
                        </a:solidFill>
                        <a:latin typeface="Cambria Math" panose="02040503050406030204"/>
                        <a:ea typeface="微软雅黑" panose="020B0503020204020204" charset="-122"/>
                      </a:rPr>
                      <m:t>)</m:t>
                    </m:r>
                  </m:oMath>
                </a14:m>
                <a:r>
                  <a:rPr lang="zh-CN" altLang="en-US" sz="2400" b="1" dirty="0">
                    <a:solidFill>
                      <a:schemeClr val="bg1"/>
                    </a:solidFill>
                    <a:latin typeface="微软雅黑" panose="020B0503020204020204" charset="-122"/>
                    <a:ea typeface="微软雅黑" panose="020B0503020204020204" charset="-122"/>
                  </a:rPr>
                  <a:t>处可微呢？</a:t>
                </a:r>
                <a:endParaRPr lang="zh-CN" altLang="en-US" sz="2400" b="1" dirty="0">
                  <a:solidFill>
                    <a:schemeClr val="bg1"/>
                  </a:solidFill>
                  <a:latin typeface="微软雅黑" panose="020B0503020204020204" charset="-122"/>
                  <a:ea typeface="微软雅黑" panose="020B0503020204020204" charset="-122"/>
                </a:endParaRPr>
              </a:p>
            </p:txBody>
          </p:sp>
        </mc:Choice>
        <mc:Fallback>
          <p:sp>
            <p:nvSpPr>
              <p:cNvPr id="8" name="文本框 7"/>
              <p:cNvSpPr txBox="1">
                <a:spLocks noRot="1" noChangeAspect="1" noMove="1" noResize="1" noEditPoints="1" noAdjustHandles="1" noChangeArrowheads="1" noChangeShapeType="1" noTextEdit="1"/>
              </p:cNvSpPr>
              <p:nvPr/>
            </p:nvSpPr>
            <p:spPr>
              <a:xfrm>
                <a:off x="767715" y="980440"/>
                <a:ext cx="8617585" cy="4599940"/>
              </a:xfrm>
              <a:prstGeom prst="rect">
                <a:avLst/>
              </a:prstGeom>
              <a:blipFill rotWithShape="1">
                <a:blip r:embed="rId1"/>
                <a:stretch>
                  <a:fillRect r="-2004"/>
                </a:stretch>
              </a:blipFill>
            </p:spPr>
            <p:txBody>
              <a:bodyPr/>
              <a:lstStyle/>
              <a:p>
                <a:r>
                  <a:rPr lang="zh-CN" altLang="en-US">
                    <a:noFill/>
                  </a:rPr>
                  <a:t> </a:t>
                </a:r>
              </a:p>
            </p:txBody>
          </p:sp>
        </mc:Fallback>
      </mc:AlternateContent>
      <p:sp>
        <p:nvSpPr>
          <p:cNvPr id="11" name="矩形: 圆角 133"/>
          <p:cNvSpPr/>
          <p:nvPr/>
        </p:nvSpPr>
        <p:spPr>
          <a:xfrm rot="2700000">
            <a:off x="481528" y="324463"/>
            <a:ext cx="608141" cy="608141"/>
          </a:xfrm>
          <a:prstGeom prst="roundRect">
            <a:avLst/>
          </a:prstGeom>
          <a:solidFill>
            <a:schemeClr val="accent1"/>
          </a:solidFill>
          <a:ln w="38100">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Arial" panose="020B0604020202020204"/>
              <a:ea typeface="微软雅黑" panose="020B0503020204020204" charset="-122"/>
              <a:cs typeface="+mn-cs"/>
            </a:endParaRPr>
          </a:p>
        </p:txBody>
      </p:sp>
      <p:cxnSp>
        <p:nvCxnSpPr>
          <p:cNvPr id="12" name="直接连接符 11"/>
          <p:cNvCxnSpPr/>
          <p:nvPr/>
        </p:nvCxnSpPr>
        <p:spPr>
          <a:xfrm>
            <a:off x="1046328" y="1023585"/>
            <a:ext cx="11145672"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4" name="任意多边形: 形状 137"/>
          <p:cNvSpPr/>
          <p:nvPr/>
        </p:nvSpPr>
        <p:spPr>
          <a:xfrm rot="2700000">
            <a:off x="10236192" y="807057"/>
            <a:ext cx="433056" cy="433056"/>
          </a:xfrm>
          <a:custGeom>
            <a:avLst/>
            <a:gdLst>
              <a:gd name="connsiteX0" fmla="*/ 29688 w 542085"/>
              <a:gd name="connsiteY0" fmla="*/ 29687 h 542085"/>
              <a:gd name="connsiteX1" fmla="*/ 101359 w 542085"/>
              <a:gd name="connsiteY1" fmla="*/ 0 h 542085"/>
              <a:gd name="connsiteX2" fmla="*/ 506782 w 542085"/>
              <a:gd name="connsiteY2" fmla="*/ 0 h 542085"/>
              <a:gd name="connsiteX3" fmla="*/ 542085 w 542085"/>
              <a:gd name="connsiteY3" fmla="*/ 7127 h 542085"/>
              <a:gd name="connsiteX4" fmla="*/ 7127 w 542085"/>
              <a:gd name="connsiteY4" fmla="*/ 542085 h 542085"/>
              <a:gd name="connsiteX5" fmla="*/ 0 w 542085"/>
              <a:gd name="connsiteY5" fmla="*/ 506782 h 542085"/>
              <a:gd name="connsiteX6" fmla="*/ 0 w 542085"/>
              <a:gd name="connsiteY6" fmla="*/ 101359 h 542085"/>
              <a:gd name="connsiteX7" fmla="*/ 29688 w 542085"/>
              <a:gd name="connsiteY7" fmla="*/ 29687 h 542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2085" h="542085">
                <a:moveTo>
                  <a:pt x="29688" y="29687"/>
                </a:moveTo>
                <a:cubicBezTo>
                  <a:pt x="48030" y="11345"/>
                  <a:pt x="73370" y="0"/>
                  <a:pt x="101359" y="0"/>
                </a:cubicBezTo>
                <a:lnTo>
                  <a:pt x="506782" y="0"/>
                </a:lnTo>
                <a:lnTo>
                  <a:pt x="542085" y="7127"/>
                </a:lnTo>
                <a:lnTo>
                  <a:pt x="7127" y="542085"/>
                </a:lnTo>
                <a:lnTo>
                  <a:pt x="0" y="506782"/>
                </a:lnTo>
                <a:lnTo>
                  <a:pt x="0" y="101359"/>
                </a:lnTo>
                <a:cubicBezTo>
                  <a:pt x="0" y="73369"/>
                  <a:pt x="11345" y="48029"/>
                  <a:pt x="29688" y="29687"/>
                </a:cubicBezTo>
                <a:close/>
              </a:path>
            </a:pathLst>
          </a:cu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Arial" panose="020B0604020202020204"/>
              <a:ea typeface="微软雅黑" panose="020B0503020204020204" charset="-122"/>
              <a:cs typeface="+mn-cs"/>
            </a:endParaRPr>
          </a:p>
        </p:txBody>
      </p:sp>
      <p:sp>
        <p:nvSpPr>
          <p:cNvPr id="15" name="任意多边形: 形状 138"/>
          <p:cNvSpPr/>
          <p:nvPr/>
        </p:nvSpPr>
        <p:spPr>
          <a:xfrm rot="2700000">
            <a:off x="10688014" y="807057"/>
            <a:ext cx="433056" cy="433056"/>
          </a:xfrm>
          <a:custGeom>
            <a:avLst/>
            <a:gdLst>
              <a:gd name="connsiteX0" fmla="*/ 29688 w 542085"/>
              <a:gd name="connsiteY0" fmla="*/ 29687 h 542085"/>
              <a:gd name="connsiteX1" fmla="*/ 101359 w 542085"/>
              <a:gd name="connsiteY1" fmla="*/ 0 h 542085"/>
              <a:gd name="connsiteX2" fmla="*/ 506782 w 542085"/>
              <a:gd name="connsiteY2" fmla="*/ 0 h 542085"/>
              <a:gd name="connsiteX3" fmla="*/ 542085 w 542085"/>
              <a:gd name="connsiteY3" fmla="*/ 7127 h 542085"/>
              <a:gd name="connsiteX4" fmla="*/ 7127 w 542085"/>
              <a:gd name="connsiteY4" fmla="*/ 542085 h 542085"/>
              <a:gd name="connsiteX5" fmla="*/ 0 w 542085"/>
              <a:gd name="connsiteY5" fmla="*/ 506782 h 542085"/>
              <a:gd name="connsiteX6" fmla="*/ 0 w 542085"/>
              <a:gd name="connsiteY6" fmla="*/ 101359 h 542085"/>
              <a:gd name="connsiteX7" fmla="*/ 29688 w 542085"/>
              <a:gd name="connsiteY7" fmla="*/ 29687 h 542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2085" h="542085">
                <a:moveTo>
                  <a:pt x="29688" y="29687"/>
                </a:moveTo>
                <a:cubicBezTo>
                  <a:pt x="48030" y="11345"/>
                  <a:pt x="73370" y="0"/>
                  <a:pt x="101359" y="0"/>
                </a:cubicBezTo>
                <a:lnTo>
                  <a:pt x="506782" y="0"/>
                </a:lnTo>
                <a:lnTo>
                  <a:pt x="542085" y="7127"/>
                </a:lnTo>
                <a:lnTo>
                  <a:pt x="7127" y="542085"/>
                </a:lnTo>
                <a:lnTo>
                  <a:pt x="0" y="506782"/>
                </a:lnTo>
                <a:lnTo>
                  <a:pt x="0" y="101359"/>
                </a:lnTo>
                <a:cubicBezTo>
                  <a:pt x="0" y="73369"/>
                  <a:pt x="11345" y="48029"/>
                  <a:pt x="29688" y="29687"/>
                </a:cubicBezTo>
                <a:close/>
              </a:path>
            </a:pathLst>
          </a:cu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Arial" panose="020B0604020202020204"/>
              <a:ea typeface="微软雅黑" panose="020B0503020204020204" charset="-122"/>
              <a:cs typeface="+mn-cs"/>
            </a:endParaRPr>
          </a:p>
        </p:txBody>
      </p:sp>
      <p:sp>
        <p:nvSpPr>
          <p:cNvPr id="16" name="任意多边形: 形状 139"/>
          <p:cNvSpPr/>
          <p:nvPr/>
        </p:nvSpPr>
        <p:spPr>
          <a:xfrm rot="2700000">
            <a:off x="11139835" y="807057"/>
            <a:ext cx="433056" cy="433056"/>
          </a:xfrm>
          <a:custGeom>
            <a:avLst/>
            <a:gdLst>
              <a:gd name="connsiteX0" fmla="*/ 29688 w 542085"/>
              <a:gd name="connsiteY0" fmla="*/ 29687 h 542085"/>
              <a:gd name="connsiteX1" fmla="*/ 101359 w 542085"/>
              <a:gd name="connsiteY1" fmla="*/ 0 h 542085"/>
              <a:gd name="connsiteX2" fmla="*/ 506782 w 542085"/>
              <a:gd name="connsiteY2" fmla="*/ 0 h 542085"/>
              <a:gd name="connsiteX3" fmla="*/ 542085 w 542085"/>
              <a:gd name="connsiteY3" fmla="*/ 7127 h 542085"/>
              <a:gd name="connsiteX4" fmla="*/ 7127 w 542085"/>
              <a:gd name="connsiteY4" fmla="*/ 542085 h 542085"/>
              <a:gd name="connsiteX5" fmla="*/ 0 w 542085"/>
              <a:gd name="connsiteY5" fmla="*/ 506782 h 542085"/>
              <a:gd name="connsiteX6" fmla="*/ 0 w 542085"/>
              <a:gd name="connsiteY6" fmla="*/ 101359 h 542085"/>
              <a:gd name="connsiteX7" fmla="*/ 29688 w 542085"/>
              <a:gd name="connsiteY7" fmla="*/ 29687 h 542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2085" h="542085">
                <a:moveTo>
                  <a:pt x="29688" y="29687"/>
                </a:moveTo>
                <a:cubicBezTo>
                  <a:pt x="48030" y="11345"/>
                  <a:pt x="73370" y="0"/>
                  <a:pt x="101359" y="0"/>
                </a:cubicBezTo>
                <a:lnTo>
                  <a:pt x="506782" y="0"/>
                </a:lnTo>
                <a:lnTo>
                  <a:pt x="542085" y="7127"/>
                </a:lnTo>
                <a:lnTo>
                  <a:pt x="7127" y="542085"/>
                </a:lnTo>
                <a:lnTo>
                  <a:pt x="0" y="506782"/>
                </a:lnTo>
                <a:lnTo>
                  <a:pt x="0" y="101359"/>
                </a:lnTo>
                <a:cubicBezTo>
                  <a:pt x="0" y="73369"/>
                  <a:pt x="11345" y="48029"/>
                  <a:pt x="29688" y="29687"/>
                </a:cubicBezTo>
                <a:close/>
              </a:path>
            </a:pathLst>
          </a:cu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Arial" panose="020B0604020202020204"/>
              <a:ea typeface="微软雅黑" panose="020B0503020204020204" charset="-122"/>
              <a:cs typeface="+mn-cs"/>
            </a:endParaRPr>
          </a:p>
        </p:txBody>
      </p:sp>
      <p:sp>
        <p:nvSpPr>
          <p:cNvPr id="18" name="文本框 135"/>
          <p:cNvSpPr txBox="1"/>
          <p:nvPr/>
        </p:nvSpPr>
        <p:spPr>
          <a:xfrm>
            <a:off x="1403349" y="366923"/>
            <a:ext cx="3443571" cy="584775"/>
          </a:xfrm>
          <a:prstGeom prst="rect">
            <a:avLst/>
          </a:prstGeom>
          <a:noFill/>
        </p:spPr>
        <p:txBody>
          <a:bodyPr wrap="none" rtlCol="0">
            <a:spAutoFit/>
            <a:scene3d>
              <a:camera prst="orthographicFront"/>
              <a:lightRig rig="threePt" dir="t"/>
            </a:scene3d>
            <a:sp3d contourW="6350"/>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chemeClr val="bg1"/>
                </a:solidFill>
                <a:effectLst/>
                <a:uLnTx/>
                <a:uFillTx/>
                <a:latin typeface="Arial" panose="020B0604020202020204"/>
                <a:ea typeface="微软雅黑" panose="020B0503020204020204" charset="-122"/>
                <a:cs typeface="+mn-cs"/>
              </a:rPr>
              <a:t>5.3  </a:t>
            </a:r>
            <a:r>
              <a:rPr kumimoji="0" lang="zh-CN" altLang="en-US" sz="3200" b="1" i="0" u="none" strike="noStrike" kern="1200" cap="none" spc="0" normalizeH="0" baseline="0" noProof="0" dirty="0">
                <a:ln>
                  <a:noFill/>
                </a:ln>
                <a:solidFill>
                  <a:schemeClr val="bg1"/>
                </a:solidFill>
                <a:effectLst/>
                <a:uLnTx/>
                <a:uFillTx/>
                <a:latin typeface="Arial" panose="020B0604020202020204"/>
                <a:ea typeface="微软雅黑" panose="020B0503020204020204" charset="-122"/>
                <a:cs typeface="+mn-cs"/>
              </a:rPr>
              <a:t>全微分的概念</a:t>
            </a:r>
            <a:endParaRPr kumimoji="0" lang="zh-CN" altLang="en-US" sz="3200" b="1" i="0" u="none" strike="noStrike" kern="1200" cap="none" spc="0" normalizeH="0" baseline="0" noProof="0" dirty="0">
              <a:ln>
                <a:noFill/>
              </a:ln>
              <a:solidFill>
                <a:schemeClr val="bg1"/>
              </a:solidFill>
              <a:effectLst/>
              <a:uLnTx/>
              <a:uFillTx/>
              <a:latin typeface="Arial" panose="020B0604020202020204"/>
              <a:ea typeface="微软雅黑" panose="020B0503020204020204" charset="-122"/>
              <a:cs typeface="+mn-cs"/>
            </a:endParaRPr>
          </a:p>
        </p:txBody>
      </p:sp>
      <mc:AlternateContent xmlns:mc="http://schemas.openxmlformats.org/markup-compatibility/2006">
        <mc:Choice xmlns:a14="http://schemas.microsoft.com/office/drawing/2010/main" Requires="a14">
          <p:sp>
            <p:nvSpPr>
              <p:cNvPr id="19" name="矩形 18"/>
              <p:cNvSpPr/>
              <p:nvPr/>
            </p:nvSpPr>
            <p:spPr>
              <a:xfrm>
                <a:off x="839470" y="5643245"/>
                <a:ext cx="9465945" cy="1024890"/>
              </a:xfrm>
              <a:prstGeom prst="rect">
                <a:avLst/>
              </a:prstGeom>
              <a:solidFill>
                <a:srgbClr val="00B0F0"/>
              </a:solidFill>
            </p:spPr>
            <p:txBody>
              <a:bodyPr wrap="square">
                <a:noAutofit/>
              </a:bodyPr>
              <a:lstStyle/>
              <a:p>
                <a14:m>
                  <m:oMath xmlns:m="http://schemas.openxmlformats.org/officeDocument/2006/math">
                    <m:r>
                      <a:rPr lang="en-US" altLang="zh-CN" i="1" dirty="0" smtClean="0">
                        <a:solidFill>
                          <a:schemeClr val="bg1"/>
                        </a:solidFill>
                        <a:latin typeface="Cambria Math" panose="02040503050406030204"/>
                        <a:ea typeface="Kaiti SC" panose="02010600040101010101" pitchFamily="2" charset="-122"/>
                      </a:rPr>
                      <m:t>𝑧</m:t>
                    </m:r>
                    <m:r>
                      <a:rPr lang="en-US" altLang="zh-CN" i="1" dirty="0" smtClean="0">
                        <a:solidFill>
                          <a:schemeClr val="bg1"/>
                        </a:solidFill>
                        <a:latin typeface="Cambria Math" panose="02040503050406030204"/>
                        <a:ea typeface="Kaiti SC" panose="02010600040101010101" pitchFamily="2" charset="-122"/>
                      </a:rPr>
                      <m:t>=</m:t>
                    </m:r>
                    <m:r>
                      <a:rPr lang="en-US" altLang="zh-CN" i="1" dirty="0" smtClean="0">
                        <a:solidFill>
                          <a:schemeClr val="bg1"/>
                        </a:solidFill>
                        <a:latin typeface="Cambria Math" panose="02040503050406030204"/>
                        <a:ea typeface="Kaiti SC" panose="02010600040101010101" pitchFamily="2" charset="-122"/>
                      </a:rPr>
                      <m:t>𝑓</m:t>
                    </m:r>
                    <m:r>
                      <a:rPr lang="zh-CN" altLang="en-US" i="1" dirty="0">
                        <a:solidFill>
                          <a:schemeClr val="bg1"/>
                        </a:solidFill>
                        <a:latin typeface="Cambria Math" panose="02040503050406030204"/>
                        <a:ea typeface="Kaiti SC" panose="02010600040101010101" pitchFamily="2" charset="-122"/>
                      </a:rPr>
                      <m:t>（</m:t>
                    </m:r>
                    <m:r>
                      <a:rPr lang="en-US" altLang="zh-CN" i="1" dirty="0" err="1">
                        <a:solidFill>
                          <a:schemeClr val="bg1"/>
                        </a:solidFill>
                        <a:latin typeface="Cambria Math" panose="02040503050406030204"/>
                        <a:ea typeface="Kaiti SC" panose="02010600040101010101" pitchFamily="2" charset="-122"/>
                      </a:rPr>
                      <m:t>𝑥</m:t>
                    </m:r>
                    <m:r>
                      <a:rPr lang="en-US" altLang="zh-CN" i="1" dirty="0" err="1">
                        <a:solidFill>
                          <a:schemeClr val="bg1"/>
                        </a:solidFill>
                        <a:latin typeface="Cambria Math" panose="02040503050406030204"/>
                        <a:ea typeface="Kaiti SC" panose="02010600040101010101" pitchFamily="2" charset="-122"/>
                      </a:rPr>
                      <m:t>,</m:t>
                    </m:r>
                    <m:r>
                      <a:rPr lang="en-US" altLang="zh-CN" i="1" dirty="0" err="1">
                        <a:solidFill>
                          <a:schemeClr val="bg1"/>
                        </a:solidFill>
                        <a:latin typeface="Cambria Math" panose="02040503050406030204"/>
                        <a:ea typeface="Kaiti SC" panose="02010600040101010101" pitchFamily="2" charset="-122"/>
                      </a:rPr>
                      <m:t>𝑦</m:t>
                    </m:r>
                    <m:r>
                      <a:rPr lang="zh-CN" altLang="en-US" i="1" dirty="0">
                        <a:solidFill>
                          <a:schemeClr val="bg1"/>
                        </a:solidFill>
                        <a:latin typeface="Cambria Math" panose="02040503050406030204"/>
                        <a:ea typeface="Kaiti SC" panose="02010600040101010101" pitchFamily="2" charset="-122"/>
                      </a:rPr>
                      <m:t>）</m:t>
                    </m:r>
                  </m:oMath>
                </a14:m>
                <a:r>
                  <a:rPr lang="zh-CN" altLang="en-US" dirty="0">
                    <a:solidFill>
                      <a:schemeClr val="bg1"/>
                    </a:solidFill>
                    <a:latin typeface="Kaiti SC" panose="02010600040101010101" pitchFamily="2" charset="-122"/>
                    <a:ea typeface="Kaiti SC" panose="02010600040101010101" pitchFamily="2" charset="-122"/>
                  </a:rPr>
                  <a:t>关于</a:t>
                </a:r>
                <a14:m>
                  <m:oMath xmlns:m="http://schemas.openxmlformats.org/officeDocument/2006/math">
                    <m:r>
                      <a:rPr lang="en-US" altLang="zh-CN" i="1" dirty="0" smtClean="0">
                        <a:solidFill>
                          <a:schemeClr val="bg1"/>
                        </a:solidFill>
                        <a:latin typeface="Cambria Math" panose="02040503050406030204"/>
                        <a:ea typeface="Kaiti SC" panose="02010600040101010101" pitchFamily="2" charset="-122"/>
                      </a:rPr>
                      <m:t>𝑥</m:t>
                    </m:r>
                  </m:oMath>
                </a14:m>
                <a:r>
                  <a:rPr lang="zh-CN" altLang="en-US" dirty="0">
                    <a:solidFill>
                      <a:schemeClr val="bg1"/>
                    </a:solidFill>
                    <a:latin typeface="Kaiti SC" panose="02010600040101010101" pitchFamily="2" charset="-122"/>
                    <a:ea typeface="Kaiti SC" panose="02010600040101010101" pitchFamily="2" charset="-122"/>
                  </a:rPr>
                  <a:t>和</a:t>
                </a:r>
                <a14:m>
                  <m:oMath xmlns:m="http://schemas.openxmlformats.org/officeDocument/2006/math">
                    <m:r>
                      <a:rPr lang="en-US" altLang="zh-CN" i="1" dirty="0" smtClean="0">
                        <a:solidFill>
                          <a:schemeClr val="bg1"/>
                        </a:solidFill>
                        <a:latin typeface="Cambria Math" panose="02040503050406030204"/>
                        <a:ea typeface="Kaiti SC" panose="02010600040101010101" pitchFamily="2" charset="-122"/>
                      </a:rPr>
                      <m:t>𝑦</m:t>
                    </m:r>
                  </m:oMath>
                </a14:m>
                <a:r>
                  <a:rPr lang="zh-CN" altLang="en-US" dirty="0">
                    <a:solidFill>
                      <a:schemeClr val="bg1"/>
                    </a:solidFill>
                    <a:latin typeface="Kaiti SC" panose="02010600040101010101" pitchFamily="2" charset="-122"/>
                    <a:ea typeface="Kaiti SC" panose="02010600040101010101" pitchFamily="2" charset="-122"/>
                  </a:rPr>
                  <a:t>的偏导数都存在，并不一定能推出</a:t>
                </a:r>
                <a14:m>
                  <m:oMath xmlns:m="http://schemas.openxmlformats.org/officeDocument/2006/math">
                    <m:r>
                      <a:rPr lang="en-US" altLang="zh-CN" i="1" dirty="0" smtClean="0">
                        <a:solidFill>
                          <a:schemeClr val="bg1"/>
                        </a:solidFill>
                        <a:latin typeface="Cambria Math" panose="02040503050406030204"/>
                        <a:ea typeface="Kaiti SC" panose="02010600040101010101" pitchFamily="2" charset="-122"/>
                      </a:rPr>
                      <m:t>𝑧</m:t>
                    </m:r>
                    <m:r>
                      <a:rPr lang="en-US" altLang="zh-CN" i="1" dirty="0" smtClean="0">
                        <a:solidFill>
                          <a:schemeClr val="bg1"/>
                        </a:solidFill>
                        <a:latin typeface="Cambria Math" panose="02040503050406030204"/>
                        <a:ea typeface="Kaiti SC" panose="02010600040101010101" pitchFamily="2" charset="-122"/>
                      </a:rPr>
                      <m:t>=</m:t>
                    </m:r>
                    <m:r>
                      <a:rPr lang="en-US" altLang="zh-CN" i="1" dirty="0" smtClean="0">
                        <a:solidFill>
                          <a:schemeClr val="bg1"/>
                        </a:solidFill>
                        <a:latin typeface="Cambria Math" panose="02040503050406030204"/>
                        <a:ea typeface="Kaiti SC" panose="02010600040101010101" pitchFamily="2" charset="-122"/>
                      </a:rPr>
                      <m:t>𝑓</m:t>
                    </m:r>
                    <m:r>
                      <a:rPr lang="zh-CN" altLang="en-US" i="1" dirty="0">
                        <a:solidFill>
                          <a:schemeClr val="bg1"/>
                        </a:solidFill>
                        <a:latin typeface="Cambria Math" panose="02040503050406030204"/>
                        <a:ea typeface="Kaiti SC" panose="02010600040101010101" pitchFamily="2" charset="-122"/>
                      </a:rPr>
                      <m:t>（</m:t>
                    </m:r>
                    <m:r>
                      <a:rPr lang="en-US" altLang="zh-CN" i="1" dirty="0" err="1">
                        <a:solidFill>
                          <a:schemeClr val="bg1"/>
                        </a:solidFill>
                        <a:latin typeface="Cambria Math" panose="02040503050406030204"/>
                        <a:ea typeface="Kaiti SC" panose="02010600040101010101" pitchFamily="2" charset="-122"/>
                      </a:rPr>
                      <m:t>𝑥</m:t>
                    </m:r>
                    <m:r>
                      <a:rPr lang="en-US" altLang="zh-CN" i="1" dirty="0" err="1">
                        <a:solidFill>
                          <a:schemeClr val="bg1"/>
                        </a:solidFill>
                        <a:latin typeface="Cambria Math" panose="02040503050406030204"/>
                        <a:ea typeface="Kaiti SC" panose="02010600040101010101" pitchFamily="2" charset="-122"/>
                      </a:rPr>
                      <m:t>,</m:t>
                    </m:r>
                    <m:r>
                      <a:rPr lang="en-US" altLang="zh-CN" i="1" dirty="0" err="1">
                        <a:solidFill>
                          <a:schemeClr val="bg1"/>
                        </a:solidFill>
                        <a:latin typeface="Cambria Math" panose="02040503050406030204"/>
                        <a:ea typeface="Kaiti SC" panose="02010600040101010101" pitchFamily="2" charset="-122"/>
                      </a:rPr>
                      <m:t>𝑦</m:t>
                    </m:r>
                    <m:r>
                      <a:rPr lang="zh-CN" altLang="en-US" i="1" dirty="0">
                        <a:solidFill>
                          <a:schemeClr val="bg1"/>
                        </a:solidFill>
                        <a:latin typeface="Cambria Math" panose="02040503050406030204"/>
                        <a:ea typeface="Kaiti SC" panose="02010600040101010101" pitchFamily="2" charset="-122"/>
                      </a:rPr>
                      <m:t>）</m:t>
                    </m:r>
                  </m:oMath>
                </a14:m>
                <a:r>
                  <a:rPr lang="zh-CN" altLang="en-US" dirty="0">
                    <a:solidFill>
                      <a:schemeClr val="bg1"/>
                    </a:solidFill>
                    <a:latin typeface="Kaiti SC" panose="02010600040101010101" pitchFamily="2" charset="-122"/>
                    <a:ea typeface="Kaiti SC" panose="02010600040101010101" pitchFamily="2" charset="-122"/>
                  </a:rPr>
                  <a:t>在</a:t>
                </a:r>
                <a14:m>
                  <m:oMath xmlns:m="http://schemas.openxmlformats.org/officeDocument/2006/math">
                    <m:r>
                      <a:rPr lang="zh-CN" altLang="en-US" i="1" dirty="0" smtClean="0">
                        <a:solidFill>
                          <a:schemeClr val="bg1"/>
                        </a:solidFill>
                        <a:latin typeface="Cambria Math" panose="02040503050406030204"/>
                        <a:ea typeface="Kaiti SC" panose="02010600040101010101" pitchFamily="2" charset="-122"/>
                      </a:rPr>
                      <m:t>（</m:t>
                    </m:r>
                    <m:r>
                      <a:rPr lang="en-US" altLang="zh-CN" i="1" dirty="0" err="1">
                        <a:solidFill>
                          <a:schemeClr val="bg1"/>
                        </a:solidFill>
                        <a:latin typeface="Cambria Math" panose="02040503050406030204"/>
                        <a:ea typeface="Kaiti SC" panose="02010600040101010101" pitchFamily="2" charset="-122"/>
                      </a:rPr>
                      <m:t>𝑥</m:t>
                    </m:r>
                    <m:r>
                      <a:rPr lang="en-US" altLang="zh-CN" i="1" dirty="0" err="1">
                        <a:solidFill>
                          <a:schemeClr val="bg1"/>
                        </a:solidFill>
                        <a:latin typeface="Cambria Math" panose="02040503050406030204"/>
                        <a:ea typeface="Kaiti SC" panose="02010600040101010101" pitchFamily="2" charset="-122"/>
                      </a:rPr>
                      <m:t>,</m:t>
                    </m:r>
                    <m:r>
                      <a:rPr lang="en-US" altLang="zh-CN" i="1" dirty="0" err="1">
                        <a:solidFill>
                          <a:schemeClr val="bg1"/>
                        </a:solidFill>
                        <a:latin typeface="Cambria Math" panose="02040503050406030204"/>
                        <a:ea typeface="Kaiti SC" panose="02010600040101010101" pitchFamily="2" charset="-122"/>
                      </a:rPr>
                      <m:t>𝑦</m:t>
                    </m:r>
                    <m:r>
                      <a:rPr lang="zh-CN" altLang="en-US" i="1" dirty="0">
                        <a:solidFill>
                          <a:schemeClr val="bg1"/>
                        </a:solidFill>
                        <a:latin typeface="Cambria Math" panose="02040503050406030204"/>
                        <a:ea typeface="Kaiti SC" panose="02010600040101010101" pitchFamily="2" charset="-122"/>
                      </a:rPr>
                      <m:t>）</m:t>
                    </m:r>
                  </m:oMath>
                </a14:m>
                <a:r>
                  <a:rPr lang="zh-CN" altLang="en-US" dirty="0">
                    <a:solidFill>
                      <a:schemeClr val="bg1"/>
                    </a:solidFill>
                    <a:latin typeface="Kaiti SC" panose="02010600040101010101" pitchFamily="2" charset="-122"/>
                    <a:ea typeface="Kaiti SC" panose="02010600040101010101" pitchFamily="2" charset="-122"/>
                  </a:rPr>
                  <a:t>处可微</a:t>
                </a:r>
                <a:r>
                  <a:rPr lang="en-US" altLang="zh-CN" dirty="0">
                    <a:solidFill>
                      <a:schemeClr val="bg1"/>
                    </a:solidFill>
                    <a:latin typeface="Kaiti SC" panose="02010600040101010101" pitchFamily="2" charset="-122"/>
                    <a:ea typeface="Kaiti SC" panose="02010600040101010101" pitchFamily="2" charset="-122"/>
                  </a:rPr>
                  <a:t>.</a:t>
                </a:r>
                <a:r>
                  <a:rPr lang="zh-CN" altLang="en-US" dirty="0">
                    <a:solidFill>
                      <a:schemeClr val="bg1"/>
                    </a:solidFill>
                    <a:latin typeface="Kaiti SC" panose="02010600040101010101" pitchFamily="2" charset="-122"/>
                    <a:ea typeface="Kaiti SC" panose="02010600040101010101" pitchFamily="2" charset="-122"/>
                  </a:rPr>
                  <a:t>而在一元函数中我们知道，可微与导数存在是等价的，在这一点上，一元函数与多元函数是有区别的</a:t>
                </a:r>
                <a:r>
                  <a:rPr lang="en-US" altLang="zh-CN" dirty="0">
                    <a:solidFill>
                      <a:schemeClr val="bg1"/>
                    </a:solidFill>
                    <a:latin typeface="Kaiti SC" panose="02010600040101010101" pitchFamily="2" charset="-122"/>
                    <a:ea typeface="Kaiti SC" panose="02010600040101010101" pitchFamily="2" charset="-122"/>
                  </a:rPr>
                  <a:t>.</a:t>
                </a:r>
                <a:endParaRPr lang="zh-CN" altLang="en-US" dirty="0">
                  <a:solidFill>
                    <a:schemeClr val="bg1"/>
                  </a:solidFill>
                  <a:latin typeface="Kaiti SC" panose="02010600040101010101" pitchFamily="2" charset="-122"/>
                  <a:ea typeface="Kaiti SC" panose="02010600040101010101" pitchFamily="2" charset="-122"/>
                </a:endParaRPr>
              </a:p>
            </p:txBody>
          </p:sp>
        </mc:Choice>
        <mc:Fallback>
          <p:sp>
            <p:nvSpPr>
              <p:cNvPr id="19" name="矩形 18"/>
              <p:cNvSpPr>
                <a:spLocks noRot="1" noChangeAspect="1" noMove="1" noResize="1" noEditPoints="1" noAdjustHandles="1" noChangeArrowheads="1" noChangeShapeType="1" noTextEdit="1"/>
              </p:cNvSpPr>
              <p:nvPr/>
            </p:nvSpPr>
            <p:spPr>
              <a:xfrm>
                <a:off x="839470" y="5643245"/>
                <a:ext cx="9465945" cy="1024890"/>
              </a:xfrm>
              <a:prstGeom prst="rect">
                <a:avLst/>
              </a:prstGeom>
              <a:blipFill rotWithShape="1">
                <a:blip r:embed="rId2"/>
                <a:stretch>
                  <a:fillRect/>
                </a:stretch>
              </a:blipFill>
            </p:spPr>
            <p:txBody>
              <a:bodyPr/>
              <a:lstStyle/>
              <a:p>
                <a:r>
                  <a:rPr lang="zh-CN" altLang="en-US">
                    <a:noFill/>
                  </a:rPr>
                  <a:t> </a:t>
                </a:r>
              </a:p>
            </p:txBody>
          </p:sp>
        </mc:Fallback>
      </mc:AlternateContent>
      <p:sp>
        <p:nvSpPr>
          <p:cNvPr id="13" name="虚尾箭头 12"/>
          <p:cNvSpPr/>
          <p:nvPr/>
        </p:nvSpPr>
        <p:spPr>
          <a:xfrm>
            <a:off x="592583" y="4365138"/>
            <a:ext cx="952020" cy="598438"/>
          </a:xfrm>
          <a:prstGeom prst="stripedRight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b="1" dirty="0">
                <a:solidFill>
                  <a:schemeClr val="bg1"/>
                </a:solidFill>
              </a:rPr>
              <a:t>注意</a:t>
            </a:r>
            <a:endParaRPr lang="zh-CN" altLang="en-US" b="1" dirty="0">
              <a:solidFill>
                <a:schemeClr val="bg1"/>
              </a:solidFill>
            </a:endParaRPr>
          </a:p>
        </p:txBody>
      </p:sp>
    </p:spTree>
  </p:cSld>
  <p:clrMapOvr>
    <a:masterClrMapping/>
  </p:clrMapOvr>
  <p:transition spd="slow">
    <p:pull/>
  </p:transition>
</p:sld>
</file>

<file path=ppt/slides/slide67.xml><?xml version="1.0" encoding="utf-8"?>
<p:sld xmlns:a="http://schemas.openxmlformats.org/drawingml/2006/main" xmlns:r="http://schemas.openxmlformats.org/officeDocument/2006/relationships" xmlns:p="http://schemas.openxmlformats.org/presentationml/2006/main">
  <p:cSld>
    <p:bg>
      <p:bgPr>
        <a:gradFill>
          <a:gsLst>
            <a:gs pos="0">
              <a:srgbClr val="0D1B2A"/>
            </a:gs>
            <a:gs pos="60000">
              <a:srgbClr val="1B263B"/>
            </a:gs>
            <a:gs pos="100000">
              <a:srgbClr val="102A43"/>
            </a:gs>
          </a:gsLst>
          <a:lin ang="2700000" scaled="0"/>
        </a:gradFill>
        <a:effectLst/>
      </p:bgPr>
    </p:bg>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矩形 1"/>
              <p:cNvSpPr/>
              <p:nvPr/>
            </p:nvSpPr>
            <p:spPr>
              <a:xfrm>
                <a:off x="1010841" y="1052736"/>
                <a:ext cx="8838941" cy="5692140"/>
              </a:xfrm>
              <a:prstGeom prst="rect">
                <a:avLst/>
              </a:prstGeom>
            </p:spPr>
            <p:txBody>
              <a:bodyPr wrap="square">
                <a:spAutoFit/>
              </a:bodyPr>
              <a:lstStyle/>
              <a:p>
                <a:pPr>
                  <a:lnSpc>
                    <a:spcPct val="150000"/>
                  </a:lnSpc>
                </a:pPr>
                <a:r>
                  <a:rPr lang="en-US" altLang="zh-CN" sz="3200" b="1" dirty="0">
                    <a:solidFill>
                      <a:schemeClr val="bg1"/>
                    </a:solidFill>
                    <a:latin typeface="微软雅黑" panose="020B0503020204020204" charset="-122"/>
                    <a:ea typeface="微软雅黑" panose="020B0503020204020204" charset="-122"/>
                  </a:rPr>
                  <a:t>【</a:t>
                </a:r>
                <a:r>
                  <a:rPr lang="zh-CN" altLang="en-US" sz="3200" b="1" dirty="0">
                    <a:solidFill>
                      <a:schemeClr val="bg1"/>
                    </a:solidFill>
                    <a:latin typeface="微软雅黑" panose="020B0503020204020204" charset="-122"/>
                    <a:ea typeface="微软雅黑" panose="020B0503020204020204" charset="-122"/>
                  </a:rPr>
                  <a:t>例</a:t>
                </a:r>
                <a:r>
                  <a:rPr lang="en-US" altLang="zh-CN" sz="3200" b="1" dirty="0">
                    <a:solidFill>
                      <a:schemeClr val="bg1"/>
                    </a:solidFill>
                    <a:latin typeface="微软雅黑" panose="020B0503020204020204" charset="-122"/>
                    <a:ea typeface="微软雅黑" panose="020B0503020204020204" charset="-122"/>
                  </a:rPr>
                  <a:t>】</a:t>
                </a:r>
                <a:r>
                  <a:rPr lang="zh-CN" altLang="en-US" sz="3200" b="1" dirty="0">
                    <a:solidFill>
                      <a:schemeClr val="bg1"/>
                    </a:solidFill>
                    <a:latin typeface="微软雅黑" panose="020B0503020204020204" charset="-122"/>
                    <a:ea typeface="微软雅黑" panose="020B0503020204020204" charset="-122"/>
                  </a:rPr>
                  <a:t> 设</a:t>
                </a:r>
                <a14:m>
                  <m:oMath xmlns:m="http://schemas.openxmlformats.org/officeDocument/2006/math">
                    <m:r>
                      <a:rPr lang="en-US" altLang="zh-CN" sz="3200" b="1" i="1" dirty="0" smtClean="0">
                        <a:solidFill>
                          <a:schemeClr val="bg1"/>
                        </a:solidFill>
                        <a:latin typeface="Cambria Math" panose="02040503050406030204"/>
                        <a:ea typeface="微软雅黑" panose="020B0503020204020204" charset="-122"/>
                      </a:rPr>
                      <m:t>𝒛</m:t>
                    </m:r>
                    <m:r>
                      <a:rPr lang="en-US" altLang="zh-CN" sz="3200" b="1" i="1" dirty="0" smtClean="0">
                        <a:solidFill>
                          <a:schemeClr val="bg1"/>
                        </a:solidFill>
                        <a:latin typeface="Cambria Math" panose="02040503050406030204"/>
                        <a:ea typeface="微软雅黑" panose="020B0503020204020204" charset="-122"/>
                      </a:rPr>
                      <m:t>=</m:t>
                    </m:r>
                    <m:r>
                      <a:rPr lang="en-US" altLang="zh-CN" sz="3200" b="1" i="1" dirty="0" err="1" smtClean="0">
                        <a:solidFill>
                          <a:schemeClr val="bg1"/>
                        </a:solidFill>
                        <a:latin typeface="Cambria Math" panose="02040503050406030204"/>
                        <a:ea typeface="微软雅黑" panose="020B0503020204020204" charset="-122"/>
                      </a:rPr>
                      <m:t>𝒙𝒚</m:t>
                    </m:r>
                    <m:r>
                      <a:rPr lang="en-US" altLang="zh-CN" sz="3200" b="1" i="1" dirty="0" err="1" smtClean="0">
                        <a:solidFill>
                          <a:schemeClr val="bg1"/>
                        </a:solidFill>
                        <a:latin typeface="Cambria Math" panose="02040503050406030204"/>
                        <a:ea typeface="微软雅黑" panose="020B0503020204020204" charset="-122"/>
                      </a:rPr>
                      <m:t>+</m:t>
                    </m:r>
                    <m:f>
                      <m:fPr>
                        <m:ctrlPr>
                          <a:rPr lang="en-US" altLang="zh-CN" sz="3200" b="1" i="1" dirty="0" smtClean="0">
                            <a:solidFill>
                              <a:schemeClr val="bg1"/>
                            </a:solidFill>
                            <a:latin typeface="Cambria Math" panose="02040503050406030204" pitchFamily="18" charset="0"/>
                            <a:ea typeface="微软雅黑" panose="020B0503020204020204" charset="-122"/>
                          </a:rPr>
                        </m:ctrlPr>
                      </m:fPr>
                      <m:num>
                        <m:r>
                          <a:rPr lang="en-US" altLang="zh-CN" sz="3200" b="1" i="1" dirty="0" smtClean="0">
                            <a:solidFill>
                              <a:schemeClr val="bg1"/>
                            </a:solidFill>
                            <a:latin typeface="Cambria Math" panose="02040503050406030204"/>
                            <a:ea typeface="微软雅黑" panose="020B0503020204020204" charset="-122"/>
                          </a:rPr>
                          <m:t>𝒙</m:t>
                        </m:r>
                      </m:num>
                      <m:den>
                        <m:r>
                          <a:rPr lang="en-US" altLang="zh-CN" sz="3200" b="1" i="1" dirty="0" smtClean="0">
                            <a:solidFill>
                              <a:schemeClr val="bg1"/>
                            </a:solidFill>
                            <a:latin typeface="Cambria Math" panose="02040503050406030204"/>
                            <a:ea typeface="微软雅黑" panose="020B0503020204020204" charset="-122"/>
                          </a:rPr>
                          <m:t>𝒚</m:t>
                        </m:r>
                      </m:den>
                    </m:f>
                  </m:oMath>
                </a14:m>
                <a:r>
                  <a:rPr lang="zh-CN" altLang="en-US" sz="3200" b="1" dirty="0">
                    <a:solidFill>
                      <a:schemeClr val="bg1"/>
                    </a:solidFill>
                    <a:latin typeface="微软雅黑" panose="020B0503020204020204" charset="-122"/>
                    <a:ea typeface="微软雅黑" panose="020B0503020204020204" charset="-122"/>
                  </a:rPr>
                  <a:t>，求</a:t>
                </a:r>
                <a:r>
                  <a:rPr lang="en-US" altLang="zh-CN" sz="3200" b="1" dirty="0">
                    <a:solidFill>
                      <a:schemeClr val="bg1"/>
                    </a:solidFill>
                    <a:latin typeface="微软雅黑" panose="020B0503020204020204" charset="-122"/>
                    <a:ea typeface="微软雅黑" panose="020B0503020204020204" charset="-122"/>
                  </a:rPr>
                  <a:t>dz.</a:t>
                </a:r>
                <a:r>
                  <a:rPr lang="zh-CN" altLang="en-US" sz="3200" b="1" dirty="0">
                    <a:solidFill>
                      <a:schemeClr val="bg1"/>
                    </a:solidFill>
                    <a:latin typeface="微软雅黑" panose="020B0503020204020204" charset="-122"/>
                    <a:ea typeface="微软雅黑" panose="020B0503020204020204" charset="-122"/>
                  </a:rPr>
                  <a:t>                                         </a:t>
                </a:r>
                <a:endParaRPr lang="en-US" altLang="zh-CN" sz="3200" b="1" dirty="0">
                  <a:solidFill>
                    <a:schemeClr val="bg1"/>
                  </a:solidFill>
                  <a:latin typeface="微软雅黑" panose="020B0503020204020204" charset="-122"/>
                  <a:ea typeface="微软雅黑" panose="020B0503020204020204" charset="-122"/>
                </a:endParaRPr>
              </a:p>
              <a:p>
                <a:pPr>
                  <a:lnSpc>
                    <a:spcPct val="150000"/>
                  </a:lnSpc>
                </a:pPr>
                <a:r>
                  <a:rPr lang="zh-CN" altLang="en-US" sz="3200" b="1" dirty="0">
                    <a:solidFill>
                      <a:schemeClr val="bg1"/>
                    </a:solidFill>
                    <a:latin typeface="微软雅黑" panose="020B0503020204020204" charset="-122"/>
                    <a:ea typeface="微软雅黑" panose="020B0503020204020204" charset="-122"/>
                  </a:rPr>
                  <a:t>解   因为</a:t>
                </a:r>
                <a:endParaRPr lang="en-US" altLang="zh-CN" sz="3200" b="1" dirty="0">
                  <a:solidFill>
                    <a:schemeClr val="bg1"/>
                  </a:solidFill>
                  <a:latin typeface="微软雅黑" panose="020B0503020204020204" charset="-122"/>
                  <a:ea typeface="微软雅黑" panose="020B0503020204020204" charset="-122"/>
                </a:endParaRPr>
              </a:p>
              <a:p>
                <a:pPr>
                  <a:lnSpc>
                    <a:spcPct val="150000"/>
                  </a:lnSpc>
                </a:pPr>
                <a:endParaRPr lang="en-US" altLang="zh-CN" sz="3200" b="1" dirty="0">
                  <a:solidFill>
                    <a:schemeClr val="bg1"/>
                  </a:solidFill>
                  <a:latin typeface="微软雅黑" panose="020B0503020204020204" charset="-122"/>
                  <a:ea typeface="微软雅黑" panose="020B0503020204020204" charset="-122"/>
                </a:endParaRPr>
              </a:p>
              <a:p>
                <a:pPr>
                  <a:lnSpc>
                    <a:spcPct val="150000"/>
                  </a:lnSpc>
                </a:pPr>
                <a:endParaRPr lang="en-US" altLang="zh-CN" sz="3200" b="1" dirty="0">
                  <a:solidFill>
                    <a:schemeClr val="bg1"/>
                  </a:solidFill>
                  <a:latin typeface="微软雅黑" panose="020B0503020204020204" charset="-122"/>
                  <a:ea typeface="微软雅黑" panose="020B0503020204020204" charset="-122"/>
                </a:endParaRPr>
              </a:p>
              <a:p>
                <a:pPr>
                  <a:lnSpc>
                    <a:spcPct val="150000"/>
                  </a:lnSpc>
                </a:pPr>
                <a:endParaRPr lang="en-US" altLang="zh-CN" sz="3200" b="1" dirty="0">
                  <a:solidFill>
                    <a:schemeClr val="bg1"/>
                  </a:solidFill>
                  <a:latin typeface="微软雅黑" panose="020B0503020204020204" charset="-122"/>
                  <a:ea typeface="微软雅黑" panose="020B0503020204020204" charset="-122"/>
                </a:endParaRPr>
              </a:p>
              <a:p>
                <a:pPr>
                  <a:lnSpc>
                    <a:spcPct val="150000"/>
                  </a:lnSpc>
                </a:pPr>
                <a:r>
                  <a:rPr lang="zh-CN" altLang="en-US" sz="3200" b="1" dirty="0">
                    <a:solidFill>
                      <a:schemeClr val="bg1"/>
                    </a:solidFill>
                    <a:latin typeface="微软雅黑" panose="020B0503020204020204" charset="-122"/>
                    <a:ea typeface="微软雅黑" panose="020B0503020204020204" charset="-122"/>
                  </a:rPr>
                  <a:t>所以</a:t>
                </a:r>
                <a:endParaRPr lang="en-US" altLang="zh-CN" sz="3200" b="1" dirty="0">
                  <a:solidFill>
                    <a:schemeClr val="bg1"/>
                  </a:solidFill>
                  <a:latin typeface="微软雅黑" panose="020B0503020204020204" charset="-122"/>
                  <a:ea typeface="微软雅黑" panose="020B0503020204020204" charset="-122"/>
                </a:endParaRPr>
              </a:p>
              <a:p>
                <a:pPr>
                  <a:lnSpc>
                    <a:spcPct val="150000"/>
                  </a:lnSpc>
                </a:pPr>
                <a:endParaRPr lang="en-US" altLang="zh-CN" sz="3200" b="1" dirty="0">
                  <a:solidFill>
                    <a:schemeClr val="bg1"/>
                  </a:solidFill>
                  <a:latin typeface="微软雅黑" panose="020B0503020204020204" charset="-122"/>
                  <a:ea typeface="微软雅黑" panose="020B0503020204020204" charset="-122"/>
                </a:endParaRPr>
              </a:p>
            </p:txBody>
          </p:sp>
        </mc:Choice>
        <mc:Fallback>
          <p:sp>
            <p:nvSpPr>
              <p:cNvPr id="2" name="矩形 1"/>
              <p:cNvSpPr>
                <a:spLocks noRot="1" noChangeAspect="1" noMove="1" noResize="1" noEditPoints="1" noAdjustHandles="1" noChangeArrowheads="1" noChangeShapeType="1" noTextEdit="1"/>
              </p:cNvSpPr>
              <p:nvPr/>
            </p:nvSpPr>
            <p:spPr>
              <a:xfrm>
                <a:off x="1010841" y="1052736"/>
                <a:ext cx="8838941" cy="5692140"/>
              </a:xfrm>
              <a:prstGeom prst="rect">
                <a:avLst/>
              </a:prstGeom>
              <a:blipFill rotWithShape="1">
                <a:blip r:embed="rId1"/>
                <a:stretch>
                  <a:fillRect l="-6" t="-10" r="3" b="10"/>
                </a:stretch>
              </a:blipFill>
            </p:spPr>
            <p:txBody>
              <a:bodyPr/>
              <a:lstStyle/>
              <a:p>
                <a:r>
                  <a:rPr lang="zh-CN" altLang="en-US">
                    <a:noFill/>
                  </a:rPr>
                  <a:t> </a:t>
                </a:r>
              </a:p>
            </p:txBody>
          </p:sp>
        </mc:Fallback>
      </mc:AlternateContent>
      <p:pic>
        <p:nvPicPr>
          <p:cNvPr id="18" name="图片 17"/>
          <p:cNvPicPr>
            <a:picLocks noChangeAspect="1"/>
          </p:cNvPicPr>
          <p:nvPr/>
        </p:nvPicPr>
        <p:blipFill>
          <a:blip r:embed="rId2"/>
          <a:stretch>
            <a:fillRect/>
          </a:stretch>
        </p:blipFill>
        <p:spPr>
          <a:xfrm>
            <a:off x="3288030" y="2305050"/>
            <a:ext cx="3030855" cy="1425575"/>
          </a:xfrm>
          <a:prstGeom prst="rect">
            <a:avLst/>
          </a:prstGeom>
        </p:spPr>
      </p:pic>
      <p:pic>
        <p:nvPicPr>
          <p:cNvPr id="19" name="图片 18"/>
          <p:cNvPicPr>
            <a:picLocks noChangeAspect="1"/>
          </p:cNvPicPr>
          <p:nvPr/>
        </p:nvPicPr>
        <p:blipFill>
          <a:blip r:embed="rId3"/>
          <a:stretch>
            <a:fillRect/>
          </a:stretch>
        </p:blipFill>
        <p:spPr>
          <a:xfrm>
            <a:off x="3215640" y="4076700"/>
            <a:ext cx="3157855" cy="969010"/>
          </a:xfrm>
          <a:prstGeom prst="rect">
            <a:avLst/>
          </a:prstGeom>
        </p:spPr>
      </p:pic>
    </p:spTree>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500"/>
                                        <p:tgtEl>
                                          <p:spTgt spid="18"/>
                                        </p:tgtEl>
                                      </p:cBhvr>
                                    </p:animEffect>
                                  </p:childTnLst>
                                </p:cTn>
                              </p:par>
                            </p:childTnLst>
                          </p:cTn>
                        </p:par>
                      </p:childTnLst>
                    </p:cTn>
                  </p:par>
                  <p:par>
                    <p:cTn id="12" fill="hold">
                      <p:stCondLst>
                        <p:cond delay="indefinite"/>
                      </p:stCondLst>
                      <p:childTnLst>
                        <p:par>
                          <p:cTn id="13" fill="hold">
                            <p:stCondLst>
                              <p:cond delay="0"/>
                            </p:stCondLst>
                            <p:childTnLst>
                              <p:par>
                                <p:cTn id="14" presetID="42" presetClass="entr" presetSubtype="0" fill="hold" nodeType="click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fade">
                                      <p:cBhvr>
                                        <p:cTn id="16" dur="1000"/>
                                        <p:tgtEl>
                                          <p:spTgt spid="19"/>
                                        </p:tgtEl>
                                      </p:cBhvr>
                                    </p:animEffect>
                                    <p:anim calcmode="lin" valueType="num">
                                      <p:cBhvr>
                                        <p:cTn id="17" dur="1000" fill="hold"/>
                                        <p:tgtEl>
                                          <p:spTgt spid="19"/>
                                        </p:tgtEl>
                                        <p:attrNameLst>
                                          <p:attrName>ppt_x</p:attrName>
                                        </p:attrNameLst>
                                      </p:cBhvr>
                                      <p:tavLst>
                                        <p:tav tm="0">
                                          <p:val>
                                            <p:strVal val="#ppt_x"/>
                                          </p:val>
                                        </p:tav>
                                        <p:tav tm="100000">
                                          <p:val>
                                            <p:strVal val="#ppt_x"/>
                                          </p:val>
                                        </p:tav>
                                      </p:tavLst>
                                    </p:anim>
                                    <p:anim calcmode="lin" valueType="num">
                                      <p:cBhvr>
                                        <p:cTn id="18"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bg>
      <p:bgPr>
        <a:gradFill>
          <a:gsLst>
            <a:gs pos="0">
              <a:srgbClr val="0D1B2A"/>
            </a:gs>
            <a:gs pos="60000">
              <a:srgbClr val="1B263B"/>
            </a:gs>
            <a:gs pos="100000">
              <a:srgbClr val="102A43"/>
            </a:gs>
          </a:gsLst>
          <a:lin ang="2700000" scaled="0"/>
        </a:gradFill>
        <a:effectLst/>
      </p:bgPr>
    </p:bg>
    <p:spTree>
      <p:nvGrpSpPr>
        <p:cNvPr id="1" name=""/>
        <p:cNvGrpSpPr/>
        <p:nvPr/>
      </p:nvGrpSpPr>
      <p:grpSpPr>
        <a:xfrm>
          <a:off x="0" y="0"/>
          <a:ext cx="0" cy="0"/>
          <a:chOff x="0" y="0"/>
          <a:chExt cx="0" cy="0"/>
        </a:xfrm>
      </p:grpSpPr>
      <p:sp>
        <p:nvSpPr>
          <p:cNvPr id="7" name="矩形 6"/>
          <p:cNvSpPr/>
          <p:nvPr/>
        </p:nvSpPr>
        <p:spPr>
          <a:xfrm>
            <a:off x="592424" y="1223492"/>
            <a:ext cx="7795219" cy="4842457"/>
          </a:xfrm>
          <a:prstGeom prst="rect">
            <a:avLst/>
          </a:prstGeom>
          <a:noFill/>
          <a:ln w="28575">
            <a:solidFill>
              <a:srgbClr val="0070C0"/>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mc:AlternateContent xmlns:mc="http://schemas.openxmlformats.org/markup-compatibility/2006">
        <mc:Choice xmlns:a14="http://schemas.microsoft.com/office/drawing/2010/main" Requires="a14">
          <p:sp>
            <p:nvSpPr>
              <p:cNvPr id="8" name="文本框 7"/>
              <p:cNvSpPr txBox="1"/>
              <p:nvPr/>
            </p:nvSpPr>
            <p:spPr>
              <a:xfrm>
                <a:off x="750570" y="1391285"/>
                <a:ext cx="10012680" cy="5331460"/>
              </a:xfrm>
              <a:prstGeom prst="rect">
                <a:avLst/>
              </a:prstGeom>
              <a:noFill/>
            </p:spPr>
            <p:txBody>
              <a:bodyPr wrap="square" rtlCol="0">
                <a:spAutoFit/>
              </a:bodyPr>
              <a:lstStyle/>
              <a:p>
                <a:pPr>
                  <a:lnSpc>
                    <a:spcPct val="150000"/>
                  </a:lnSpc>
                </a:pPr>
                <a:r>
                  <a:rPr lang="zh-CN" altLang="en-US" sz="2800" b="1" u="sng" dirty="0">
                    <a:solidFill>
                      <a:schemeClr val="bg1"/>
                    </a:solidFill>
                    <a:latin typeface="微软雅黑" panose="020B0503020204020204" charset="-122"/>
                    <a:ea typeface="微软雅黑" panose="020B0503020204020204" charset="-122"/>
                  </a:rPr>
                  <a:t>定理</a:t>
                </a:r>
                <a:r>
                  <a:rPr lang="en-US" altLang="zh-CN" sz="2800" b="1" u="sng" dirty="0">
                    <a:solidFill>
                      <a:schemeClr val="bg1"/>
                    </a:solidFill>
                    <a:latin typeface="微软雅黑" panose="020B0503020204020204" charset="-122"/>
                    <a:ea typeface="微软雅黑" panose="020B0503020204020204" charset="-122"/>
                  </a:rPr>
                  <a:t> </a:t>
                </a:r>
                <a:r>
                  <a:rPr lang="zh-CN" altLang="en-US" sz="2800" b="1" u="sng" dirty="0">
                    <a:solidFill>
                      <a:schemeClr val="bg1"/>
                    </a:solidFill>
                    <a:latin typeface="微软雅黑" panose="020B0503020204020204" charset="-122"/>
                    <a:ea typeface="微软雅黑" panose="020B0503020204020204" charset="-122"/>
                  </a:rPr>
                  <a:t> </a:t>
                </a:r>
                <a:r>
                  <a:rPr lang="zh-CN" altLang="en-US" sz="2800" b="1" dirty="0">
                    <a:solidFill>
                      <a:schemeClr val="bg1"/>
                    </a:solidFill>
                    <a:latin typeface="微软雅黑" panose="020B0503020204020204" charset="-122"/>
                    <a:ea typeface="微软雅黑" panose="020B0503020204020204" charset="-122"/>
                  </a:rPr>
                  <a:t> 如果函数</a:t>
                </a:r>
                <a14:m>
                  <m:oMath xmlns:m="http://schemas.openxmlformats.org/officeDocument/2006/math">
                    <m:r>
                      <a:rPr lang="en-US" altLang="zh-CN" sz="2800" b="1" i="1" dirty="0" smtClean="0">
                        <a:solidFill>
                          <a:schemeClr val="bg1"/>
                        </a:solidFill>
                        <a:latin typeface="Cambria Math" panose="02040503050406030204"/>
                        <a:ea typeface="微软雅黑" panose="020B0503020204020204" charset="-122"/>
                      </a:rPr>
                      <m:t>𝒖</m:t>
                    </m:r>
                    <m:r>
                      <a:rPr lang="en-US" altLang="zh-CN" sz="2800" b="1" i="1" dirty="0" smtClean="0">
                        <a:solidFill>
                          <a:schemeClr val="bg1"/>
                        </a:solidFill>
                        <a:latin typeface="Cambria Math" panose="02040503050406030204"/>
                        <a:ea typeface="微软雅黑" panose="020B0503020204020204" charset="-122"/>
                      </a:rPr>
                      <m:t>=</m:t>
                    </m:r>
                    <m:r>
                      <a:rPr lang="el-GR" altLang="zh-CN" sz="2800" b="1" i="1" dirty="0">
                        <a:solidFill>
                          <a:schemeClr val="bg1"/>
                        </a:solidFill>
                        <a:latin typeface="Cambria Math" panose="02040503050406030204"/>
                        <a:ea typeface="微软雅黑" panose="020B0503020204020204" charset="-122"/>
                      </a:rPr>
                      <m:t>𝝋</m:t>
                    </m:r>
                    <m:r>
                      <a:rPr lang="zh-CN" altLang="el-GR" sz="2800" b="1" i="1" dirty="0">
                        <a:solidFill>
                          <a:schemeClr val="bg1"/>
                        </a:solidFill>
                        <a:latin typeface="Cambria Math" panose="02040503050406030204"/>
                        <a:ea typeface="微软雅黑" panose="020B0503020204020204" charset="-122"/>
                      </a:rPr>
                      <m:t>（</m:t>
                    </m:r>
                    <m:r>
                      <a:rPr lang="en-US" altLang="zh-CN" sz="2800" b="1" i="1" dirty="0">
                        <a:solidFill>
                          <a:schemeClr val="bg1"/>
                        </a:solidFill>
                        <a:latin typeface="Cambria Math" panose="02040503050406030204"/>
                        <a:ea typeface="微软雅黑" panose="020B0503020204020204" charset="-122"/>
                      </a:rPr>
                      <m:t>𝒙</m:t>
                    </m:r>
                    <m:r>
                      <a:rPr lang="en-US" altLang="zh-CN" sz="2800" b="1" i="1" dirty="0">
                        <a:solidFill>
                          <a:schemeClr val="bg1"/>
                        </a:solidFill>
                        <a:latin typeface="Cambria Math" panose="02040503050406030204"/>
                        <a:ea typeface="微软雅黑" panose="020B0503020204020204" charset="-122"/>
                      </a:rPr>
                      <m:t>,</m:t>
                    </m:r>
                    <m:r>
                      <a:rPr lang="en-US" altLang="zh-CN" sz="2800" b="1" i="1" dirty="0">
                        <a:solidFill>
                          <a:schemeClr val="bg1"/>
                        </a:solidFill>
                        <a:latin typeface="Cambria Math" panose="02040503050406030204"/>
                        <a:ea typeface="微软雅黑" panose="020B0503020204020204" charset="-122"/>
                      </a:rPr>
                      <m:t>𝒚</m:t>
                    </m:r>
                    <m:r>
                      <a:rPr lang="zh-CN" altLang="en-US" sz="2800" b="1" i="1" dirty="0">
                        <a:solidFill>
                          <a:schemeClr val="bg1"/>
                        </a:solidFill>
                        <a:latin typeface="Cambria Math" panose="02040503050406030204"/>
                        <a:ea typeface="微软雅黑" panose="020B0503020204020204" charset="-122"/>
                      </a:rPr>
                      <m:t>）</m:t>
                    </m:r>
                  </m:oMath>
                </a14:m>
                <a:r>
                  <a:rPr lang="zh-CN" altLang="en-US" sz="2800" b="1" dirty="0">
                    <a:solidFill>
                      <a:schemeClr val="bg1"/>
                    </a:solidFill>
                    <a:latin typeface="微软雅黑" panose="020B0503020204020204" charset="-122"/>
                    <a:ea typeface="微软雅黑" panose="020B0503020204020204" charset="-122"/>
                  </a:rPr>
                  <a:t>及</a:t>
                </a:r>
                <a14:m>
                  <m:oMath xmlns:m="http://schemas.openxmlformats.org/officeDocument/2006/math">
                    <m:r>
                      <a:rPr lang="en-US" altLang="zh-CN" sz="2800" b="1" i="1" dirty="0" smtClean="0">
                        <a:solidFill>
                          <a:schemeClr val="bg1"/>
                        </a:solidFill>
                        <a:latin typeface="Cambria Math" panose="02040503050406030204"/>
                        <a:ea typeface="微软雅黑" panose="020B0503020204020204" charset="-122"/>
                      </a:rPr>
                      <m:t>𝒗</m:t>
                    </m:r>
                    <m:r>
                      <a:rPr lang="en-US" altLang="zh-CN" sz="2800" b="1" i="1" dirty="0" smtClean="0">
                        <a:solidFill>
                          <a:schemeClr val="bg1"/>
                        </a:solidFill>
                        <a:latin typeface="Cambria Math" panose="02040503050406030204"/>
                        <a:ea typeface="微软雅黑" panose="020B0503020204020204" charset="-122"/>
                      </a:rPr>
                      <m:t>=</m:t>
                    </m:r>
                    <m:r>
                      <a:rPr lang="el-GR" altLang="zh-CN" sz="2800" b="1" i="1" dirty="0">
                        <a:solidFill>
                          <a:schemeClr val="bg1"/>
                        </a:solidFill>
                        <a:latin typeface="Cambria Math" panose="02040503050406030204"/>
                        <a:ea typeface="微软雅黑" panose="020B0503020204020204" charset="-122"/>
                      </a:rPr>
                      <m:t>𝝍</m:t>
                    </m:r>
                    <m:r>
                      <a:rPr lang="zh-CN" altLang="el-GR" sz="2800" b="1" i="1" dirty="0">
                        <a:solidFill>
                          <a:schemeClr val="bg1"/>
                        </a:solidFill>
                        <a:latin typeface="Cambria Math" panose="02040503050406030204"/>
                        <a:ea typeface="微软雅黑" panose="020B0503020204020204" charset="-122"/>
                      </a:rPr>
                      <m:t>（</m:t>
                    </m:r>
                    <m:r>
                      <a:rPr lang="en-US" altLang="zh-CN" sz="2800" b="1" i="1" dirty="0">
                        <a:solidFill>
                          <a:schemeClr val="bg1"/>
                        </a:solidFill>
                        <a:latin typeface="Cambria Math" panose="02040503050406030204"/>
                        <a:ea typeface="微软雅黑" panose="020B0503020204020204" charset="-122"/>
                      </a:rPr>
                      <m:t>𝒙</m:t>
                    </m:r>
                    <m:r>
                      <a:rPr lang="en-US" altLang="zh-CN" sz="2800" b="1" i="1" dirty="0">
                        <a:solidFill>
                          <a:schemeClr val="bg1"/>
                        </a:solidFill>
                        <a:latin typeface="Cambria Math" panose="02040503050406030204"/>
                        <a:ea typeface="微软雅黑" panose="020B0503020204020204" charset="-122"/>
                      </a:rPr>
                      <m:t>,</m:t>
                    </m:r>
                    <m:r>
                      <a:rPr lang="en-US" altLang="zh-CN" sz="2800" b="1" i="1" dirty="0">
                        <a:solidFill>
                          <a:schemeClr val="bg1"/>
                        </a:solidFill>
                        <a:latin typeface="Cambria Math" panose="02040503050406030204"/>
                        <a:ea typeface="微软雅黑" panose="020B0503020204020204" charset="-122"/>
                      </a:rPr>
                      <m:t>𝒚</m:t>
                    </m:r>
                    <m:r>
                      <a:rPr lang="zh-CN" altLang="en-US" sz="2800" b="1" i="1" dirty="0">
                        <a:solidFill>
                          <a:schemeClr val="bg1"/>
                        </a:solidFill>
                        <a:latin typeface="Cambria Math" panose="02040503050406030204"/>
                        <a:ea typeface="微软雅黑" panose="020B0503020204020204" charset="-122"/>
                      </a:rPr>
                      <m:t>）</m:t>
                    </m:r>
                  </m:oMath>
                </a14:m>
                <a:r>
                  <a:rPr lang="zh-CN" altLang="en-US" sz="2800" b="1" dirty="0">
                    <a:solidFill>
                      <a:schemeClr val="bg1"/>
                    </a:solidFill>
                    <a:latin typeface="微软雅黑" panose="020B0503020204020204" charset="-122"/>
                    <a:ea typeface="微软雅黑" panose="020B0503020204020204" charset="-122"/>
                  </a:rPr>
                  <a:t>都在点</a:t>
                </a:r>
                <a14:m>
                  <m:oMath xmlns:m="http://schemas.openxmlformats.org/officeDocument/2006/math">
                    <m:r>
                      <a:rPr lang="zh-CN" altLang="en-US" sz="2800" b="1" i="1" dirty="0" smtClean="0">
                        <a:solidFill>
                          <a:schemeClr val="bg1"/>
                        </a:solidFill>
                        <a:latin typeface="Cambria Math" panose="02040503050406030204"/>
                        <a:ea typeface="微软雅黑" panose="020B0503020204020204" charset="-122"/>
                      </a:rPr>
                      <m:t>（</m:t>
                    </m:r>
                    <m:r>
                      <a:rPr lang="en-US" altLang="zh-CN" sz="2800" b="1" i="1" dirty="0">
                        <a:solidFill>
                          <a:schemeClr val="bg1"/>
                        </a:solidFill>
                        <a:latin typeface="Cambria Math" panose="02040503050406030204"/>
                        <a:ea typeface="微软雅黑" panose="020B0503020204020204" charset="-122"/>
                      </a:rPr>
                      <m:t>𝒙</m:t>
                    </m:r>
                    <m:r>
                      <a:rPr lang="en-US" altLang="zh-CN" sz="2800" b="1" i="1" dirty="0">
                        <a:solidFill>
                          <a:schemeClr val="bg1"/>
                        </a:solidFill>
                        <a:latin typeface="Cambria Math" panose="02040503050406030204"/>
                        <a:ea typeface="微软雅黑" panose="020B0503020204020204" charset="-122"/>
                      </a:rPr>
                      <m:t>,</m:t>
                    </m:r>
                    <m:r>
                      <a:rPr lang="en-US" altLang="zh-CN" sz="2800" b="1" i="1" dirty="0">
                        <a:solidFill>
                          <a:schemeClr val="bg1"/>
                        </a:solidFill>
                        <a:latin typeface="Cambria Math" panose="02040503050406030204"/>
                        <a:ea typeface="微软雅黑" panose="020B0503020204020204" charset="-122"/>
                      </a:rPr>
                      <m:t>𝒚</m:t>
                    </m:r>
                    <m:r>
                      <a:rPr lang="zh-CN" altLang="en-US" sz="2800" b="1" i="1" dirty="0">
                        <a:solidFill>
                          <a:schemeClr val="bg1"/>
                        </a:solidFill>
                        <a:latin typeface="Cambria Math" panose="02040503050406030204"/>
                        <a:ea typeface="微软雅黑" panose="020B0503020204020204" charset="-122"/>
                      </a:rPr>
                      <m:t>）</m:t>
                    </m:r>
                  </m:oMath>
                </a14:m>
                <a:r>
                  <a:rPr lang="zh-CN" altLang="en-US" sz="2800" b="1" dirty="0">
                    <a:solidFill>
                      <a:schemeClr val="bg1"/>
                    </a:solidFill>
                    <a:latin typeface="微软雅黑" panose="020B0503020204020204" charset="-122"/>
                    <a:ea typeface="微软雅黑" panose="020B0503020204020204" charset="-122"/>
                  </a:rPr>
                  <a:t>具有对</a:t>
                </a:r>
                <a14:m>
                  <m:oMath xmlns:m="http://schemas.openxmlformats.org/officeDocument/2006/math">
                    <m:r>
                      <a:rPr lang="en-US" altLang="zh-CN" sz="2800" b="1" i="1" dirty="0" smtClean="0">
                        <a:solidFill>
                          <a:schemeClr val="bg1"/>
                        </a:solidFill>
                        <a:latin typeface="Cambria Math" panose="02040503050406030204"/>
                        <a:ea typeface="微软雅黑" panose="020B0503020204020204" charset="-122"/>
                      </a:rPr>
                      <m:t>𝒙</m:t>
                    </m:r>
                  </m:oMath>
                </a14:m>
                <a:r>
                  <a:rPr lang="zh-CN" altLang="en-US" sz="2800" b="1" dirty="0">
                    <a:solidFill>
                      <a:schemeClr val="bg1"/>
                    </a:solidFill>
                    <a:latin typeface="微软雅黑" panose="020B0503020204020204" charset="-122"/>
                    <a:ea typeface="微软雅黑" panose="020B0503020204020204" charset="-122"/>
                  </a:rPr>
                  <a:t>及对</a:t>
                </a:r>
                <a14:m>
                  <m:oMath xmlns:m="http://schemas.openxmlformats.org/officeDocument/2006/math">
                    <m:r>
                      <a:rPr lang="en-US" altLang="zh-CN" sz="2800" b="1" i="1" dirty="0" smtClean="0">
                        <a:solidFill>
                          <a:schemeClr val="bg1"/>
                        </a:solidFill>
                        <a:latin typeface="Cambria Math" panose="02040503050406030204"/>
                        <a:ea typeface="微软雅黑" panose="020B0503020204020204" charset="-122"/>
                      </a:rPr>
                      <m:t>𝒚</m:t>
                    </m:r>
                  </m:oMath>
                </a14:m>
                <a:r>
                  <a:rPr lang="zh-CN" altLang="en-US" sz="2800" b="1" dirty="0">
                    <a:solidFill>
                      <a:schemeClr val="bg1"/>
                    </a:solidFill>
                    <a:latin typeface="微软雅黑" panose="020B0503020204020204" charset="-122"/>
                    <a:ea typeface="微软雅黑" panose="020B0503020204020204" charset="-122"/>
                  </a:rPr>
                  <a:t>的偏导数，函数</a:t>
                </a:r>
                <a14:m>
                  <m:oMath xmlns:m="http://schemas.openxmlformats.org/officeDocument/2006/math">
                    <m:r>
                      <a:rPr lang="en-US" altLang="zh-CN" sz="2800" b="1" i="1" dirty="0" smtClean="0">
                        <a:solidFill>
                          <a:schemeClr val="bg1"/>
                        </a:solidFill>
                        <a:latin typeface="Cambria Math" panose="02040503050406030204"/>
                        <a:ea typeface="微软雅黑" panose="020B0503020204020204" charset="-122"/>
                      </a:rPr>
                      <m:t>𝒛</m:t>
                    </m:r>
                    <m:r>
                      <a:rPr lang="en-US" altLang="zh-CN" sz="2800" b="1" i="1" dirty="0" smtClean="0">
                        <a:solidFill>
                          <a:schemeClr val="bg1"/>
                        </a:solidFill>
                        <a:latin typeface="Cambria Math" panose="02040503050406030204"/>
                        <a:ea typeface="微软雅黑" panose="020B0503020204020204" charset="-122"/>
                      </a:rPr>
                      <m:t>=</m:t>
                    </m:r>
                    <m:r>
                      <a:rPr lang="en-US" altLang="zh-CN" sz="2800" b="1" i="1" dirty="0" smtClean="0">
                        <a:solidFill>
                          <a:schemeClr val="bg1"/>
                        </a:solidFill>
                        <a:latin typeface="Cambria Math" panose="02040503050406030204"/>
                        <a:ea typeface="微软雅黑" panose="020B0503020204020204" charset="-122"/>
                      </a:rPr>
                      <m:t>𝒇</m:t>
                    </m:r>
                    <m:r>
                      <a:rPr lang="zh-CN" altLang="en-US" sz="2800" b="1" i="1" dirty="0">
                        <a:solidFill>
                          <a:schemeClr val="bg1"/>
                        </a:solidFill>
                        <a:latin typeface="Cambria Math" panose="02040503050406030204"/>
                        <a:ea typeface="微软雅黑" panose="020B0503020204020204" charset="-122"/>
                      </a:rPr>
                      <m:t>（</m:t>
                    </m:r>
                    <m:r>
                      <a:rPr lang="en-US" altLang="zh-CN" sz="2800" b="1" i="1" dirty="0" err="1">
                        <a:solidFill>
                          <a:schemeClr val="bg1"/>
                        </a:solidFill>
                        <a:latin typeface="Cambria Math" panose="02040503050406030204"/>
                        <a:ea typeface="微软雅黑" panose="020B0503020204020204" charset="-122"/>
                      </a:rPr>
                      <m:t>𝒖</m:t>
                    </m:r>
                    <m:r>
                      <a:rPr lang="en-US" altLang="zh-CN" sz="2800" b="1" i="1" dirty="0" err="1">
                        <a:solidFill>
                          <a:schemeClr val="bg1"/>
                        </a:solidFill>
                        <a:latin typeface="Cambria Math" panose="02040503050406030204"/>
                        <a:ea typeface="微软雅黑" panose="020B0503020204020204" charset="-122"/>
                      </a:rPr>
                      <m:t>,</m:t>
                    </m:r>
                    <m:r>
                      <a:rPr lang="en-US" altLang="zh-CN" sz="2800" b="1" i="1" dirty="0" err="1">
                        <a:solidFill>
                          <a:schemeClr val="bg1"/>
                        </a:solidFill>
                        <a:latin typeface="Cambria Math" panose="02040503050406030204"/>
                        <a:ea typeface="微软雅黑" panose="020B0503020204020204" charset="-122"/>
                      </a:rPr>
                      <m:t>𝒗</m:t>
                    </m:r>
                    <m:r>
                      <a:rPr lang="zh-CN" altLang="en-US" sz="2800" b="1" i="1" dirty="0">
                        <a:solidFill>
                          <a:schemeClr val="bg1"/>
                        </a:solidFill>
                        <a:latin typeface="Cambria Math" panose="02040503050406030204"/>
                        <a:ea typeface="微软雅黑" panose="020B0503020204020204" charset="-122"/>
                      </a:rPr>
                      <m:t>）</m:t>
                    </m:r>
                  </m:oMath>
                </a14:m>
                <a:r>
                  <a:rPr lang="zh-CN" altLang="en-US" sz="2800" b="1" dirty="0">
                    <a:solidFill>
                      <a:schemeClr val="bg1"/>
                    </a:solidFill>
                    <a:latin typeface="微软雅黑" panose="020B0503020204020204" charset="-122"/>
                    <a:ea typeface="微软雅黑" panose="020B0503020204020204" charset="-122"/>
                  </a:rPr>
                  <a:t>在对应点</a:t>
                </a:r>
                <a14:m>
                  <m:oMath xmlns:m="http://schemas.openxmlformats.org/officeDocument/2006/math">
                    <m:r>
                      <a:rPr lang="zh-CN" altLang="en-US" sz="2800" b="1" i="1" dirty="0" smtClean="0">
                        <a:solidFill>
                          <a:schemeClr val="bg1"/>
                        </a:solidFill>
                        <a:latin typeface="Cambria Math" panose="02040503050406030204"/>
                        <a:ea typeface="微软雅黑" panose="020B0503020204020204" charset="-122"/>
                      </a:rPr>
                      <m:t>（</m:t>
                    </m:r>
                    <m:r>
                      <a:rPr lang="en-US" altLang="zh-CN" sz="2800" b="1" i="1" dirty="0" err="1">
                        <a:solidFill>
                          <a:schemeClr val="bg1"/>
                        </a:solidFill>
                        <a:latin typeface="Cambria Math" panose="02040503050406030204"/>
                        <a:ea typeface="微软雅黑" panose="020B0503020204020204" charset="-122"/>
                      </a:rPr>
                      <m:t>𝒖</m:t>
                    </m:r>
                    <m:r>
                      <a:rPr lang="en-US" altLang="zh-CN" sz="2800" b="1" i="1" dirty="0" err="1">
                        <a:solidFill>
                          <a:schemeClr val="bg1"/>
                        </a:solidFill>
                        <a:latin typeface="Cambria Math" panose="02040503050406030204"/>
                        <a:ea typeface="微软雅黑" panose="020B0503020204020204" charset="-122"/>
                      </a:rPr>
                      <m:t>,</m:t>
                    </m:r>
                    <m:r>
                      <a:rPr lang="en-US" altLang="zh-CN" sz="2800" b="1" i="1" dirty="0" err="1">
                        <a:solidFill>
                          <a:schemeClr val="bg1"/>
                        </a:solidFill>
                        <a:latin typeface="Cambria Math" panose="02040503050406030204"/>
                        <a:ea typeface="微软雅黑" panose="020B0503020204020204" charset="-122"/>
                      </a:rPr>
                      <m:t>𝒗</m:t>
                    </m:r>
                    <m:r>
                      <a:rPr lang="zh-CN" altLang="en-US" sz="2800" b="1" i="1" dirty="0">
                        <a:solidFill>
                          <a:schemeClr val="bg1"/>
                        </a:solidFill>
                        <a:latin typeface="Cambria Math" panose="02040503050406030204"/>
                        <a:ea typeface="微软雅黑" panose="020B0503020204020204" charset="-122"/>
                      </a:rPr>
                      <m:t>）</m:t>
                    </m:r>
                  </m:oMath>
                </a14:m>
                <a:r>
                  <a:rPr lang="zh-CN" altLang="en-US" sz="2800" b="1" dirty="0">
                    <a:solidFill>
                      <a:schemeClr val="bg1"/>
                    </a:solidFill>
                    <a:latin typeface="微软雅黑" panose="020B0503020204020204" charset="-122"/>
                    <a:ea typeface="微软雅黑" panose="020B0503020204020204" charset="-122"/>
                  </a:rPr>
                  <a:t>具有连续偏导数，则复合函数</a:t>
                </a:r>
                <a14:m>
                  <m:oMath xmlns:m="http://schemas.openxmlformats.org/officeDocument/2006/math">
                    <m:r>
                      <a:rPr lang="en-US" altLang="zh-CN" sz="2800" b="1" i="1" dirty="0" smtClean="0">
                        <a:solidFill>
                          <a:schemeClr val="bg1"/>
                        </a:solidFill>
                        <a:latin typeface="Cambria Math" panose="02040503050406030204"/>
                        <a:ea typeface="微软雅黑" panose="020B0503020204020204" charset="-122"/>
                      </a:rPr>
                      <m:t>𝒛</m:t>
                    </m:r>
                    <m:r>
                      <a:rPr lang="en-US" altLang="zh-CN" sz="2800" b="1" i="1" dirty="0" smtClean="0">
                        <a:solidFill>
                          <a:schemeClr val="bg1"/>
                        </a:solidFill>
                        <a:latin typeface="Cambria Math" panose="02040503050406030204"/>
                        <a:ea typeface="微软雅黑" panose="020B0503020204020204" charset="-122"/>
                      </a:rPr>
                      <m:t>=</m:t>
                    </m:r>
                    <m:r>
                      <a:rPr lang="en-US" altLang="zh-CN" sz="2800" b="1" i="1" dirty="0" smtClean="0">
                        <a:solidFill>
                          <a:schemeClr val="bg1"/>
                        </a:solidFill>
                        <a:latin typeface="Cambria Math" panose="02040503050406030204"/>
                        <a:ea typeface="微软雅黑" panose="020B0503020204020204" charset="-122"/>
                      </a:rPr>
                      <m:t>𝒇</m:t>
                    </m:r>
                    <m:r>
                      <a:rPr lang="zh-CN" altLang="en-US" sz="2800" b="1" i="1" dirty="0">
                        <a:solidFill>
                          <a:schemeClr val="bg1"/>
                        </a:solidFill>
                        <a:latin typeface="Cambria Math" panose="02040503050406030204"/>
                        <a:ea typeface="微软雅黑" panose="020B0503020204020204" charset="-122"/>
                      </a:rPr>
                      <m:t>［</m:t>
                    </m:r>
                    <m:r>
                      <a:rPr lang="el-GR" altLang="zh-CN" sz="2800" b="1" i="1" dirty="0">
                        <a:solidFill>
                          <a:schemeClr val="bg1"/>
                        </a:solidFill>
                        <a:latin typeface="Cambria Math" panose="02040503050406030204"/>
                        <a:ea typeface="微软雅黑" panose="020B0503020204020204" charset="-122"/>
                      </a:rPr>
                      <m:t>𝝋</m:t>
                    </m:r>
                    <m:r>
                      <a:rPr lang="zh-CN" altLang="el-GR" sz="2800" b="1" i="1" dirty="0">
                        <a:solidFill>
                          <a:schemeClr val="bg1"/>
                        </a:solidFill>
                        <a:latin typeface="Cambria Math" panose="02040503050406030204"/>
                        <a:ea typeface="微软雅黑" panose="020B0503020204020204" charset="-122"/>
                      </a:rPr>
                      <m:t>（</m:t>
                    </m:r>
                    <m:r>
                      <a:rPr lang="en-US" altLang="zh-CN" sz="2800" b="1" i="1" dirty="0">
                        <a:solidFill>
                          <a:schemeClr val="bg1"/>
                        </a:solidFill>
                        <a:latin typeface="Cambria Math" panose="02040503050406030204"/>
                        <a:ea typeface="微软雅黑" panose="020B0503020204020204" charset="-122"/>
                      </a:rPr>
                      <m:t>𝒙</m:t>
                    </m:r>
                    <m:r>
                      <a:rPr lang="en-US" altLang="zh-CN" sz="2800" b="1" i="1" dirty="0">
                        <a:solidFill>
                          <a:schemeClr val="bg1"/>
                        </a:solidFill>
                        <a:latin typeface="Cambria Math" panose="02040503050406030204"/>
                        <a:ea typeface="微软雅黑" panose="020B0503020204020204" charset="-122"/>
                      </a:rPr>
                      <m:t>,</m:t>
                    </m:r>
                    <m:r>
                      <a:rPr lang="en-US" altLang="zh-CN" sz="2800" b="1" i="1" dirty="0">
                        <a:solidFill>
                          <a:schemeClr val="bg1"/>
                        </a:solidFill>
                        <a:latin typeface="Cambria Math" panose="02040503050406030204"/>
                        <a:ea typeface="微软雅黑" panose="020B0503020204020204" charset="-122"/>
                      </a:rPr>
                      <m:t>𝒚</m:t>
                    </m:r>
                    <m:r>
                      <a:rPr lang="zh-CN" altLang="en-US" sz="2800" b="1" i="1" dirty="0">
                        <a:solidFill>
                          <a:schemeClr val="bg1"/>
                        </a:solidFill>
                        <a:latin typeface="Cambria Math" panose="02040503050406030204"/>
                        <a:ea typeface="微软雅黑" panose="020B0503020204020204" charset="-122"/>
                      </a:rPr>
                      <m:t>）</m:t>
                    </m:r>
                    <m:r>
                      <a:rPr lang="en-US" altLang="zh-CN" sz="2800" b="1" i="1" dirty="0">
                        <a:solidFill>
                          <a:schemeClr val="bg1"/>
                        </a:solidFill>
                        <a:latin typeface="Cambria Math" panose="02040503050406030204"/>
                        <a:ea typeface="微软雅黑" panose="020B0503020204020204" charset="-122"/>
                      </a:rPr>
                      <m:t>,</m:t>
                    </m:r>
                    <m:r>
                      <a:rPr lang="el-GR" altLang="zh-CN" sz="2800" b="1" i="1" dirty="0">
                        <a:solidFill>
                          <a:schemeClr val="bg1"/>
                        </a:solidFill>
                        <a:latin typeface="Cambria Math" panose="02040503050406030204"/>
                        <a:ea typeface="微软雅黑" panose="020B0503020204020204" charset="-122"/>
                      </a:rPr>
                      <m:t>𝝍</m:t>
                    </m:r>
                    <m:r>
                      <a:rPr lang="zh-CN" altLang="el-GR" sz="2800" b="1" i="1" dirty="0">
                        <a:solidFill>
                          <a:schemeClr val="bg1"/>
                        </a:solidFill>
                        <a:latin typeface="Cambria Math" panose="02040503050406030204"/>
                        <a:ea typeface="微软雅黑" panose="020B0503020204020204" charset="-122"/>
                      </a:rPr>
                      <m:t>（</m:t>
                    </m:r>
                    <m:r>
                      <a:rPr lang="en-US" altLang="zh-CN" sz="2800" b="1" i="1" dirty="0">
                        <a:solidFill>
                          <a:schemeClr val="bg1"/>
                        </a:solidFill>
                        <a:latin typeface="Cambria Math" panose="02040503050406030204"/>
                        <a:ea typeface="微软雅黑" panose="020B0503020204020204" charset="-122"/>
                      </a:rPr>
                      <m:t>𝒙</m:t>
                    </m:r>
                    <m:r>
                      <a:rPr lang="en-US" altLang="zh-CN" sz="2800" b="1" i="1" dirty="0">
                        <a:solidFill>
                          <a:schemeClr val="bg1"/>
                        </a:solidFill>
                        <a:latin typeface="Cambria Math" panose="02040503050406030204"/>
                        <a:ea typeface="微软雅黑" panose="020B0503020204020204" charset="-122"/>
                      </a:rPr>
                      <m:t>,</m:t>
                    </m:r>
                    <m:r>
                      <a:rPr lang="en-US" altLang="zh-CN" sz="2800" b="1" i="1" dirty="0">
                        <a:solidFill>
                          <a:schemeClr val="bg1"/>
                        </a:solidFill>
                        <a:latin typeface="Cambria Math" panose="02040503050406030204"/>
                        <a:ea typeface="微软雅黑" panose="020B0503020204020204" charset="-122"/>
                      </a:rPr>
                      <m:t>𝒚</m:t>
                    </m:r>
                    <m:r>
                      <a:rPr lang="zh-CN" altLang="en-US" sz="2800" b="1" i="1" dirty="0">
                        <a:solidFill>
                          <a:schemeClr val="bg1"/>
                        </a:solidFill>
                        <a:latin typeface="Cambria Math" panose="02040503050406030204"/>
                        <a:ea typeface="微软雅黑" panose="020B0503020204020204" charset="-122"/>
                      </a:rPr>
                      <m:t>）］</m:t>
                    </m:r>
                  </m:oMath>
                </a14:m>
                <a:r>
                  <a:rPr lang="zh-CN" altLang="en-US" sz="2800" b="1" dirty="0">
                    <a:solidFill>
                      <a:schemeClr val="bg1"/>
                    </a:solidFill>
                    <a:latin typeface="微软雅黑" panose="020B0503020204020204" charset="-122"/>
                    <a:ea typeface="微软雅黑" panose="020B0503020204020204" charset="-122"/>
                  </a:rPr>
                  <a:t>在点</a:t>
                </a:r>
                <a14:m>
                  <m:oMath xmlns:m="http://schemas.openxmlformats.org/officeDocument/2006/math">
                    <m:r>
                      <a:rPr lang="zh-CN" altLang="en-US" sz="2800" b="1" i="1" dirty="0" smtClean="0">
                        <a:solidFill>
                          <a:schemeClr val="bg1"/>
                        </a:solidFill>
                        <a:latin typeface="Cambria Math" panose="02040503050406030204"/>
                        <a:ea typeface="微软雅黑" panose="020B0503020204020204" charset="-122"/>
                      </a:rPr>
                      <m:t>（</m:t>
                    </m:r>
                    <m:r>
                      <a:rPr lang="en-US" altLang="zh-CN" sz="2800" b="1" i="1" dirty="0">
                        <a:solidFill>
                          <a:schemeClr val="bg1"/>
                        </a:solidFill>
                        <a:latin typeface="Cambria Math" panose="02040503050406030204"/>
                        <a:ea typeface="微软雅黑" panose="020B0503020204020204" charset="-122"/>
                      </a:rPr>
                      <m:t>𝒙</m:t>
                    </m:r>
                    <m:r>
                      <a:rPr lang="en-US" altLang="zh-CN" sz="2800" b="1" i="1" dirty="0">
                        <a:solidFill>
                          <a:schemeClr val="bg1"/>
                        </a:solidFill>
                        <a:latin typeface="Cambria Math" panose="02040503050406030204"/>
                        <a:ea typeface="微软雅黑" panose="020B0503020204020204" charset="-122"/>
                      </a:rPr>
                      <m:t>,</m:t>
                    </m:r>
                    <m:r>
                      <a:rPr lang="en-US" altLang="zh-CN" sz="2800" b="1" i="1" dirty="0">
                        <a:solidFill>
                          <a:schemeClr val="bg1"/>
                        </a:solidFill>
                        <a:latin typeface="Cambria Math" panose="02040503050406030204"/>
                        <a:ea typeface="微软雅黑" panose="020B0503020204020204" charset="-122"/>
                      </a:rPr>
                      <m:t>𝒚</m:t>
                    </m:r>
                    <m:r>
                      <a:rPr lang="zh-CN" altLang="en-US" sz="2800" b="1" i="1" dirty="0">
                        <a:solidFill>
                          <a:schemeClr val="bg1"/>
                        </a:solidFill>
                        <a:latin typeface="Cambria Math" panose="02040503050406030204"/>
                        <a:ea typeface="微软雅黑" panose="020B0503020204020204" charset="-122"/>
                      </a:rPr>
                      <m:t>）</m:t>
                    </m:r>
                  </m:oMath>
                </a14:m>
                <a:r>
                  <a:rPr lang="zh-CN" altLang="en-US" sz="2800" b="1" dirty="0">
                    <a:solidFill>
                      <a:schemeClr val="bg1"/>
                    </a:solidFill>
                    <a:latin typeface="微软雅黑" panose="020B0503020204020204" charset="-122"/>
                    <a:ea typeface="微软雅黑" panose="020B0503020204020204" charset="-122"/>
                  </a:rPr>
                  <a:t>的两个偏导数存在，且有</a:t>
                </a:r>
                <a:endParaRPr lang="en-US" altLang="zh-CN" sz="2800" b="1" dirty="0">
                  <a:solidFill>
                    <a:schemeClr val="bg1"/>
                  </a:solidFill>
                  <a:latin typeface="微软雅黑" panose="020B0503020204020204" charset="-122"/>
                  <a:ea typeface="微软雅黑" panose="020B0503020204020204" charset="-122"/>
                </a:endParaRPr>
              </a:p>
              <a:p>
                <a:pPr>
                  <a:lnSpc>
                    <a:spcPct val="150000"/>
                  </a:lnSpc>
                </a:pPr>
                <a:endParaRPr lang="en-US" altLang="zh-CN" sz="2800" b="1" dirty="0">
                  <a:solidFill>
                    <a:schemeClr val="bg1"/>
                  </a:solidFill>
                  <a:latin typeface="微软雅黑" panose="020B0503020204020204" charset="-122"/>
                  <a:ea typeface="微软雅黑" panose="020B0503020204020204" charset="-122"/>
                </a:endParaRPr>
              </a:p>
              <a:p>
                <a:pPr>
                  <a:lnSpc>
                    <a:spcPct val="150000"/>
                  </a:lnSpc>
                </a:pPr>
                <a:endParaRPr lang="en-US" altLang="zh-CN" sz="2800" b="1" dirty="0">
                  <a:solidFill>
                    <a:schemeClr val="bg1"/>
                  </a:solidFill>
                  <a:latin typeface="微软雅黑" panose="020B0503020204020204" charset="-122"/>
                  <a:ea typeface="微软雅黑" panose="020B0503020204020204" charset="-122"/>
                </a:endParaRPr>
              </a:p>
              <a:p>
                <a:pPr>
                  <a:lnSpc>
                    <a:spcPct val="150000"/>
                  </a:lnSpc>
                </a:pPr>
                <a:endParaRPr lang="en-US" altLang="zh-CN" sz="2800" b="1" dirty="0">
                  <a:solidFill>
                    <a:schemeClr val="bg1"/>
                  </a:solidFill>
                  <a:latin typeface="微软雅黑" panose="020B0503020204020204" charset="-122"/>
                  <a:ea typeface="微软雅黑" panose="020B0503020204020204" charset="-122"/>
                </a:endParaRPr>
              </a:p>
            </p:txBody>
          </p:sp>
        </mc:Choice>
        <mc:Fallback>
          <p:sp>
            <p:nvSpPr>
              <p:cNvPr id="8" name="文本框 7"/>
              <p:cNvSpPr txBox="1">
                <a:spLocks noRot="1" noChangeAspect="1" noMove="1" noResize="1" noEditPoints="1" noAdjustHandles="1" noChangeArrowheads="1" noChangeShapeType="1" noTextEdit="1"/>
              </p:cNvSpPr>
              <p:nvPr/>
            </p:nvSpPr>
            <p:spPr>
              <a:xfrm>
                <a:off x="750570" y="1391285"/>
                <a:ext cx="10012680" cy="5331460"/>
              </a:xfrm>
              <a:prstGeom prst="rect">
                <a:avLst/>
              </a:prstGeom>
              <a:blipFill rotWithShape="1">
                <a:blip r:embed="rId1"/>
                <a:stretch>
                  <a:fillRect/>
                </a:stretch>
              </a:blipFill>
            </p:spPr>
            <p:txBody>
              <a:bodyPr/>
              <a:lstStyle/>
              <a:p>
                <a:r>
                  <a:rPr lang="zh-CN" altLang="en-US">
                    <a:noFill/>
                  </a:rPr>
                  <a:t> </a:t>
                </a:r>
              </a:p>
            </p:txBody>
          </p:sp>
        </mc:Fallback>
      </mc:AlternateContent>
      <p:sp>
        <p:nvSpPr>
          <p:cNvPr id="11" name="矩形: 圆角 133"/>
          <p:cNvSpPr/>
          <p:nvPr/>
        </p:nvSpPr>
        <p:spPr>
          <a:xfrm rot="2700000">
            <a:off x="481528" y="324463"/>
            <a:ext cx="608141" cy="608141"/>
          </a:xfrm>
          <a:prstGeom prst="roundRect">
            <a:avLst/>
          </a:prstGeom>
          <a:solidFill>
            <a:schemeClr val="accent1"/>
          </a:solidFill>
          <a:ln w="38100">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Arial" panose="020B0604020202020204"/>
              <a:ea typeface="微软雅黑" panose="020B0503020204020204" charset="-122"/>
              <a:cs typeface="+mn-cs"/>
            </a:endParaRPr>
          </a:p>
        </p:txBody>
      </p:sp>
      <p:cxnSp>
        <p:nvCxnSpPr>
          <p:cNvPr id="12" name="直接连接符 11"/>
          <p:cNvCxnSpPr/>
          <p:nvPr/>
        </p:nvCxnSpPr>
        <p:spPr>
          <a:xfrm>
            <a:off x="1046328" y="1023585"/>
            <a:ext cx="11145672"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4" name="任意多边形: 形状 137"/>
          <p:cNvSpPr/>
          <p:nvPr/>
        </p:nvSpPr>
        <p:spPr>
          <a:xfrm rot="2700000">
            <a:off x="10236192" y="807057"/>
            <a:ext cx="433056" cy="433056"/>
          </a:xfrm>
          <a:custGeom>
            <a:avLst/>
            <a:gdLst>
              <a:gd name="connsiteX0" fmla="*/ 29688 w 542085"/>
              <a:gd name="connsiteY0" fmla="*/ 29687 h 542085"/>
              <a:gd name="connsiteX1" fmla="*/ 101359 w 542085"/>
              <a:gd name="connsiteY1" fmla="*/ 0 h 542085"/>
              <a:gd name="connsiteX2" fmla="*/ 506782 w 542085"/>
              <a:gd name="connsiteY2" fmla="*/ 0 h 542085"/>
              <a:gd name="connsiteX3" fmla="*/ 542085 w 542085"/>
              <a:gd name="connsiteY3" fmla="*/ 7127 h 542085"/>
              <a:gd name="connsiteX4" fmla="*/ 7127 w 542085"/>
              <a:gd name="connsiteY4" fmla="*/ 542085 h 542085"/>
              <a:gd name="connsiteX5" fmla="*/ 0 w 542085"/>
              <a:gd name="connsiteY5" fmla="*/ 506782 h 542085"/>
              <a:gd name="connsiteX6" fmla="*/ 0 w 542085"/>
              <a:gd name="connsiteY6" fmla="*/ 101359 h 542085"/>
              <a:gd name="connsiteX7" fmla="*/ 29688 w 542085"/>
              <a:gd name="connsiteY7" fmla="*/ 29687 h 542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2085" h="542085">
                <a:moveTo>
                  <a:pt x="29688" y="29687"/>
                </a:moveTo>
                <a:cubicBezTo>
                  <a:pt x="48030" y="11345"/>
                  <a:pt x="73370" y="0"/>
                  <a:pt x="101359" y="0"/>
                </a:cubicBezTo>
                <a:lnTo>
                  <a:pt x="506782" y="0"/>
                </a:lnTo>
                <a:lnTo>
                  <a:pt x="542085" y="7127"/>
                </a:lnTo>
                <a:lnTo>
                  <a:pt x="7127" y="542085"/>
                </a:lnTo>
                <a:lnTo>
                  <a:pt x="0" y="506782"/>
                </a:lnTo>
                <a:lnTo>
                  <a:pt x="0" y="101359"/>
                </a:lnTo>
                <a:cubicBezTo>
                  <a:pt x="0" y="73369"/>
                  <a:pt x="11345" y="48029"/>
                  <a:pt x="29688" y="29687"/>
                </a:cubicBezTo>
                <a:close/>
              </a:path>
            </a:pathLst>
          </a:cu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Arial" panose="020B0604020202020204"/>
              <a:ea typeface="微软雅黑" panose="020B0503020204020204" charset="-122"/>
              <a:cs typeface="+mn-cs"/>
            </a:endParaRPr>
          </a:p>
        </p:txBody>
      </p:sp>
      <p:sp>
        <p:nvSpPr>
          <p:cNvPr id="15" name="任意多边形: 形状 138"/>
          <p:cNvSpPr/>
          <p:nvPr/>
        </p:nvSpPr>
        <p:spPr>
          <a:xfrm rot="2700000">
            <a:off x="10688014" y="807057"/>
            <a:ext cx="433056" cy="433056"/>
          </a:xfrm>
          <a:custGeom>
            <a:avLst/>
            <a:gdLst>
              <a:gd name="connsiteX0" fmla="*/ 29688 w 542085"/>
              <a:gd name="connsiteY0" fmla="*/ 29687 h 542085"/>
              <a:gd name="connsiteX1" fmla="*/ 101359 w 542085"/>
              <a:gd name="connsiteY1" fmla="*/ 0 h 542085"/>
              <a:gd name="connsiteX2" fmla="*/ 506782 w 542085"/>
              <a:gd name="connsiteY2" fmla="*/ 0 h 542085"/>
              <a:gd name="connsiteX3" fmla="*/ 542085 w 542085"/>
              <a:gd name="connsiteY3" fmla="*/ 7127 h 542085"/>
              <a:gd name="connsiteX4" fmla="*/ 7127 w 542085"/>
              <a:gd name="connsiteY4" fmla="*/ 542085 h 542085"/>
              <a:gd name="connsiteX5" fmla="*/ 0 w 542085"/>
              <a:gd name="connsiteY5" fmla="*/ 506782 h 542085"/>
              <a:gd name="connsiteX6" fmla="*/ 0 w 542085"/>
              <a:gd name="connsiteY6" fmla="*/ 101359 h 542085"/>
              <a:gd name="connsiteX7" fmla="*/ 29688 w 542085"/>
              <a:gd name="connsiteY7" fmla="*/ 29687 h 542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2085" h="542085">
                <a:moveTo>
                  <a:pt x="29688" y="29687"/>
                </a:moveTo>
                <a:cubicBezTo>
                  <a:pt x="48030" y="11345"/>
                  <a:pt x="73370" y="0"/>
                  <a:pt x="101359" y="0"/>
                </a:cubicBezTo>
                <a:lnTo>
                  <a:pt x="506782" y="0"/>
                </a:lnTo>
                <a:lnTo>
                  <a:pt x="542085" y="7127"/>
                </a:lnTo>
                <a:lnTo>
                  <a:pt x="7127" y="542085"/>
                </a:lnTo>
                <a:lnTo>
                  <a:pt x="0" y="506782"/>
                </a:lnTo>
                <a:lnTo>
                  <a:pt x="0" y="101359"/>
                </a:lnTo>
                <a:cubicBezTo>
                  <a:pt x="0" y="73369"/>
                  <a:pt x="11345" y="48029"/>
                  <a:pt x="29688" y="29687"/>
                </a:cubicBezTo>
                <a:close/>
              </a:path>
            </a:pathLst>
          </a:cu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Arial" panose="020B0604020202020204"/>
              <a:ea typeface="微软雅黑" panose="020B0503020204020204" charset="-122"/>
              <a:cs typeface="+mn-cs"/>
            </a:endParaRPr>
          </a:p>
        </p:txBody>
      </p:sp>
      <p:sp>
        <p:nvSpPr>
          <p:cNvPr id="16" name="任意多边形: 形状 139"/>
          <p:cNvSpPr/>
          <p:nvPr/>
        </p:nvSpPr>
        <p:spPr>
          <a:xfrm rot="2700000">
            <a:off x="11139835" y="807057"/>
            <a:ext cx="433056" cy="433056"/>
          </a:xfrm>
          <a:custGeom>
            <a:avLst/>
            <a:gdLst>
              <a:gd name="connsiteX0" fmla="*/ 29688 w 542085"/>
              <a:gd name="connsiteY0" fmla="*/ 29687 h 542085"/>
              <a:gd name="connsiteX1" fmla="*/ 101359 w 542085"/>
              <a:gd name="connsiteY1" fmla="*/ 0 h 542085"/>
              <a:gd name="connsiteX2" fmla="*/ 506782 w 542085"/>
              <a:gd name="connsiteY2" fmla="*/ 0 h 542085"/>
              <a:gd name="connsiteX3" fmla="*/ 542085 w 542085"/>
              <a:gd name="connsiteY3" fmla="*/ 7127 h 542085"/>
              <a:gd name="connsiteX4" fmla="*/ 7127 w 542085"/>
              <a:gd name="connsiteY4" fmla="*/ 542085 h 542085"/>
              <a:gd name="connsiteX5" fmla="*/ 0 w 542085"/>
              <a:gd name="connsiteY5" fmla="*/ 506782 h 542085"/>
              <a:gd name="connsiteX6" fmla="*/ 0 w 542085"/>
              <a:gd name="connsiteY6" fmla="*/ 101359 h 542085"/>
              <a:gd name="connsiteX7" fmla="*/ 29688 w 542085"/>
              <a:gd name="connsiteY7" fmla="*/ 29687 h 542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2085" h="542085">
                <a:moveTo>
                  <a:pt x="29688" y="29687"/>
                </a:moveTo>
                <a:cubicBezTo>
                  <a:pt x="48030" y="11345"/>
                  <a:pt x="73370" y="0"/>
                  <a:pt x="101359" y="0"/>
                </a:cubicBezTo>
                <a:lnTo>
                  <a:pt x="506782" y="0"/>
                </a:lnTo>
                <a:lnTo>
                  <a:pt x="542085" y="7127"/>
                </a:lnTo>
                <a:lnTo>
                  <a:pt x="7127" y="542085"/>
                </a:lnTo>
                <a:lnTo>
                  <a:pt x="0" y="506782"/>
                </a:lnTo>
                <a:lnTo>
                  <a:pt x="0" y="101359"/>
                </a:lnTo>
                <a:cubicBezTo>
                  <a:pt x="0" y="73369"/>
                  <a:pt x="11345" y="48029"/>
                  <a:pt x="29688" y="29687"/>
                </a:cubicBezTo>
                <a:close/>
              </a:path>
            </a:pathLst>
          </a:cu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Arial" panose="020B0604020202020204"/>
              <a:ea typeface="微软雅黑" panose="020B0503020204020204" charset="-122"/>
              <a:cs typeface="+mn-cs"/>
            </a:endParaRPr>
          </a:p>
        </p:txBody>
      </p:sp>
      <p:sp>
        <p:nvSpPr>
          <p:cNvPr id="23" name="文本框 135"/>
          <p:cNvSpPr txBox="1"/>
          <p:nvPr/>
        </p:nvSpPr>
        <p:spPr>
          <a:xfrm>
            <a:off x="1403349" y="366923"/>
            <a:ext cx="5495415" cy="584775"/>
          </a:xfrm>
          <a:prstGeom prst="rect">
            <a:avLst/>
          </a:prstGeom>
          <a:noFill/>
        </p:spPr>
        <p:txBody>
          <a:bodyPr wrap="none" rtlCol="0">
            <a:spAutoFit/>
            <a:scene3d>
              <a:camera prst="orthographicFront"/>
              <a:lightRig rig="threePt" dir="t"/>
            </a:scene3d>
            <a:sp3d contourW="6350"/>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chemeClr val="bg1"/>
                </a:solidFill>
                <a:effectLst/>
                <a:uLnTx/>
                <a:uFillTx/>
                <a:latin typeface="Arial" panose="020B0604020202020204"/>
                <a:ea typeface="微软雅黑" panose="020B0503020204020204" charset="-122"/>
                <a:cs typeface="+mn-cs"/>
              </a:rPr>
              <a:t>5.4  </a:t>
            </a:r>
            <a:r>
              <a:rPr kumimoji="0" lang="zh-CN" altLang="en-US" sz="3200" b="1" i="0" u="none" strike="noStrike" kern="1200" cap="none" spc="0" normalizeH="0" baseline="0" noProof="0" dirty="0">
                <a:ln>
                  <a:noFill/>
                </a:ln>
                <a:solidFill>
                  <a:schemeClr val="bg1"/>
                </a:solidFill>
                <a:effectLst/>
                <a:uLnTx/>
                <a:uFillTx/>
                <a:latin typeface="Arial" panose="020B0604020202020204"/>
                <a:ea typeface="微软雅黑" panose="020B0503020204020204" charset="-122"/>
                <a:cs typeface="+mn-cs"/>
              </a:rPr>
              <a:t>多元复合函数的求导法则</a:t>
            </a:r>
            <a:endParaRPr kumimoji="0" lang="zh-CN" altLang="en-US" sz="3200" b="1" i="0" u="none" strike="noStrike" kern="1200" cap="none" spc="0" normalizeH="0" baseline="0" noProof="0" dirty="0">
              <a:ln>
                <a:noFill/>
              </a:ln>
              <a:solidFill>
                <a:schemeClr val="bg1"/>
              </a:solidFill>
              <a:effectLst/>
              <a:uLnTx/>
              <a:uFillTx/>
              <a:latin typeface="Arial" panose="020B0604020202020204"/>
              <a:ea typeface="微软雅黑" panose="020B0503020204020204" charset="-122"/>
              <a:cs typeface="+mn-cs"/>
            </a:endParaRPr>
          </a:p>
        </p:txBody>
      </p:sp>
      <p:pic>
        <p:nvPicPr>
          <p:cNvPr id="24" name="图片 23"/>
          <p:cNvPicPr>
            <a:picLocks noChangeAspect="1"/>
          </p:cNvPicPr>
          <p:nvPr/>
        </p:nvPicPr>
        <p:blipFill>
          <a:blip r:embed="rId2"/>
          <a:stretch>
            <a:fillRect/>
          </a:stretch>
        </p:blipFill>
        <p:spPr>
          <a:xfrm>
            <a:off x="7176135" y="4509135"/>
            <a:ext cx="3330575" cy="1835785"/>
          </a:xfrm>
          <a:prstGeom prst="rect">
            <a:avLst/>
          </a:prstGeom>
        </p:spPr>
      </p:pic>
    </p:spTree>
  </p:cSld>
  <p:clrMapOvr>
    <a:masterClrMapping/>
  </p:clrMapOvr>
  <p:transition spd="slow">
    <p:pull/>
  </p:transition>
</p:sld>
</file>

<file path=ppt/slides/slide69.xml><?xml version="1.0" encoding="utf-8"?>
<p:sld xmlns:a="http://schemas.openxmlformats.org/drawingml/2006/main" xmlns:r="http://schemas.openxmlformats.org/officeDocument/2006/relationships" xmlns:p="http://schemas.openxmlformats.org/presentationml/2006/main">
  <p:cSld>
    <p:bg>
      <p:bgPr>
        <a:gradFill>
          <a:gsLst>
            <a:gs pos="0">
              <a:srgbClr val="0D1B2A"/>
            </a:gs>
            <a:gs pos="60000">
              <a:srgbClr val="1B263B"/>
            </a:gs>
            <a:gs pos="100000">
              <a:srgbClr val="102A43"/>
            </a:gs>
          </a:gsLst>
          <a:lin ang="2700000" scaled="0"/>
        </a:gradFill>
        <a:effectLst/>
      </p:bgPr>
    </p:bg>
    <p:spTree>
      <p:nvGrpSpPr>
        <p:cNvPr id="1" name=""/>
        <p:cNvGrpSpPr/>
        <p:nvPr/>
      </p:nvGrpSpPr>
      <p:grpSpPr>
        <a:xfrm>
          <a:off x="0" y="0"/>
          <a:ext cx="0" cy="0"/>
          <a:chOff x="0" y="0"/>
          <a:chExt cx="0" cy="0"/>
        </a:xfrm>
      </p:grpSpPr>
      <p:sp>
        <p:nvSpPr>
          <p:cNvPr id="7" name="矩形 6"/>
          <p:cNvSpPr/>
          <p:nvPr/>
        </p:nvSpPr>
        <p:spPr>
          <a:xfrm>
            <a:off x="344070" y="938465"/>
            <a:ext cx="7795219" cy="4842457"/>
          </a:xfrm>
          <a:prstGeom prst="rect">
            <a:avLst/>
          </a:prstGeom>
          <a:noFill/>
          <a:ln w="28575">
            <a:solidFill>
              <a:srgbClr val="0070C0"/>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mc:AlternateContent xmlns:mc="http://schemas.openxmlformats.org/markup-compatibility/2006">
        <mc:Choice xmlns:a14="http://schemas.microsoft.com/office/drawing/2010/main" Requires="a14">
          <p:sp>
            <p:nvSpPr>
              <p:cNvPr id="8" name="文本框 7"/>
              <p:cNvSpPr txBox="1"/>
              <p:nvPr/>
            </p:nvSpPr>
            <p:spPr>
              <a:xfrm>
                <a:off x="479376" y="908720"/>
                <a:ext cx="7388782" cy="3461385"/>
              </a:xfrm>
              <a:prstGeom prst="rect">
                <a:avLst/>
              </a:prstGeom>
              <a:noFill/>
            </p:spPr>
            <p:txBody>
              <a:bodyPr wrap="square" rtlCol="0">
                <a:spAutoFit/>
              </a:bodyPr>
              <a:lstStyle/>
              <a:p>
                <a:pPr>
                  <a:lnSpc>
                    <a:spcPct val="150000"/>
                  </a:lnSpc>
                </a:pPr>
                <a:r>
                  <a:rPr lang="en-US" altLang="zh-CN" sz="3200" b="1" dirty="0">
                    <a:solidFill>
                      <a:schemeClr val="bg1"/>
                    </a:solidFill>
                    <a:latin typeface="微软雅黑" panose="020B0503020204020204" charset="-122"/>
                    <a:ea typeface="微软雅黑" panose="020B0503020204020204" charset="-122"/>
                  </a:rPr>
                  <a:t>【</a:t>
                </a:r>
                <a:r>
                  <a:rPr lang="zh-CN" altLang="en-US" sz="3200" b="1" dirty="0">
                    <a:solidFill>
                      <a:schemeClr val="bg1"/>
                    </a:solidFill>
                    <a:latin typeface="微软雅黑" panose="020B0503020204020204" charset="-122"/>
                    <a:ea typeface="微软雅黑" panose="020B0503020204020204" charset="-122"/>
                  </a:rPr>
                  <a:t>例</a:t>
                </a:r>
                <a:r>
                  <a:rPr lang="en-US" altLang="zh-CN" sz="3200" b="1" dirty="0">
                    <a:solidFill>
                      <a:schemeClr val="bg1"/>
                    </a:solidFill>
                    <a:latin typeface="微软雅黑" panose="020B0503020204020204" charset="-122"/>
                    <a:ea typeface="微软雅黑" panose="020B0503020204020204" charset="-122"/>
                  </a:rPr>
                  <a:t>】</a:t>
                </a:r>
                <a:r>
                  <a:rPr lang="zh-CN" altLang="en-US" sz="3200" b="1" dirty="0">
                    <a:solidFill>
                      <a:schemeClr val="bg1"/>
                    </a:solidFill>
                    <a:latin typeface="微软雅黑" panose="020B0503020204020204" charset="-122"/>
                    <a:ea typeface="微软雅黑" panose="020B0503020204020204" charset="-122"/>
                  </a:rPr>
                  <a:t> 已知</a:t>
                </a:r>
                <a14:m>
                  <m:oMath xmlns:m="http://schemas.openxmlformats.org/officeDocument/2006/math">
                    <m:r>
                      <a:rPr lang="en-US" altLang="zh-CN" sz="3200" b="1" i="1" dirty="0" smtClean="0">
                        <a:solidFill>
                          <a:schemeClr val="bg1"/>
                        </a:solidFill>
                        <a:latin typeface="Cambria Math" panose="02040503050406030204"/>
                        <a:ea typeface="微软雅黑" panose="020B0503020204020204" charset="-122"/>
                      </a:rPr>
                      <m:t>𝒛</m:t>
                    </m:r>
                    <m:r>
                      <a:rPr lang="en-US" altLang="zh-CN" sz="3200" b="1" i="1" dirty="0" smtClean="0">
                        <a:solidFill>
                          <a:schemeClr val="bg1"/>
                        </a:solidFill>
                        <a:latin typeface="Cambria Math" panose="02040503050406030204"/>
                        <a:ea typeface="微软雅黑" panose="020B0503020204020204" charset="-122"/>
                      </a:rPr>
                      <m:t>=</m:t>
                    </m:r>
                    <m:r>
                      <a:rPr lang="en-US" altLang="zh-CN" sz="3200" b="1" i="1" dirty="0" err="1">
                        <a:solidFill>
                          <a:schemeClr val="bg1"/>
                        </a:solidFill>
                        <a:latin typeface="Cambria Math" panose="02040503050406030204"/>
                        <a:ea typeface="微软雅黑" panose="020B0503020204020204" charset="-122"/>
                      </a:rPr>
                      <m:t>𝒆</m:t>
                    </m:r>
                    <m:r>
                      <a:rPr lang="en-US" altLang="zh-CN" sz="3200" b="1" i="1" baseline="30000" dirty="0" err="1">
                        <a:solidFill>
                          <a:schemeClr val="bg1"/>
                        </a:solidFill>
                        <a:latin typeface="Cambria Math" panose="02040503050406030204"/>
                        <a:ea typeface="微软雅黑" panose="020B0503020204020204" charset="-122"/>
                      </a:rPr>
                      <m:t>𝒖</m:t>
                    </m:r>
                    <m:r>
                      <a:rPr lang="en-US" altLang="zh-CN" sz="3200" b="1" i="0" dirty="0" err="1">
                        <a:solidFill>
                          <a:schemeClr val="bg1"/>
                        </a:solidFill>
                        <a:latin typeface="Cambria Math" panose="02040503050406030204"/>
                        <a:ea typeface="微软雅黑" panose="020B0503020204020204" charset="-122"/>
                      </a:rPr>
                      <m:t>𝐬𝐢𝐧</m:t>
                    </m:r>
                    <m:r>
                      <a:rPr lang="en-US" altLang="zh-CN" sz="3200" b="1" i="1" dirty="0" err="1">
                        <a:solidFill>
                          <a:schemeClr val="bg1"/>
                        </a:solidFill>
                        <a:latin typeface="Cambria Math" panose="02040503050406030204"/>
                        <a:ea typeface="微软雅黑" panose="020B0503020204020204" charset="-122"/>
                      </a:rPr>
                      <m:t>𝒗</m:t>
                    </m:r>
                    <m:r>
                      <a:rPr lang="zh-CN" altLang="en-US" sz="3200" b="1" i="1" dirty="0">
                        <a:solidFill>
                          <a:schemeClr val="bg1"/>
                        </a:solidFill>
                        <a:latin typeface="Cambria Math" panose="02040503050406030204"/>
                        <a:ea typeface="微软雅黑" panose="020B0503020204020204" charset="-122"/>
                      </a:rPr>
                      <m:t>，</m:t>
                    </m:r>
                    <m:r>
                      <a:rPr lang="en-US" altLang="zh-CN" sz="3200" b="1" i="1" dirty="0">
                        <a:solidFill>
                          <a:schemeClr val="bg1"/>
                        </a:solidFill>
                        <a:latin typeface="Cambria Math" panose="02040503050406030204"/>
                        <a:ea typeface="微软雅黑" panose="020B0503020204020204" charset="-122"/>
                      </a:rPr>
                      <m:t>𝒖</m:t>
                    </m:r>
                    <m:r>
                      <a:rPr lang="en-US" altLang="zh-CN" sz="3200" b="1" i="1" dirty="0">
                        <a:solidFill>
                          <a:schemeClr val="bg1"/>
                        </a:solidFill>
                        <a:latin typeface="Cambria Math" panose="02040503050406030204"/>
                        <a:ea typeface="微软雅黑" panose="020B0503020204020204" charset="-122"/>
                      </a:rPr>
                      <m:t>=</m:t>
                    </m:r>
                    <m:r>
                      <a:rPr lang="en-US" altLang="zh-CN" sz="3200" b="1" i="1" dirty="0" err="1">
                        <a:solidFill>
                          <a:schemeClr val="bg1"/>
                        </a:solidFill>
                        <a:latin typeface="Cambria Math" panose="02040503050406030204"/>
                        <a:ea typeface="微软雅黑" panose="020B0503020204020204" charset="-122"/>
                      </a:rPr>
                      <m:t>𝒙</m:t>
                    </m:r>
                    <m:r>
                      <a:rPr lang="en-US" altLang="zh-CN" sz="3200" b="1" i="1" dirty="0" err="1">
                        <a:solidFill>
                          <a:schemeClr val="bg1"/>
                        </a:solidFill>
                        <a:latin typeface="Cambria Math" panose="02040503050406030204"/>
                        <a:ea typeface="微软雅黑" panose="020B0503020204020204" charset="-122"/>
                      </a:rPr>
                      <m:t>+</m:t>
                    </m:r>
                    <m:r>
                      <a:rPr lang="en-US" altLang="zh-CN" sz="3200" b="1" i="1" dirty="0" err="1">
                        <a:solidFill>
                          <a:schemeClr val="bg1"/>
                        </a:solidFill>
                        <a:latin typeface="Cambria Math" panose="02040503050406030204"/>
                        <a:ea typeface="微软雅黑" panose="020B0503020204020204" charset="-122"/>
                      </a:rPr>
                      <m:t>𝒚</m:t>
                    </m:r>
                    <m:r>
                      <a:rPr lang="zh-CN" altLang="en-US" sz="3200" b="1" i="1" dirty="0" smtClean="0">
                        <a:solidFill>
                          <a:schemeClr val="bg1"/>
                        </a:solidFill>
                        <a:latin typeface="Cambria Math" panose="02040503050406030204"/>
                        <a:ea typeface="微软雅黑" panose="020B0503020204020204" charset="-122"/>
                      </a:rPr>
                      <m:t>，</m:t>
                    </m:r>
                    <m:r>
                      <a:rPr lang="en-US" altLang="zh-CN" sz="3200" b="1" i="1" dirty="0" smtClean="0">
                        <a:solidFill>
                          <a:schemeClr val="bg1"/>
                        </a:solidFill>
                        <a:latin typeface="Cambria Math" panose="02040503050406030204"/>
                        <a:ea typeface="微软雅黑" panose="020B0503020204020204" charset="-122"/>
                      </a:rPr>
                      <m:t>𝒗</m:t>
                    </m:r>
                    <m:r>
                      <a:rPr lang="en-US" altLang="zh-CN" sz="3200" b="1" i="1" dirty="0" smtClean="0">
                        <a:solidFill>
                          <a:schemeClr val="bg1"/>
                        </a:solidFill>
                        <a:latin typeface="Cambria Math" panose="02040503050406030204"/>
                        <a:ea typeface="微软雅黑" panose="020B0503020204020204" charset="-122"/>
                      </a:rPr>
                      <m:t>=</m:t>
                    </m:r>
                    <m:r>
                      <a:rPr lang="en-US" altLang="zh-CN" sz="3200" b="1" i="1" dirty="0" err="1" smtClean="0">
                        <a:solidFill>
                          <a:schemeClr val="bg1"/>
                        </a:solidFill>
                        <a:latin typeface="Cambria Math" panose="02040503050406030204"/>
                        <a:ea typeface="微软雅黑" panose="020B0503020204020204" charset="-122"/>
                      </a:rPr>
                      <m:t>𝒙𝒚</m:t>
                    </m:r>
                  </m:oMath>
                </a14:m>
                <a:r>
                  <a:rPr lang="zh-CN" altLang="en-US" sz="3200" b="1" dirty="0">
                    <a:solidFill>
                      <a:schemeClr val="bg1"/>
                    </a:solidFill>
                    <a:latin typeface="微软雅黑" panose="020B0503020204020204" charset="-122"/>
                    <a:ea typeface="微软雅黑" panose="020B0503020204020204" charset="-122"/>
                  </a:rPr>
                  <a:t>，求 </a:t>
                </a:r>
                <a14:m>
                  <m:oMath xmlns:m="http://schemas.openxmlformats.org/officeDocument/2006/math">
                    <m:f>
                      <m:fPr>
                        <m:ctrlPr>
                          <a:rPr lang="en-US" altLang="zh-CN" sz="3200" b="1" i="1" dirty="0" smtClean="0">
                            <a:solidFill>
                              <a:schemeClr val="bg1"/>
                            </a:solidFill>
                            <a:latin typeface="Cambria Math" panose="02040503050406030204" pitchFamily="18" charset="0"/>
                            <a:ea typeface="微软雅黑" panose="020B0503020204020204" charset="-122"/>
                          </a:rPr>
                        </m:ctrlPr>
                      </m:fPr>
                      <m:num>
                        <m:r>
                          <a:rPr lang="zh-CN" altLang="en-US" sz="3200" b="1" i="1" dirty="0" smtClean="0">
                            <a:solidFill>
                              <a:schemeClr val="bg1"/>
                            </a:solidFill>
                            <a:latin typeface="Cambria Math" panose="02040503050406030204"/>
                            <a:ea typeface="微软雅黑" panose="020B0503020204020204" charset="-122"/>
                          </a:rPr>
                          <m:t>𝝏</m:t>
                        </m:r>
                        <m:r>
                          <a:rPr lang="en-US" altLang="zh-CN" sz="3200" b="1" i="1" dirty="0" smtClean="0">
                            <a:solidFill>
                              <a:schemeClr val="bg1"/>
                            </a:solidFill>
                            <a:latin typeface="Cambria Math" panose="02040503050406030204"/>
                            <a:ea typeface="微软雅黑" panose="020B0503020204020204" charset="-122"/>
                          </a:rPr>
                          <m:t>𝒛</m:t>
                        </m:r>
                      </m:num>
                      <m:den>
                        <m:r>
                          <a:rPr lang="zh-CN" altLang="en-US" sz="3200" b="1" i="1" dirty="0" smtClean="0">
                            <a:solidFill>
                              <a:schemeClr val="bg1"/>
                            </a:solidFill>
                            <a:latin typeface="Cambria Math" panose="02040503050406030204"/>
                            <a:ea typeface="微软雅黑" panose="020B0503020204020204" charset="-122"/>
                          </a:rPr>
                          <m:t>𝝏</m:t>
                        </m:r>
                        <m:r>
                          <a:rPr lang="en-US" altLang="zh-CN" sz="3200" b="1" i="1" dirty="0" smtClean="0">
                            <a:solidFill>
                              <a:schemeClr val="bg1"/>
                            </a:solidFill>
                            <a:latin typeface="Cambria Math" panose="02040503050406030204"/>
                            <a:ea typeface="微软雅黑" panose="020B0503020204020204" charset="-122"/>
                          </a:rPr>
                          <m:t>𝒙</m:t>
                        </m:r>
                      </m:den>
                    </m:f>
                  </m:oMath>
                </a14:m>
                <a:r>
                  <a:rPr lang="zh-CN" altLang="en-US" sz="3200" b="1" dirty="0">
                    <a:solidFill>
                      <a:schemeClr val="bg1"/>
                    </a:solidFill>
                    <a:latin typeface="微软雅黑" panose="020B0503020204020204" charset="-122"/>
                    <a:ea typeface="微软雅黑" panose="020B0503020204020204" charset="-122"/>
                  </a:rPr>
                  <a:t>和</a:t>
                </a:r>
                <a14:m>
                  <m:oMath xmlns:m="http://schemas.openxmlformats.org/officeDocument/2006/math">
                    <m:f>
                      <m:fPr>
                        <m:ctrlPr>
                          <a:rPr lang="en-US" altLang="zh-CN" sz="3200" b="1" i="1" dirty="0">
                            <a:solidFill>
                              <a:schemeClr val="bg1"/>
                            </a:solidFill>
                            <a:latin typeface="Cambria Math" panose="02040503050406030204" pitchFamily="18" charset="0"/>
                            <a:ea typeface="微软雅黑" panose="020B0503020204020204" charset="-122"/>
                          </a:rPr>
                        </m:ctrlPr>
                      </m:fPr>
                      <m:num>
                        <m:r>
                          <a:rPr lang="zh-CN" altLang="en-US" sz="3200" b="1" i="1" dirty="0">
                            <a:solidFill>
                              <a:schemeClr val="bg1"/>
                            </a:solidFill>
                            <a:latin typeface="Cambria Math" panose="02040503050406030204"/>
                            <a:ea typeface="微软雅黑" panose="020B0503020204020204" charset="-122"/>
                          </a:rPr>
                          <m:t>𝝏</m:t>
                        </m:r>
                        <m:r>
                          <a:rPr lang="en-US" altLang="zh-CN" sz="3200" b="1" i="1" dirty="0">
                            <a:solidFill>
                              <a:schemeClr val="bg1"/>
                            </a:solidFill>
                            <a:latin typeface="Cambria Math" panose="02040503050406030204"/>
                            <a:ea typeface="微软雅黑" panose="020B0503020204020204" charset="-122"/>
                          </a:rPr>
                          <m:t>𝒛</m:t>
                        </m:r>
                      </m:num>
                      <m:den>
                        <m:r>
                          <a:rPr lang="zh-CN" altLang="en-US" sz="3200" b="1" i="1" dirty="0">
                            <a:solidFill>
                              <a:schemeClr val="bg1"/>
                            </a:solidFill>
                            <a:latin typeface="Cambria Math" panose="02040503050406030204"/>
                            <a:ea typeface="微软雅黑" panose="020B0503020204020204" charset="-122"/>
                          </a:rPr>
                          <m:t>𝝏</m:t>
                        </m:r>
                        <m:r>
                          <a:rPr lang="en-US" altLang="zh-CN" sz="3200" b="1" i="1" dirty="0" smtClean="0">
                            <a:solidFill>
                              <a:schemeClr val="bg1"/>
                            </a:solidFill>
                            <a:latin typeface="Cambria Math" panose="02040503050406030204"/>
                            <a:ea typeface="微软雅黑" panose="020B0503020204020204" charset="-122"/>
                          </a:rPr>
                          <m:t>𝒚</m:t>
                        </m:r>
                      </m:den>
                    </m:f>
                  </m:oMath>
                </a14:m>
                <a:r>
                  <a:rPr lang="en-US" altLang="zh-CN" sz="3200" b="1" dirty="0">
                    <a:solidFill>
                      <a:schemeClr val="bg1"/>
                    </a:solidFill>
                    <a:latin typeface="微软雅黑" panose="020B0503020204020204" charset="-122"/>
                    <a:ea typeface="微软雅黑" panose="020B0503020204020204" charset="-122"/>
                  </a:rPr>
                  <a:t>.</a:t>
                </a:r>
                <a:endParaRPr lang="en-US" altLang="zh-CN" sz="3200" b="1" dirty="0">
                  <a:solidFill>
                    <a:schemeClr val="bg1"/>
                  </a:solidFill>
                  <a:latin typeface="微软雅黑" panose="020B0503020204020204" charset="-122"/>
                  <a:ea typeface="微软雅黑" panose="020B0503020204020204" charset="-122"/>
                </a:endParaRPr>
              </a:p>
              <a:p>
                <a:pPr>
                  <a:lnSpc>
                    <a:spcPct val="150000"/>
                  </a:lnSpc>
                </a:pPr>
                <a:r>
                  <a:rPr lang="zh-CN" altLang="en-US" sz="3200" b="1" dirty="0">
                    <a:solidFill>
                      <a:schemeClr val="bg1"/>
                    </a:solidFill>
                    <a:latin typeface="微软雅黑" panose="020B0503020204020204" charset="-122"/>
                    <a:ea typeface="微软雅黑" panose="020B0503020204020204" charset="-122"/>
                  </a:rPr>
                  <a:t>解</a:t>
                </a:r>
                <a:endParaRPr lang="en-US" altLang="zh-CN" sz="3200" b="1" dirty="0">
                  <a:solidFill>
                    <a:schemeClr val="bg1"/>
                  </a:solidFill>
                  <a:latin typeface="微软雅黑" panose="020B0503020204020204" charset="-122"/>
                  <a:ea typeface="微软雅黑" panose="020B0503020204020204" charset="-122"/>
                </a:endParaRPr>
              </a:p>
              <a:p>
                <a:pPr>
                  <a:lnSpc>
                    <a:spcPct val="150000"/>
                  </a:lnSpc>
                </a:pPr>
                <a:endParaRPr lang="en-US" altLang="zh-CN" sz="3200" b="1" dirty="0">
                  <a:solidFill>
                    <a:schemeClr val="bg1"/>
                  </a:solidFill>
                  <a:latin typeface="微软雅黑" panose="020B0503020204020204" charset="-122"/>
                  <a:ea typeface="微软雅黑" panose="020B0503020204020204" charset="-122"/>
                </a:endParaRPr>
              </a:p>
            </p:txBody>
          </p:sp>
        </mc:Choice>
        <mc:Fallback>
          <p:sp>
            <p:nvSpPr>
              <p:cNvPr id="8" name="文本框 7"/>
              <p:cNvSpPr txBox="1">
                <a:spLocks noRot="1" noChangeAspect="1" noMove="1" noResize="1" noEditPoints="1" noAdjustHandles="1" noChangeArrowheads="1" noChangeShapeType="1" noTextEdit="1"/>
              </p:cNvSpPr>
              <p:nvPr/>
            </p:nvSpPr>
            <p:spPr>
              <a:xfrm>
                <a:off x="479376" y="908720"/>
                <a:ext cx="7388782" cy="3461385"/>
              </a:xfrm>
              <a:prstGeom prst="rect">
                <a:avLst/>
              </a:prstGeom>
              <a:blipFill rotWithShape="1">
                <a:blip r:embed="rId1"/>
                <a:stretch>
                  <a:fillRect l="-8" t="-1615" r="7" b="1"/>
                </a:stretch>
              </a:blipFill>
            </p:spPr>
            <p:txBody>
              <a:bodyPr/>
              <a:lstStyle/>
              <a:p>
                <a:r>
                  <a:rPr lang="zh-CN" altLang="en-US">
                    <a:noFill/>
                  </a:rPr>
                  <a:t> </a:t>
                </a:r>
              </a:p>
            </p:txBody>
          </p:sp>
        </mc:Fallback>
      </mc:AlternateContent>
      <p:pic>
        <p:nvPicPr>
          <p:cNvPr id="17" name="图片 16"/>
          <p:cNvPicPr>
            <a:picLocks noChangeAspect="1"/>
          </p:cNvPicPr>
          <p:nvPr/>
        </p:nvPicPr>
        <p:blipFill>
          <a:blip r:embed="rId2">
            <a:clrChange>
              <a:clrFrom>
                <a:srgbClr val="FFFFFF"/>
              </a:clrFrom>
              <a:clrTo>
                <a:srgbClr val="FFFFFF">
                  <a:alpha val="0"/>
                </a:srgbClr>
              </a:clrTo>
            </a:clrChange>
          </a:blip>
          <a:stretch>
            <a:fillRect/>
          </a:stretch>
        </p:blipFill>
        <p:spPr>
          <a:xfrm>
            <a:off x="4944110" y="2493010"/>
            <a:ext cx="4244340" cy="3948430"/>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70.xml><?xml version="1.0" encoding="utf-8"?>
<p:sld xmlns:a="http://schemas.openxmlformats.org/drawingml/2006/main" xmlns:r="http://schemas.openxmlformats.org/officeDocument/2006/relationships" xmlns:p="http://schemas.openxmlformats.org/presentationml/2006/main">
  <p:cSld>
    <p:bg>
      <p:bgPr>
        <a:gradFill>
          <a:gsLst>
            <a:gs pos="0">
              <a:srgbClr val="0D1B2A"/>
            </a:gs>
            <a:gs pos="60000">
              <a:srgbClr val="1B263B"/>
            </a:gs>
            <a:gs pos="100000">
              <a:srgbClr val="102A43"/>
            </a:gs>
          </a:gsLst>
          <a:lin ang="2700000" scaled="0"/>
        </a:gradFill>
        <a:effectLst/>
      </p:bgPr>
    </p:bg>
    <p:spTree>
      <p:nvGrpSpPr>
        <p:cNvPr id="1" name=""/>
        <p:cNvGrpSpPr/>
        <p:nvPr/>
      </p:nvGrpSpPr>
      <p:grpSpPr>
        <a:xfrm>
          <a:off x="0" y="0"/>
          <a:ext cx="0" cy="0"/>
          <a:chOff x="0" y="0"/>
          <a:chExt cx="0" cy="0"/>
        </a:xfrm>
      </p:grpSpPr>
      <p:sp>
        <p:nvSpPr>
          <p:cNvPr id="7" name="矩形 6"/>
          <p:cNvSpPr/>
          <p:nvPr/>
        </p:nvSpPr>
        <p:spPr>
          <a:xfrm>
            <a:off x="592424" y="1223492"/>
            <a:ext cx="7795219" cy="4842457"/>
          </a:xfrm>
          <a:prstGeom prst="rect">
            <a:avLst/>
          </a:prstGeom>
          <a:noFill/>
          <a:ln w="28575">
            <a:solidFill>
              <a:srgbClr val="0070C0"/>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mc:AlternateContent xmlns:mc="http://schemas.openxmlformats.org/markup-compatibility/2006">
        <mc:Choice xmlns:a14="http://schemas.microsoft.com/office/drawing/2010/main" Requires="a14">
          <p:sp>
            <p:nvSpPr>
              <p:cNvPr id="8" name="文本框 7"/>
              <p:cNvSpPr txBox="1"/>
              <p:nvPr/>
            </p:nvSpPr>
            <p:spPr>
              <a:xfrm>
                <a:off x="750570" y="1289685"/>
                <a:ext cx="10623550" cy="4973320"/>
              </a:xfrm>
              <a:prstGeom prst="rect">
                <a:avLst/>
              </a:prstGeom>
              <a:noFill/>
            </p:spPr>
            <p:txBody>
              <a:bodyPr wrap="square" rtlCol="0">
                <a:spAutoFit/>
              </a:bodyPr>
              <a:lstStyle/>
              <a:p>
                <a:pPr>
                  <a:lnSpc>
                    <a:spcPct val="150000"/>
                  </a:lnSpc>
                </a:pPr>
                <a:r>
                  <a:rPr lang="en-US" altLang="zh-CN" sz="2400" b="1" dirty="0">
                    <a:solidFill>
                      <a:schemeClr val="bg1"/>
                    </a:solidFill>
                    <a:latin typeface="微软雅黑" panose="020B0503020204020204" charset="-122"/>
                    <a:ea typeface="微软雅黑" panose="020B0503020204020204" charset="-122"/>
                  </a:rPr>
                  <a:t>1</a:t>
                </a:r>
                <a:r>
                  <a:rPr lang="zh-CN" altLang="en-US" sz="2400" b="1" dirty="0">
                    <a:solidFill>
                      <a:schemeClr val="bg1"/>
                    </a:solidFill>
                    <a:latin typeface="微软雅黑" panose="020B0503020204020204" charset="-122"/>
                    <a:ea typeface="微软雅黑" panose="020B0503020204020204" charset="-122"/>
                  </a:rPr>
                  <a:t>.由方程</a:t>
                </a:r>
                <a14:m>
                  <m:oMath xmlns:m="http://schemas.openxmlformats.org/officeDocument/2006/math">
                    <m:r>
                      <a:rPr lang="zh-CN" altLang="en-US" sz="2400" b="1" i="1" dirty="0" smtClean="0">
                        <a:solidFill>
                          <a:schemeClr val="bg1"/>
                        </a:solidFill>
                        <a:latin typeface="Cambria Math" panose="02040503050406030204"/>
                        <a:ea typeface="微软雅黑" panose="020B0503020204020204" charset="-122"/>
                      </a:rPr>
                      <m:t>𝑭</m:t>
                    </m:r>
                    <m:r>
                      <a:rPr lang="en-US" altLang="zh-CN" sz="2400" b="1" i="1" dirty="0" smtClean="0">
                        <a:solidFill>
                          <a:schemeClr val="bg1"/>
                        </a:solidFill>
                        <a:latin typeface="Cambria Math" panose="02040503050406030204"/>
                        <a:ea typeface="微软雅黑" panose="020B0503020204020204" charset="-122"/>
                      </a:rPr>
                      <m:t>(</m:t>
                    </m:r>
                    <m:r>
                      <a:rPr lang="zh-CN" altLang="en-US" sz="2400" b="1" i="1" dirty="0" smtClean="0">
                        <a:solidFill>
                          <a:schemeClr val="bg1"/>
                        </a:solidFill>
                        <a:latin typeface="Cambria Math" panose="02040503050406030204"/>
                        <a:ea typeface="微软雅黑" panose="020B0503020204020204" charset="-122"/>
                      </a:rPr>
                      <m:t>𝒙</m:t>
                    </m:r>
                    <m:r>
                      <a:rPr lang="zh-CN" altLang="en-US" sz="2400" b="1" i="1" dirty="0">
                        <a:solidFill>
                          <a:schemeClr val="bg1"/>
                        </a:solidFill>
                        <a:latin typeface="Cambria Math" panose="02040503050406030204"/>
                        <a:ea typeface="微软雅黑" panose="020B0503020204020204" charset="-122"/>
                      </a:rPr>
                      <m:t>,</m:t>
                    </m:r>
                    <m:r>
                      <a:rPr lang="zh-CN" altLang="en-US" sz="2400" b="1" i="1" dirty="0" smtClean="0">
                        <a:solidFill>
                          <a:schemeClr val="bg1"/>
                        </a:solidFill>
                        <a:latin typeface="Cambria Math" panose="02040503050406030204"/>
                        <a:ea typeface="微软雅黑" panose="020B0503020204020204" charset="-122"/>
                      </a:rPr>
                      <m:t>𝒚</m:t>
                    </m:r>
                    <m:r>
                      <a:rPr lang="en-US" altLang="zh-CN" sz="2400" b="1" i="1" dirty="0" smtClean="0">
                        <a:solidFill>
                          <a:schemeClr val="bg1"/>
                        </a:solidFill>
                        <a:latin typeface="Cambria Math" panose="02040503050406030204"/>
                        <a:ea typeface="微软雅黑" panose="020B0503020204020204" charset="-122"/>
                      </a:rPr>
                      <m:t>)</m:t>
                    </m:r>
                    <m:r>
                      <a:rPr lang="zh-CN" altLang="en-US" sz="2400" b="1" i="1" dirty="0" smtClean="0">
                        <a:solidFill>
                          <a:schemeClr val="bg1"/>
                        </a:solidFill>
                        <a:latin typeface="Cambria Math" panose="02040503050406030204"/>
                        <a:ea typeface="微软雅黑" panose="020B0503020204020204" charset="-122"/>
                      </a:rPr>
                      <m:t>=</m:t>
                    </m:r>
                    <m:r>
                      <a:rPr lang="zh-CN" altLang="en-US" sz="2400" b="1" i="1" dirty="0">
                        <a:solidFill>
                          <a:schemeClr val="bg1"/>
                        </a:solidFill>
                        <a:latin typeface="Cambria Math" panose="02040503050406030204"/>
                        <a:ea typeface="微软雅黑" panose="020B0503020204020204" charset="-122"/>
                      </a:rPr>
                      <m:t>𝟎</m:t>
                    </m:r>
                  </m:oMath>
                </a14:m>
                <a:r>
                  <a:rPr lang="zh-CN" altLang="en-US" sz="2400" b="1" dirty="0">
                    <a:solidFill>
                      <a:schemeClr val="bg1"/>
                    </a:solidFill>
                    <a:latin typeface="微软雅黑" panose="020B0503020204020204" charset="-122"/>
                    <a:ea typeface="微软雅黑" panose="020B0503020204020204" charset="-122"/>
                  </a:rPr>
                  <a:t>确定的隐函数</a:t>
                </a:r>
                <a14:m>
                  <m:oMath xmlns:m="http://schemas.openxmlformats.org/officeDocument/2006/math">
                    <m:r>
                      <a:rPr lang="zh-CN" altLang="en-US" sz="2400" b="1" i="1" dirty="0" smtClean="0">
                        <a:solidFill>
                          <a:schemeClr val="bg1"/>
                        </a:solidFill>
                        <a:latin typeface="Cambria Math" panose="02040503050406030204"/>
                        <a:ea typeface="微软雅黑" panose="020B0503020204020204" charset="-122"/>
                      </a:rPr>
                      <m:t>𝒚</m:t>
                    </m:r>
                    <m:r>
                      <a:rPr lang="zh-CN" altLang="en-US" sz="2400" b="1" i="1" dirty="0" smtClean="0">
                        <a:solidFill>
                          <a:schemeClr val="bg1"/>
                        </a:solidFill>
                        <a:latin typeface="Cambria Math" panose="02040503050406030204"/>
                        <a:ea typeface="微软雅黑" panose="020B0503020204020204" charset="-122"/>
                      </a:rPr>
                      <m:t>=</m:t>
                    </m:r>
                    <m:r>
                      <a:rPr lang="zh-CN" altLang="en-US" sz="2400" b="1" i="1" dirty="0" smtClean="0">
                        <a:solidFill>
                          <a:schemeClr val="bg1"/>
                        </a:solidFill>
                        <a:latin typeface="Cambria Math" panose="02040503050406030204"/>
                        <a:ea typeface="微软雅黑" panose="020B0503020204020204" charset="-122"/>
                      </a:rPr>
                      <m:t>𝒚</m:t>
                    </m:r>
                    <m:r>
                      <a:rPr lang="zh-CN" altLang="en-US" sz="2400" b="1" i="1" dirty="0" smtClean="0">
                        <a:solidFill>
                          <a:schemeClr val="bg1"/>
                        </a:solidFill>
                        <a:latin typeface="Cambria Math" panose="02040503050406030204"/>
                        <a:ea typeface="微软雅黑" panose="020B0503020204020204" charset="-122"/>
                      </a:rPr>
                      <m:t>（</m:t>
                    </m:r>
                    <m:r>
                      <a:rPr lang="zh-CN" altLang="en-US" sz="2400" b="1" i="1" dirty="0" smtClean="0">
                        <a:solidFill>
                          <a:schemeClr val="bg1"/>
                        </a:solidFill>
                        <a:latin typeface="Cambria Math" panose="02040503050406030204"/>
                        <a:ea typeface="微软雅黑" panose="020B0503020204020204" charset="-122"/>
                      </a:rPr>
                      <m:t>𝒙</m:t>
                    </m:r>
                    <m:r>
                      <a:rPr lang="zh-CN" altLang="en-US" sz="2400" b="1" i="1" dirty="0" smtClean="0">
                        <a:solidFill>
                          <a:schemeClr val="bg1"/>
                        </a:solidFill>
                        <a:latin typeface="Cambria Math" panose="02040503050406030204"/>
                        <a:ea typeface="微软雅黑" panose="020B0503020204020204" charset="-122"/>
                      </a:rPr>
                      <m:t>）</m:t>
                    </m:r>
                  </m:oMath>
                </a14:m>
                <a:r>
                  <a:rPr lang="zh-CN" altLang="en-US" sz="2400" b="1" dirty="0">
                    <a:solidFill>
                      <a:schemeClr val="bg1"/>
                    </a:solidFill>
                    <a:latin typeface="微软雅黑" panose="020B0503020204020204" charset="-122"/>
                    <a:ea typeface="微软雅黑" panose="020B0503020204020204" charset="-122"/>
                  </a:rPr>
                  <a:t>的导数的求法</a:t>
                </a:r>
                <a:endParaRPr lang="zh-CN" altLang="en-US" sz="2400" b="1" dirty="0">
                  <a:solidFill>
                    <a:schemeClr val="bg1"/>
                  </a:solidFill>
                  <a:latin typeface="微软雅黑" panose="020B0503020204020204" charset="-122"/>
                  <a:ea typeface="微软雅黑" panose="020B0503020204020204" charset="-122"/>
                </a:endParaRPr>
              </a:p>
              <a:p>
                <a:pPr>
                  <a:lnSpc>
                    <a:spcPct val="150000"/>
                  </a:lnSpc>
                </a:pPr>
                <a:r>
                  <a:rPr lang="zh-CN" altLang="en-US" sz="2400" b="1" dirty="0">
                    <a:solidFill>
                      <a:schemeClr val="bg1"/>
                    </a:solidFill>
                    <a:latin typeface="微软雅黑" panose="020B0503020204020204" charset="-122"/>
                    <a:ea typeface="微软雅黑" panose="020B0503020204020204" charset="-122"/>
                  </a:rPr>
                  <a:t>当</a:t>
                </a:r>
                <a14:m>
                  <m:oMath xmlns:m="http://schemas.openxmlformats.org/officeDocument/2006/math">
                    <m:r>
                      <a:rPr lang="zh-CN" altLang="en-US" sz="2400" b="1" i="1" dirty="0" smtClean="0">
                        <a:solidFill>
                          <a:schemeClr val="bg1"/>
                        </a:solidFill>
                        <a:latin typeface="Cambria Math" panose="02040503050406030204"/>
                        <a:ea typeface="微软雅黑" panose="020B0503020204020204" charset="-122"/>
                      </a:rPr>
                      <m:t>𝑭</m:t>
                    </m:r>
                    <m:r>
                      <a:rPr lang="en-US" altLang="zh-CN" sz="2400" b="1" i="1" dirty="0" smtClean="0">
                        <a:solidFill>
                          <a:schemeClr val="bg1"/>
                        </a:solidFill>
                        <a:latin typeface="Cambria Math" panose="02040503050406030204"/>
                        <a:ea typeface="微软雅黑" panose="020B0503020204020204" charset="-122"/>
                      </a:rPr>
                      <m:t>(</m:t>
                    </m:r>
                    <m:r>
                      <a:rPr lang="zh-CN" altLang="en-US" sz="2400" b="1" i="1" dirty="0" smtClean="0">
                        <a:solidFill>
                          <a:schemeClr val="bg1"/>
                        </a:solidFill>
                        <a:latin typeface="Cambria Math" panose="02040503050406030204"/>
                        <a:ea typeface="微软雅黑" panose="020B0503020204020204" charset="-122"/>
                      </a:rPr>
                      <m:t>𝒙</m:t>
                    </m:r>
                    <m:r>
                      <a:rPr lang="zh-CN" altLang="en-US" sz="2400" b="1" i="1" dirty="0">
                        <a:solidFill>
                          <a:schemeClr val="bg1"/>
                        </a:solidFill>
                        <a:latin typeface="Cambria Math" panose="02040503050406030204"/>
                        <a:ea typeface="微软雅黑" panose="020B0503020204020204" charset="-122"/>
                      </a:rPr>
                      <m:t>,</m:t>
                    </m:r>
                    <m:r>
                      <a:rPr lang="zh-CN" altLang="en-US" sz="2400" b="1" i="1" dirty="0" smtClean="0">
                        <a:solidFill>
                          <a:schemeClr val="bg1"/>
                        </a:solidFill>
                        <a:latin typeface="Cambria Math" panose="02040503050406030204"/>
                        <a:ea typeface="微软雅黑" panose="020B0503020204020204" charset="-122"/>
                      </a:rPr>
                      <m:t>𝒚</m:t>
                    </m:r>
                    <m:r>
                      <a:rPr lang="en-US" altLang="zh-CN" sz="2400" b="1" i="1" dirty="0" smtClean="0">
                        <a:solidFill>
                          <a:schemeClr val="bg1"/>
                        </a:solidFill>
                        <a:latin typeface="Cambria Math" panose="02040503050406030204"/>
                        <a:ea typeface="微软雅黑" panose="020B0503020204020204" charset="-122"/>
                      </a:rPr>
                      <m:t>)</m:t>
                    </m:r>
                  </m:oMath>
                </a14:m>
                <a:r>
                  <a:rPr lang="zh-CN" altLang="en-US" sz="2400" b="1" dirty="0">
                    <a:solidFill>
                      <a:schemeClr val="bg1"/>
                    </a:solidFill>
                    <a:latin typeface="微软雅黑" panose="020B0503020204020204" charset="-122"/>
                    <a:ea typeface="微软雅黑" panose="020B0503020204020204" charset="-122"/>
                  </a:rPr>
                  <a:t>在点</a:t>
                </a:r>
                <a14:m>
                  <m:oMath xmlns:m="http://schemas.openxmlformats.org/officeDocument/2006/math">
                    <m:r>
                      <a:rPr lang="zh-CN" altLang="en-US" sz="2400" b="1" i="1" dirty="0" smtClean="0">
                        <a:solidFill>
                          <a:schemeClr val="bg1"/>
                        </a:solidFill>
                        <a:latin typeface="Cambria Math" panose="02040503050406030204"/>
                        <a:ea typeface="微软雅黑" panose="020B0503020204020204" charset="-122"/>
                      </a:rPr>
                      <m:t>（</m:t>
                    </m:r>
                    <m:r>
                      <a:rPr lang="zh-CN" altLang="en-US" sz="2400" b="1" i="1" dirty="0" smtClean="0">
                        <a:solidFill>
                          <a:schemeClr val="bg1"/>
                        </a:solidFill>
                        <a:latin typeface="Cambria Math" panose="02040503050406030204"/>
                        <a:ea typeface="微软雅黑" panose="020B0503020204020204" charset="-122"/>
                      </a:rPr>
                      <m:t>𝒙</m:t>
                    </m:r>
                    <m:r>
                      <a:rPr lang="zh-CN" altLang="en-US" sz="2400" b="1" i="1" dirty="0" smtClean="0">
                        <a:solidFill>
                          <a:schemeClr val="bg1"/>
                        </a:solidFill>
                        <a:latin typeface="Cambria Math" panose="02040503050406030204"/>
                        <a:ea typeface="微软雅黑" panose="020B0503020204020204" charset="-122"/>
                      </a:rPr>
                      <m:t>,</m:t>
                    </m:r>
                    <m:r>
                      <a:rPr lang="zh-CN" altLang="en-US" sz="2400" b="1" i="1" dirty="0" smtClean="0">
                        <a:solidFill>
                          <a:schemeClr val="bg1"/>
                        </a:solidFill>
                        <a:latin typeface="Cambria Math" panose="02040503050406030204"/>
                        <a:ea typeface="微软雅黑" panose="020B0503020204020204" charset="-122"/>
                      </a:rPr>
                      <m:t>𝒚</m:t>
                    </m:r>
                    <m:r>
                      <a:rPr lang="zh-CN" altLang="en-US" sz="2400" b="1" i="1" dirty="0" smtClean="0">
                        <a:solidFill>
                          <a:schemeClr val="bg1"/>
                        </a:solidFill>
                        <a:latin typeface="Cambria Math" panose="02040503050406030204"/>
                        <a:ea typeface="微软雅黑" panose="020B0503020204020204" charset="-122"/>
                      </a:rPr>
                      <m:t>）</m:t>
                    </m:r>
                  </m:oMath>
                </a14:m>
                <a:r>
                  <a:rPr lang="zh-CN" altLang="en-US" sz="2400" b="1" dirty="0">
                    <a:solidFill>
                      <a:schemeClr val="bg1"/>
                    </a:solidFill>
                    <a:latin typeface="微软雅黑" panose="020B0503020204020204" charset="-122"/>
                    <a:ea typeface="微软雅黑" panose="020B0503020204020204" charset="-122"/>
                  </a:rPr>
                  <a:t>的某邻域内有连续偏导数</a:t>
                </a:r>
                <a14:m>
                  <m:oMath xmlns:m="http://schemas.openxmlformats.org/officeDocument/2006/math">
                    <m:r>
                      <a:rPr lang="zh-CN" altLang="en-US" sz="2400" b="1" i="1" dirty="0" smtClean="0">
                        <a:solidFill>
                          <a:schemeClr val="bg1"/>
                        </a:solidFill>
                        <a:latin typeface="Cambria Math" panose="02040503050406030204"/>
                        <a:ea typeface="微软雅黑" panose="020B0503020204020204" charset="-122"/>
                      </a:rPr>
                      <m:t>𝑭</m:t>
                    </m:r>
                    <m:r>
                      <a:rPr lang="zh-CN" altLang="en-US" sz="2400" b="1" i="1" baseline="-25000" dirty="0">
                        <a:solidFill>
                          <a:schemeClr val="bg1"/>
                        </a:solidFill>
                        <a:latin typeface="Cambria Math" panose="02040503050406030204"/>
                        <a:ea typeface="微软雅黑" panose="020B0503020204020204" charset="-122"/>
                      </a:rPr>
                      <m:t>𝒙</m:t>
                    </m:r>
                    <m:r>
                      <a:rPr lang="zh-CN" altLang="en-US" sz="2400" b="1" i="1" dirty="0" smtClean="0">
                        <a:solidFill>
                          <a:schemeClr val="bg1"/>
                        </a:solidFill>
                        <a:latin typeface="Cambria Math" panose="02040503050406030204"/>
                        <a:ea typeface="微软雅黑" panose="020B0503020204020204" charset="-122"/>
                      </a:rPr>
                      <m:t>，</m:t>
                    </m:r>
                    <m:r>
                      <a:rPr lang="zh-CN" altLang="en-US" sz="2400" b="1" i="1" dirty="0">
                        <a:solidFill>
                          <a:schemeClr val="bg1"/>
                        </a:solidFill>
                        <a:latin typeface="Cambria Math" panose="02040503050406030204"/>
                        <a:ea typeface="微软雅黑" panose="020B0503020204020204" charset="-122"/>
                      </a:rPr>
                      <m:t>𝑭</m:t>
                    </m:r>
                    <m:r>
                      <a:rPr lang="zh-CN" altLang="en-US" sz="2400" b="1" i="1" baseline="-25000" dirty="0">
                        <a:solidFill>
                          <a:schemeClr val="bg1"/>
                        </a:solidFill>
                        <a:latin typeface="Cambria Math" panose="02040503050406030204"/>
                        <a:ea typeface="微软雅黑" panose="020B0503020204020204" charset="-122"/>
                      </a:rPr>
                      <m:t>𝒚</m:t>
                    </m:r>
                    <m:r>
                      <a:rPr lang="zh-CN" altLang="en-US" sz="2400" b="1" i="1" dirty="0" smtClean="0">
                        <a:solidFill>
                          <a:schemeClr val="bg1"/>
                        </a:solidFill>
                        <a:latin typeface="Cambria Math" panose="02040503050406030204"/>
                        <a:ea typeface="微软雅黑" panose="020B0503020204020204" charset="-122"/>
                      </a:rPr>
                      <m:t>，</m:t>
                    </m:r>
                  </m:oMath>
                </a14:m>
                <a:r>
                  <a:rPr lang="zh-CN" altLang="en-US" sz="2400" b="1" dirty="0">
                    <a:solidFill>
                      <a:schemeClr val="bg1"/>
                    </a:solidFill>
                    <a:latin typeface="微软雅黑" panose="020B0503020204020204" charset="-122"/>
                    <a:ea typeface="微软雅黑" panose="020B0503020204020204" charset="-122"/>
                  </a:rPr>
                  <a:t>且</a:t>
                </a:r>
                <a14:m>
                  <m:oMath xmlns:m="http://schemas.openxmlformats.org/officeDocument/2006/math">
                    <m:r>
                      <a:rPr lang="zh-CN" altLang="en-US" sz="2400" b="1" i="1" dirty="0" smtClean="0">
                        <a:solidFill>
                          <a:schemeClr val="bg1"/>
                        </a:solidFill>
                        <a:latin typeface="Cambria Math" panose="02040503050406030204"/>
                        <a:ea typeface="微软雅黑" panose="020B0503020204020204" charset="-122"/>
                      </a:rPr>
                      <m:t>𝑭</m:t>
                    </m:r>
                    <m:r>
                      <a:rPr lang="zh-CN" altLang="en-US" sz="2400" b="1" i="1" baseline="-25000" dirty="0" smtClean="0">
                        <a:solidFill>
                          <a:schemeClr val="bg1"/>
                        </a:solidFill>
                        <a:latin typeface="Cambria Math" panose="02040503050406030204"/>
                        <a:ea typeface="微软雅黑" panose="020B0503020204020204" charset="-122"/>
                      </a:rPr>
                      <m:t>𝒚</m:t>
                    </m:r>
                    <m:r>
                      <a:rPr lang="en-US" altLang="zh-CN" sz="2400" b="1" i="1" dirty="0" smtClean="0">
                        <a:solidFill>
                          <a:schemeClr val="bg1"/>
                        </a:solidFill>
                        <a:latin typeface="Cambria Math" panose="02040503050406030204"/>
                        <a:ea typeface="微软雅黑" panose="020B0503020204020204" charset="-122"/>
                      </a:rPr>
                      <m:t>(</m:t>
                    </m:r>
                    <m:r>
                      <a:rPr lang="zh-CN" altLang="en-US" sz="2400" b="1" i="1" dirty="0" smtClean="0">
                        <a:solidFill>
                          <a:schemeClr val="bg1"/>
                        </a:solidFill>
                        <a:latin typeface="Cambria Math" panose="02040503050406030204"/>
                        <a:ea typeface="微软雅黑" panose="020B0503020204020204" charset="-122"/>
                      </a:rPr>
                      <m:t>𝒙</m:t>
                    </m:r>
                    <m:r>
                      <a:rPr lang="zh-CN" altLang="en-US" sz="2400" b="1" i="1" dirty="0">
                        <a:solidFill>
                          <a:schemeClr val="bg1"/>
                        </a:solidFill>
                        <a:latin typeface="Cambria Math" panose="02040503050406030204"/>
                        <a:ea typeface="微软雅黑" panose="020B0503020204020204" charset="-122"/>
                      </a:rPr>
                      <m:t>,</m:t>
                    </m:r>
                    <m:r>
                      <a:rPr lang="zh-CN" altLang="en-US" sz="2400" b="1" i="1" dirty="0" smtClean="0">
                        <a:solidFill>
                          <a:schemeClr val="bg1"/>
                        </a:solidFill>
                        <a:latin typeface="Cambria Math" panose="02040503050406030204"/>
                        <a:ea typeface="微软雅黑" panose="020B0503020204020204" charset="-122"/>
                      </a:rPr>
                      <m:t>𝒚</m:t>
                    </m:r>
                    <m:r>
                      <a:rPr lang="en-US" altLang="zh-CN" sz="2400" b="1" i="1" dirty="0" smtClean="0">
                        <a:solidFill>
                          <a:schemeClr val="bg1"/>
                        </a:solidFill>
                        <a:latin typeface="Cambria Math" panose="02040503050406030204"/>
                        <a:ea typeface="微软雅黑" panose="020B0503020204020204" charset="-122"/>
                      </a:rPr>
                      <m:t>)</m:t>
                    </m:r>
                    <m:r>
                      <a:rPr lang="zh-CN" altLang="en-US" sz="2400" b="1" i="1" dirty="0" smtClean="0">
                        <a:solidFill>
                          <a:schemeClr val="bg1"/>
                        </a:solidFill>
                        <a:latin typeface="Cambria Math" panose="02040503050406030204"/>
                        <a:ea typeface="微软雅黑" panose="020B0503020204020204" charset="-122"/>
                      </a:rPr>
                      <m:t>≠</m:t>
                    </m:r>
                    <m:r>
                      <a:rPr lang="zh-CN" altLang="en-US" sz="2400" b="1" i="1" dirty="0">
                        <a:solidFill>
                          <a:schemeClr val="bg1"/>
                        </a:solidFill>
                        <a:latin typeface="Cambria Math" panose="02040503050406030204"/>
                        <a:ea typeface="微软雅黑" panose="020B0503020204020204" charset="-122"/>
                      </a:rPr>
                      <m:t>𝟎</m:t>
                    </m:r>
                  </m:oMath>
                </a14:m>
                <a:r>
                  <a:rPr lang="zh-CN" altLang="en-US" sz="2400" b="1" dirty="0">
                    <a:solidFill>
                      <a:schemeClr val="bg1"/>
                    </a:solidFill>
                    <a:latin typeface="微软雅黑" panose="020B0503020204020204" charset="-122"/>
                    <a:ea typeface="微软雅黑" panose="020B0503020204020204" charset="-122"/>
                  </a:rPr>
                  <a:t>时，可以证明在</a:t>
                </a:r>
                <a14:m>
                  <m:oMath xmlns:m="http://schemas.openxmlformats.org/officeDocument/2006/math">
                    <m:r>
                      <a:rPr lang="zh-CN" altLang="en-US" sz="2400" b="1" i="1" dirty="0" smtClean="0">
                        <a:solidFill>
                          <a:schemeClr val="bg1"/>
                        </a:solidFill>
                        <a:latin typeface="Cambria Math" panose="02040503050406030204"/>
                        <a:ea typeface="微软雅黑" panose="020B0503020204020204" charset="-122"/>
                      </a:rPr>
                      <m:t>𝒙</m:t>
                    </m:r>
                  </m:oMath>
                </a14:m>
                <a:r>
                  <a:rPr lang="zh-CN" altLang="en-US" sz="2400" b="1" dirty="0">
                    <a:solidFill>
                      <a:schemeClr val="bg1"/>
                    </a:solidFill>
                    <a:latin typeface="微软雅黑" panose="020B0503020204020204" charset="-122"/>
                    <a:ea typeface="微软雅黑" panose="020B0503020204020204" charset="-122"/>
                  </a:rPr>
                  <a:t>的某一邻域内存在一个可导的隐函数</a:t>
                </a:r>
                <a14:m>
                  <m:oMath xmlns:m="http://schemas.openxmlformats.org/officeDocument/2006/math">
                    <m:r>
                      <a:rPr lang="zh-CN" altLang="en-US" sz="2400" b="1" i="1" dirty="0" smtClean="0">
                        <a:solidFill>
                          <a:schemeClr val="bg1"/>
                        </a:solidFill>
                        <a:latin typeface="Cambria Math" panose="02040503050406030204"/>
                        <a:ea typeface="微软雅黑" panose="020B0503020204020204" charset="-122"/>
                      </a:rPr>
                      <m:t>𝒚</m:t>
                    </m:r>
                    <m:r>
                      <a:rPr lang="zh-CN" altLang="en-US" sz="2400" b="1" i="1" dirty="0" smtClean="0">
                        <a:solidFill>
                          <a:schemeClr val="bg1"/>
                        </a:solidFill>
                        <a:latin typeface="Cambria Math" panose="02040503050406030204"/>
                        <a:ea typeface="微软雅黑" panose="020B0503020204020204" charset="-122"/>
                      </a:rPr>
                      <m:t>=</m:t>
                    </m:r>
                    <m:r>
                      <a:rPr lang="zh-CN" altLang="en-US" sz="2400" b="1" i="1" dirty="0" smtClean="0">
                        <a:solidFill>
                          <a:schemeClr val="bg1"/>
                        </a:solidFill>
                        <a:latin typeface="Cambria Math" panose="02040503050406030204"/>
                        <a:ea typeface="微软雅黑" panose="020B0503020204020204" charset="-122"/>
                      </a:rPr>
                      <m:t>𝒚</m:t>
                    </m:r>
                    <m:r>
                      <a:rPr lang="en-US" altLang="zh-CN" sz="2400" b="1" i="1" dirty="0" smtClean="0">
                        <a:solidFill>
                          <a:schemeClr val="bg1"/>
                        </a:solidFill>
                        <a:latin typeface="Cambria Math" panose="02040503050406030204"/>
                        <a:ea typeface="微软雅黑" panose="020B0503020204020204" charset="-122"/>
                      </a:rPr>
                      <m:t>(</m:t>
                    </m:r>
                    <m:r>
                      <a:rPr lang="zh-CN" altLang="en-US" sz="2400" b="1" i="1" dirty="0" smtClean="0">
                        <a:solidFill>
                          <a:schemeClr val="bg1"/>
                        </a:solidFill>
                        <a:latin typeface="Cambria Math" panose="02040503050406030204"/>
                        <a:ea typeface="微软雅黑" panose="020B0503020204020204" charset="-122"/>
                      </a:rPr>
                      <m:t>𝒙</m:t>
                    </m:r>
                    <m:r>
                      <a:rPr lang="en-US" altLang="zh-CN" sz="2400" b="1" i="1" dirty="0" smtClean="0">
                        <a:solidFill>
                          <a:schemeClr val="bg1"/>
                        </a:solidFill>
                        <a:latin typeface="Cambria Math" panose="02040503050406030204"/>
                        <a:ea typeface="微软雅黑" panose="020B0503020204020204" charset="-122"/>
                      </a:rPr>
                      <m:t>)</m:t>
                    </m:r>
                    <m:r>
                      <a:rPr lang="zh-CN" altLang="en-US" sz="2400" b="1" i="1" dirty="0" smtClean="0">
                        <a:solidFill>
                          <a:schemeClr val="bg1"/>
                        </a:solidFill>
                        <a:latin typeface="Cambria Math" panose="02040503050406030204"/>
                        <a:ea typeface="微软雅黑" panose="020B0503020204020204" charset="-122"/>
                      </a:rPr>
                      <m:t>.</m:t>
                    </m:r>
                  </m:oMath>
                </a14:m>
                <a:r>
                  <a:rPr lang="zh-CN" altLang="en-US" sz="2400" b="1" dirty="0">
                    <a:solidFill>
                      <a:schemeClr val="bg1"/>
                    </a:solidFill>
                    <a:latin typeface="微软雅黑" panose="020B0503020204020204" charset="-122"/>
                    <a:ea typeface="微软雅黑" panose="020B0503020204020204" charset="-122"/>
                  </a:rPr>
                  <a:t>将</a:t>
                </a:r>
                <a14:m>
                  <m:oMath xmlns:m="http://schemas.openxmlformats.org/officeDocument/2006/math">
                    <m:r>
                      <a:rPr lang="zh-CN" altLang="en-US" sz="2400" b="1" i="1" dirty="0" smtClean="0">
                        <a:solidFill>
                          <a:schemeClr val="bg1"/>
                        </a:solidFill>
                        <a:latin typeface="Cambria Math" panose="02040503050406030204"/>
                        <a:ea typeface="微软雅黑" panose="020B0503020204020204" charset="-122"/>
                      </a:rPr>
                      <m:t>𝒚</m:t>
                    </m:r>
                    <m:r>
                      <a:rPr lang="zh-CN" altLang="en-US" sz="2400" b="1" i="1" dirty="0" smtClean="0">
                        <a:solidFill>
                          <a:schemeClr val="bg1"/>
                        </a:solidFill>
                        <a:latin typeface="Cambria Math" panose="02040503050406030204"/>
                        <a:ea typeface="微软雅黑" panose="020B0503020204020204" charset="-122"/>
                      </a:rPr>
                      <m:t>=</m:t>
                    </m:r>
                    <m:r>
                      <a:rPr lang="zh-CN" altLang="en-US" sz="2400" b="1" i="1" dirty="0" smtClean="0">
                        <a:solidFill>
                          <a:schemeClr val="bg1"/>
                        </a:solidFill>
                        <a:latin typeface="Cambria Math" panose="02040503050406030204"/>
                        <a:ea typeface="微软雅黑" panose="020B0503020204020204" charset="-122"/>
                      </a:rPr>
                      <m:t>𝒚</m:t>
                    </m:r>
                    <m:r>
                      <a:rPr lang="en-US" altLang="zh-CN" sz="2400" b="1" i="1" dirty="0" smtClean="0">
                        <a:solidFill>
                          <a:schemeClr val="bg1"/>
                        </a:solidFill>
                        <a:latin typeface="Cambria Math" panose="02040503050406030204"/>
                        <a:ea typeface="微软雅黑" panose="020B0503020204020204" charset="-122"/>
                      </a:rPr>
                      <m:t>(</m:t>
                    </m:r>
                    <m:r>
                      <a:rPr lang="zh-CN" altLang="en-US" sz="2400" b="1" i="1" dirty="0" smtClean="0">
                        <a:solidFill>
                          <a:schemeClr val="bg1"/>
                        </a:solidFill>
                        <a:latin typeface="Cambria Math" panose="02040503050406030204"/>
                        <a:ea typeface="微软雅黑" panose="020B0503020204020204" charset="-122"/>
                      </a:rPr>
                      <m:t>𝒙</m:t>
                    </m:r>
                    <m:r>
                      <a:rPr lang="en-US" altLang="zh-CN" sz="2400" b="1" i="1" dirty="0" smtClean="0">
                        <a:solidFill>
                          <a:schemeClr val="bg1"/>
                        </a:solidFill>
                        <a:latin typeface="Cambria Math" panose="02040503050406030204"/>
                        <a:ea typeface="微软雅黑" panose="020B0503020204020204" charset="-122"/>
                      </a:rPr>
                      <m:t>)</m:t>
                    </m:r>
                  </m:oMath>
                </a14:m>
                <a:r>
                  <a:rPr lang="zh-CN" altLang="en-US" sz="2400" b="1" dirty="0">
                    <a:solidFill>
                      <a:schemeClr val="bg1"/>
                    </a:solidFill>
                    <a:latin typeface="微软雅黑" panose="020B0503020204020204" charset="-122"/>
                    <a:ea typeface="微软雅黑" panose="020B0503020204020204" charset="-122"/>
                  </a:rPr>
                  <a:t>代入方程</a:t>
                </a:r>
                <a14:m>
                  <m:oMath xmlns:m="http://schemas.openxmlformats.org/officeDocument/2006/math">
                    <m:r>
                      <a:rPr lang="zh-CN" altLang="en-US" sz="2400" b="1" i="1" dirty="0" smtClean="0">
                        <a:solidFill>
                          <a:schemeClr val="bg1"/>
                        </a:solidFill>
                        <a:latin typeface="Cambria Math" panose="02040503050406030204"/>
                        <a:ea typeface="微软雅黑" panose="020B0503020204020204" charset="-122"/>
                      </a:rPr>
                      <m:t>𝑭</m:t>
                    </m:r>
                    <m:r>
                      <a:rPr lang="en-US" altLang="zh-CN" sz="2400" b="1" i="1" dirty="0" smtClean="0">
                        <a:solidFill>
                          <a:schemeClr val="bg1"/>
                        </a:solidFill>
                        <a:latin typeface="Cambria Math" panose="02040503050406030204"/>
                        <a:ea typeface="微软雅黑" panose="020B0503020204020204" charset="-122"/>
                      </a:rPr>
                      <m:t>(</m:t>
                    </m:r>
                    <m:r>
                      <a:rPr lang="zh-CN" altLang="en-US" sz="2400" b="1" i="1" dirty="0" smtClean="0">
                        <a:solidFill>
                          <a:schemeClr val="bg1"/>
                        </a:solidFill>
                        <a:latin typeface="Cambria Math" panose="02040503050406030204"/>
                        <a:ea typeface="微软雅黑" panose="020B0503020204020204" charset="-122"/>
                      </a:rPr>
                      <m:t>𝒙</m:t>
                    </m:r>
                    <m:r>
                      <a:rPr lang="zh-CN" altLang="en-US" sz="2400" b="1" i="1" dirty="0">
                        <a:solidFill>
                          <a:schemeClr val="bg1"/>
                        </a:solidFill>
                        <a:latin typeface="Cambria Math" panose="02040503050406030204"/>
                        <a:ea typeface="微软雅黑" panose="020B0503020204020204" charset="-122"/>
                      </a:rPr>
                      <m:t>,</m:t>
                    </m:r>
                    <m:r>
                      <a:rPr lang="zh-CN" altLang="en-US" sz="2400" b="1" i="1" dirty="0" smtClean="0">
                        <a:solidFill>
                          <a:schemeClr val="bg1"/>
                        </a:solidFill>
                        <a:latin typeface="Cambria Math" panose="02040503050406030204"/>
                        <a:ea typeface="微软雅黑" panose="020B0503020204020204" charset="-122"/>
                      </a:rPr>
                      <m:t>𝒚</m:t>
                    </m:r>
                    <m:r>
                      <a:rPr lang="en-US" altLang="zh-CN" sz="2400" b="1" i="1" dirty="0" smtClean="0">
                        <a:solidFill>
                          <a:schemeClr val="bg1"/>
                        </a:solidFill>
                        <a:latin typeface="Cambria Math" panose="02040503050406030204"/>
                        <a:ea typeface="微软雅黑" panose="020B0503020204020204" charset="-122"/>
                      </a:rPr>
                      <m:t>)</m:t>
                    </m:r>
                    <m:r>
                      <a:rPr lang="zh-CN" altLang="en-US" sz="2400" b="1" i="1" dirty="0" smtClean="0">
                        <a:solidFill>
                          <a:schemeClr val="bg1"/>
                        </a:solidFill>
                        <a:latin typeface="Cambria Math" panose="02040503050406030204"/>
                        <a:ea typeface="微软雅黑" panose="020B0503020204020204" charset="-122"/>
                      </a:rPr>
                      <m:t>=</m:t>
                    </m:r>
                    <m:r>
                      <a:rPr lang="zh-CN" altLang="en-US" sz="2400" b="1" i="1" dirty="0" smtClean="0">
                        <a:solidFill>
                          <a:schemeClr val="bg1"/>
                        </a:solidFill>
                        <a:latin typeface="Cambria Math" panose="02040503050406030204"/>
                        <a:ea typeface="微软雅黑" panose="020B0503020204020204" charset="-122"/>
                      </a:rPr>
                      <m:t>𝟎</m:t>
                    </m:r>
                  </m:oMath>
                </a14:m>
                <a:r>
                  <a:rPr lang="zh-CN" altLang="en-US" sz="2400" b="1" dirty="0">
                    <a:solidFill>
                      <a:schemeClr val="bg1"/>
                    </a:solidFill>
                    <a:latin typeface="微软雅黑" panose="020B0503020204020204" charset="-122"/>
                    <a:ea typeface="微软雅黑" panose="020B0503020204020204" charset="-122"/>
                  </a:rPr>
                  <a:t>，得</a:t>
                </a:r>
                <a:endParaRPr lang="en-US" altLang="zh-CN" sz="2400" b="1" dirty="0">
                  <a:solidFill>
                    <a:schemeClr val="bg1"/>
                  </a:solidFill>
                  <a:latin typeface="微软雅黑" panose="020B0503020204020204" charset="-122"/>
                  <a:ea typeface="微软雅黑" panose="020B0503020204020204" charset="-122"/>
                </a:endParaRPr>
              </a:p>
              <a:p>
                <a:pPr>
                  <a:lnSpc>
                    <a:spcPct val="150000"/>
                  </a:lnSpc>
                </a:pPr>
                <a14:m>
                  <m:oMathPara xmlns:m="http://schemas.openxmlformats.org/officeDocument/2006/math">
                    <m:oMathParaPr>
                      <m:jc m:val="centerGroup"/>
                    </m:oMathParaPr>
                    <m:oMath xmlns:m="http://schemas.openxmlformats.org/officeDocument/2006/math">
                      <m:r>
                        <a:rPr lang="zh-CN" altLang="en-US" sz="2400" b="1" i="1" dirty="0" smtClean="0">
                          <a:solidFill>
                            <a:schemeClr val="bg1"/>
                          </a:solidFill>
                          <a:latin typeface="Cambria Math" panose="02040503050406030204"/>
                          <a:ea typeface="微软雅黑" panose="020B0503020204020204" charset="-122"/>
                        </a:rPr>
                        <m:t>𝑭</m:t>
                      </m:r>
                      <m:r>
                        <a:rPr lang="en-US" altLang="zh-CN" sz="2400" b="1" i="1" dirty="0">
                          <a:solidFill>
                            <a:schemeClr val="bg1"/>
                          </a:solidFill>
                          <a:latin typeface="Cambria Math" panose="02040503050406030204"/>
                          <a:ea typeface="微软雅黑" panose="020B0503020204020204" charset="-122"/>
                        </a:rPr>
                        <m:t>(</m:t>
                      </m:r>
                      <m:r>
                        <a:rPr lang="zh-CN" altLang="en-US" sz="2400" b="1" i="1" dirty="0">
                          <a:solidFill>
                            <a:schemeClr val="bg1"/>
                          </a:solidFill>
                          <a:latin typeface="Cambria Math" panose="02040503050406030204"/>
                          <a:ea typeface="微软雅黑" panose="020B0503020204020204" charset="-122"/>
                        </a:rPr>
                        <m:t>𝒙</m:t>
                      </m:r>
                      <m:r>
                        <a:rPr lang="zh-CN" altLang="en-US" sz="2400" b="1" i="1" dirty="0">
                          <a:solidFill>
                            <a:schemeClr val="bg1"/>
                          </a:solidFill>
                          <a:latin typeface="Cambria Math" panose="02040503050406030204"/>
                          <a:ea typeface="微软雅黑" panose="020B0503020204020204" charset="-122"/>
                        </a:rPr>
                        <m:t>,</m:t>
                      </m:r>
                      <m:r>
                        <a:rPr lang="zh-CN" altLang="en-US" sz="2400" b="1" i="1" dirty="0">
                          <a:solidFill>
                            <a:schemeClr val="bg1"/>
                          </a:solidFill>
                          <a:latin typeface="Cambria Math" panose="02040503050406030204"/>
                          <a:ea typeface="微软雅黑" panose="020B0503020204020204" charset="-122"/>
                        </a:rPr>
                        <m:t>𝒚</m:t>
                      </m:r>
                      <m:r>
                        <a:rPr lang="en-US" altLang="zh-CN" sz="2400" b="1" i="1" dirty="0">
                          <a:solidFill>
                            <a:schemeClr val="bg1"/>
                          </a:solidFill>
                          <a:latin typeface="Cambria Math" panose="02040503050406030204"/>
                          <a:ea typeface="微软雅黑" panose="020B0503020204020204" charset="-122"/>
                        </a:rPr>
                        <m:t>(</m:t>
                      </m:r>
                      <m:r>
                        <a:rPr lang="zh-CN" altLang="en-US" sz="2400" b="1" i="1" dirty="0">
                          <a:solidFill>
                            <a:schemeClr val="bg1"/>
                          </a:solidFill>
                          <a:latin typeface="Cambria Math" panose="02040503050406030204"/>
                          <a:ea typeface="微软雅黑" panose="020B0503020204020204" charset="-122"/>
                        </a:rPr>
                        <m:t>𝒙</m:t>
                      </m:r>
                      <m:r>
                        <a:rPr lang="en-US" altLang="zh-CN" sz="2400" b="1" i="1" dirty="0">
                          <a:solidFill>
                            <a:schemeClr val="bg1"/>
                          </a:solidFill>
                          <a:latin typeface="Cambria Math" panose="02040503050406030204"/>
                          <a:ea typeface="微软雅黑" panose="020B0503020204020204" charset="-122"/>
                        </a:rPr>
                        <m:t>))</m:t>
                      </m:r>
                      <m:r>
                        <a:rPr lang="zh-CN" altLang="en-US" sz="2400" b="1" i="1" dirty="0">
                          <a:solidFill>
                            <a:schemeClr val="bg1"/>
                          </a:solidFill>
                          <a:latin typeface="Cambria Math" panose="02040503050406030204"/>
                          <a:ea typeface="微软雅黑" panose="020B0503020204020204" charset="-122"/>
                        </a:rPr>
                        <m:t>≡</m:t>
                      </m:r>
                      <m:r>
                        <a:rPr lang="zh-CN" altLang="en-US" sz="2400" b="1" i="1" dirty="0">
                          <a:solidFill>
                            <a:schemeClr val="bg1"/>
                          </a:solidFill>
                          <a:latin typeface="Cambria Math" panose="02040503050406030204"/>
                          <a:ea typeface="微软雅黑" panose="020B0503020204020204" charset="-122"/>
                        </a:rPr>
                        <m:t>𝟎</m:t>
                      </m:r>
                    </m:oMath>
                  </m:oMathPara>
                </a14:m>
                <a:endParaRPr lang="zh-CN" altLang="en-US" sz="2400" b="1" dirty="0">
                  <a:solidFill>
                    <a:schemeClr val="bg1"/>
                  </a:solidFill>
                  <a:latin typeface="微软雅黑" panose="020B0503020204020204" charset="-122"/>
                  <a:ea typeface="微软雅黑" panose="020B0503020204020204" charset="-122"/>
                </a:endParaRPr>
              </a:p>
              <a:p>
                <a:pPr>
                  <a:lnSpc>
                    <a:spcPct val="150000"/>
                  </a:lnSpc>
                </a:pPr>
                <a:r>
                  <a:rPr lang="zh-CN" altLang="en-US" sz="2400" b="1" dirty="0">
                    <a:solidFill>
                      <a:schemeClr val="bg1"/>
                    </a:solidFill>
                    <a:latin typeface="微软雅黑" panose="020B0503020204020204" charset="-122"/>
                    <a:ea typeface="微软雅黑" panose="020B0503020204020204" charset="-122"/>
                  </a:rPr>
                  <a:t>两端对</a:t>
                </a:r>
                <a14:m>
                  <m:oMath xmlns:m="http://schemas.openxmlformats.org/officeDocument/2006/math">
                    <m:r>
                      <a:rPr lang="zh-CN" altLang="en-US" sz="2400" b="1" i="1" dirty="0" smtClean="0">
                        <a:solidFill>
                          <a:schemeClr val="bg1"/>
                        </a:solidFill>
                        <a:latin typeface="Cambria Math" panose="02040503050406030204"/>
                        <a:ea typeface="微软雅黑" panose="020B0503020204020204" charset="-122"/>
                      </a:rPr>
                      <m:t>𝒙</m:t>
                    </m:r>
                  </m:oMath>
                </a14:m>
                <a:r>
                  <a:rPr lang="zh-CN" altLang="en-US" sz="2400" b="1" dirty="0">
                    <a:solidFill>
                      <a:schemeClr val="bg1"/>
                    </a:solidFill>
                    <a:latin typeface="微软雅黑" panose="020B0503020204020204" charset="-122"/>
                    <a:ea typeface="微软雅黑" panose="020B0503020204020204" charset="-122"/>
                  </a:rPr>
                  <a:t>求导，得</a:t>
                </a:r>
                <a:endParaRPr lang="en-US" altLang="zh-CN" sz="2400" b="1" dirty="0">
                  <a:solidFill>
                    <a:schemeClr val="bg1"/>
                  </a:solidFill>
                  <a:latin typeface="微软雅黑" panose="020B0503020204020204" charset="-122"/>
                  <a:ea typeface="微软雅黑" panose="020B0503020204020204" charset="-122"/>
                </a:endParaRPr>
              </a:p>
              <a:p>
                <a:pPr>
                  <a:lnSpc>
                    <a:spcPct val="150000"/>
                  </a:lnSpc>
                </a:pPr>
                <a:endParaRPr lang="en-US" altLang="zh-CN" sz="2400" b="1" dirty="0">
                  <a:solidFill>
                    <a:schemeClr val="bg1"/>
                  </a:solidFill>
                  <a:latin typeface="微软雅黑" panose="020B0503020204020204" charset="-122"/>
                  <a:ea typeface="微软雅黑" panose="020B0503020204020204" charset="-122"/>
                </a:endParaRPr>
              </a:p>
              <a:p>
                <a:pPr>
                  <a:lnSpc>
                    <a:spcPct val="150000"/>
                  </a:lnSpc>
                </a:pPr>
                <a:r>
                  <a:rPr lang="zh-CN" altLang="en-US" sz="2400" b="1" dirty="0">
                    <a:solidFill>
                      <a:schemeClr val="bg1"/>
                    </a:solidFill>
                    <a:latin typeface="微软雅黑" panose="020B0503020204020204" charset="-122"/>
                    <a:ea typeface="微软雅黑" panose="020B0503020204020204" charset="-122"/>
                  </a:rPr>
                  <a:t>即</a:t>
                </a:r>
                <a14:m>
                  <m:oMath xmlns:m="http://schemas.openxmlformats.org/officeDocument/2006/math">
                    <m:r>
                      <a:rPr lang="zh-CN" altLang="en-US" sz="2400" b="1" i="1" dirty="0" smtClean="0">
                        <a:solidFill>
                          <a:schemeClr val="bg1"/>
                        </a:solidFill>
                        <a:latin typeface="Cambria Math" panose="02040503050406030204"/>
                        <a:ea typeface="微软雅黑" panose="020B0503020204020204" charset="-122"/>
                      </a:rPr>
                      <m:t>𝑭</m:t>
                    </m:r>
                    <m:r>
                      <a:rPr lang="zh-CN" altLang="en-US" sz="2400" b="1" i="1" baseline="-25000" dirty="0" smtClean="0">
                        <a:solidFill>
                          <a:schemeClr val="bg1"/>
                        </a:solidFill>
                        <a:latin typeface="Cambria Math" panose="02040503050406030204"/>
                        <a:ea typeface="微软雅黑" panose="020B0503020204020204" charset="-122"/>
                      </a:rPr>
                      <m:t>𝒙</m:t>
                    </m:r>
                    <m:r>
                      <a:rPr lang="zh-CN" altLang="en-US" sz="2400" b="1" i="1" dirty="0">
                        <a:solidFill>
                          <a:schemeClr val="bg1"/>
                        </a:solidFill>
                        <a:latin typeface="Cambria Math" panose="02040503050406030204"/>
                        <a:ea typeface="微软雅黑" panose="020B0503020204020204" charset="-122"/>
                      </a:rPr>
                      <m:t>+</m:t>
                    </m:r>
                    <m:r>
                      <a:rPr lang="zh-CN" altLang="en-US" sz="2400" b="1" i="1" dirty="0">
                        <a:solidFill>
                          <a:schemeClr val="bg1"/>
                        </a:solidFill>
                        <a:latin typeface="Cambria Math" panose="02040503050406030204"/>
                        <a:ea typeface="微软雅黑" panose="020B0503020204020204" charset="-122"/>
                      </a:rPr>
                      <m:t>𝑭𝒚</m:t>
                    </m:r>
                    <m:f>
                      <m:fPr>
                        <m:ctrlPr>
                          <a:rPr lang="en-US" altLang="zh-CN" sz="2400" b="1" i="1" baseline="-25000" dirty="0" smtClean="0">
                            <a:solidFill>
                              <a:schemeClr val="bg1"/>
                            </a:solidFill>
                            <a:latin typeface="Cambria Math" panose="02040503050406030204" pitchFamily="18" charset="0"/>
                            <a:ea typeface="微软雅黑" panose="020B0503020204020204" charset="-122"/>
                          </a:rPr>
                        </m:ctrlPr>
                      </m:fPr>
                      <m:num>
                        <m:r>
                          <a:rPr lang="zh-CN" altLang="en-US" sz="2400" b="1" dirty="0">
                            <a:solidFill>
                              <a:schemeClr val="bg1"/>
                            </a:solidFill>
                            <a:latin typeface="Cambria Math" panose="02040503050406030204"/>
                            <a:ea typeface="微软雅黑" panose="020B0503020204020204" charset="-122"/>
                          </a:rPr>
                          <m:t>𝐝</m:t>
                        </m:r>
                        <m:r>
                          <a:rPr lang="zh-CN" altLang="en-US" sz="2400" b="1" i="1" dirty="0">
                            <a:solidFill>
                              <a:schemeClr val="bg1"/>
                            </a:solidFill>
                            <a:latin typeface="Cambria Math" panose="02040503050406030204"/>
                            <a:ea typeface="微软雅黑" panose="020B0503020204020204" charset="-122"/>
                          </a:rPr>
                          <m:t>𝒚</m:t>
                        </m:r>
                      </m:num>
                      <m:den>
                        <m:r>
                          <a:rPr lang="zh-CN" altLang="en-US" sz="2400" b="1" dirty="0">
                            <a:solidFill>
                              <a:schemeClr val="bg1"/>
                            </a:solidFill>
                            <a:latin typeface="Cambria Math" panose="02040503050406030204"/>
                            <a:ea typeface="微软雅黑" panose="020B0503020204020204" charset="-122"/>
                          </a:rPr>
                          <m:t>𝐝</m:t>
                        </m:r>
                        <m:r>
                          <a:rPr lang="zh-CN" altLang="en-US" sz="2400" b="1" i="1" dirty="0">
                            <a:solidFill>
                              <a:schemeClr val="bg1"/>
                            </a:solidFill>
                            <a:latin typeface="Cambria Math" panose="02040503050406030204"/>
                            <a:ea typeface="微软雅黑" panose="020B0503020204020204" charset="-122"/>
                          </a:rPr>
                          <m:t>𝒙</m:t>
                        </m:r>
                      </m:den>
                    </m:f>
                    <m:r>
                      <a:rPr lang="zh-CN" altLang="en-US" sz="2400" b="1" i="1" dirty="0">
                        <a:solidFill>
                          <a:schemeClr val="bg1"/>
                        </a:solidFill>
                        <a:latin typeface="Cambria Math" panose="02040503050406030204"/>
                        <a:ea typeface="微软雅黑" panose="020B0503020204020204" charset="-122"/>
                      </a:rPr>
                      <m:t>=</m:t>
                    </m:r>
                    <m:r>
                      <a:rPr lang="zh-CN" altLang="en-US" sz="2400" b="1" i="1" dirty="0">
                        <a:solidFill>
                          <a:schemeClr val="bg1"/>
                        </a:solidFill>
                        <a:latin typeface="Cambria Math" panose="02040503050406030204"/>
                        <a:ea typeface="MS Mincho" charset="0"/>
                        <a:cs typeface="Cambria Math" panose="02040503050406030204"/>
                      </a:rPr>
                      <m:t>𝟎</m:t>
                    </m:r>
                  </m:oMath>
                </a14:m>
                <a:endParaRPr lang="zh-CN" altLang="en-US" sz="2400" b="1" i="1" dirty="0">
                  <a:solidFill>
                    <a:schemeClr val="bg1"/>
                  </a:solidFill>
                  <a:latin typeface="Cambria Math" panose="02040503050406030204"/>
                  <a:ea typeface="微软雅黑" panose="020B0503020204020204" charset="-122"/>
                </a:endParaRPr>
              </a:p>
            </p:txBody>
          </p:sp>
        </mc:Choice>
        <mc:Fallback>
          <p:sp>
            <p:nvSpPr>
              <p:cNvPr id="8" name="文本框 7"/>
              <p:cNvSpPr txBox="1">
                <a:spLocks noRot="1" noChangeAspect="1" noMove="1" noResize="1" noEditPoints="1" noAdjustHandles="1" noChangeArrowheads="1" noChangeShapeType="1" noTextEdit="1"/>
              </p:cNvSpPr>
              <p:nvPr/>
            </p:nvSpPr>
            <p:spPr>
              <a:xfrm>
                <a:off x="750570" y="1289685"/>
                <a:ext cx="10623550" cy="4973320"/>
              </a:xfrm>
              <a:prstGeom prst="rect">
                <a:avLst/>
              </a:prstGeom>
              <a:blipFill rotWithShape="1">
                <a:blip r:embed="rId1"/>
                <a:stretch>
                  <a:fillRect/>
                </a:stretch>
              </a:blipFill>
            </p:spPr>
            <p:txBody>
              <a:bodyPr/>
              <a:lstStyle/>
              <a:p>
                <a:r>
                  <a:rPr lang="zh-CN" altLang="en-US">
                    <a:noFill/>
                  </a:rPr>
                  <a:t> </a:t>
                </a:r>
              </a:p>
            </p:txBody>
          </p:sp>
        </mc:Fallback>
      </mc:AlternateContent>
      <p:sp>
        <p:nvSpPr>
          <p:cNvPr id="11" name="矩形: 圆角 133"/>
          <p:cNvSpPr/>
          <p:nvPr/>
        </p:nvSpPr>
        <p:spPr>
          <a:xfrm rot="2700000">
            <a:off x="481528" y="324463"/>
            <a:ext cx="608141" cy="608141"/>
          </a:xfrm>
          <a:prstGeom prst="roundRect">
            <a:avLst/>
          </a:prstGeom>
          <a:solidFill>
            <a:schemeClr val="accent1"/>
          </a:solidFill>
          <a:ln w="38100">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Arial" panose="020B0604020202020204"/>
              <a:ea typeface="微软雅黑" panose="020B0503020204020204" charset="-122"/>
              <a:cs typeface="+mn-cs"/>
            </a:endParaRPr>
          </a:p>
        </p:txBody>
      </p:sp>
      <p:cxnSp>
        <p:nvCxnSpPr>
          <p:cNvPr id="12" name="直接连接符 11"/>
          <p:cNvCxnSpPr/>
          <p:nvPr/>
        </p:nvCxnSpPr>
        <p:spPr>
          <a:xfrm>
            <a:off x="1046328" y="1023585"/>
            <a:ext cx="11145672"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4" name="任意多边形: 形状 137"/>
          <p:cNvSpPr/>
          <p:nvPr/>
        </p:nvSpPr>
        <p:spPr>
          <a:xfrm rot="2700000">
            <a:off x="10236192" y="807057"/>
            <a:ext cx="433056" cy="433056"/>
          </a:xfrm>
          <a:custGeom>
            <a:avLst/>
            <a:gdLst>
              <a:gd name="connsiteX0" fmla="*/ 29688 w 542085"/>
              <a:gd name="connsiteY0" fmla="*/ 29687 h 542085"/>
              <a:gd name="connsiteX1" fmla="*/ 101359 w 542085"/>
              <a:gd name="connsiteY1" fmla="*/ 0 h 542085"/>
              <a:gd name="connsiteX2" fmla="*/ 506782 w 542085"/>
              <a:gd name="connsiteY2" fmla="*/ 0 h 542085"/>
              <a:gd name="connsiteX3" fmla="*/ 542085 w 542085"/>
              <a:gd name="connsiteY3" fmla="*/ 7127 h 542085"/>
              <a:gd name="connsiteX4" fmla="*/ 7127 w 542085"/>
              <a:gd name="connsiteY4" fmla="*/ 542085 h 542085"/>
              <a:gd name="connsiteX5" fmla="*/ 0 w 542085"/>
              <a:gd name="connsiteY5" fmla="*/ 506782 h 542085"/>
              <a:gd name="connsiteX6" fmla="*/ 0 w 542085"/>
              <a:gd name="connsiteY6" fmla="*/ 101359 h 542085"/>
              <a:gd name="connsiteX7" fmla="*/ 29688 w 542085"/>
              <a:gd name="connsiteY7" fmla="*/ 29687 h 542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2085" h="542085">
                <a:moveTo>
                  <a:pt x="29688" y="29687"/>
                </a:moveTo>
                <a:cubicBezTo>
                  <a:pt x="48030" y="11345"/>
                  <a:pt x="73370" y="0"/>
                  <a:pt x="101359" y="0"/>
                </a:cubicBezTo>
                <a:lnTo>
                  <a:pt x="506782" y="0"/>
                </a:lnTo>
                <a:lnTo>
                  <a:pt x="542085" y="7127"/>
                </a:lnTo>
                <a:lnTo>
                  <a:pt x="7127" y="542085"/>
                </a:lnTo>
                <a:lnTo>
                  <a:pt x="0" y="506782"/>
                </a:lnTo>
                <a:lnTo>
                  <a:pt x="0" y="101359"/>
                </a:lnTo>
                <a:cubicBezTo>
                  <a:pt x="0" y="73369"/>
                  <a:pt x="11345" y="48029"/>
                  <a:pt x="29688" y="29687"/>
                </a:cubicBezTo>
                <a:close/>
              </a:path>
            </a:pathLst>
          </a:cu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Arial" panose="020B0604020202020204"/>
              <a:ea typeface="微软雅黑" panose="020B0503020204020204" charset="-122"/>
              <a:cs typeface="+mn-cs"/>
            </a:endParaRPr>
          </a:p>
        </p:txBody>
      </p:sp>
      <p:sp>
        <p:nvSpPr>
          <p:cNvPr id="15" name="任意多边形: 形状 138"/>
          <p:cNvSpPr/>
          <p:nvPr/>
        </p:nvSpPr>
        <p:spPr>
          <a:xfrm rot="2700000">
            <a:off x="10688014" y="807057"/>
            <a:ext cx="433056" cy="433056"/>
          </a:xfrm>
          <a:custGeom>
            <a:avLst/>
            <a:gdLst>
              <a:gd name="connsiteX0" fmla="*/ 29688 w 542085"/>
              <a:gd name="connsiteY0" fmla="*/ 29687 h 542085"/>
              <a:gd name="connsiteX1" fmla="*/ 101359 w 542085"/>
              <a:gd name="connsiteY1" fmla="*/ 0 h 542085"/>
              <a:gd name="connsiteX2" fmla="*/ 506782 w 542085"/>
              <a:gd name="connsiteY2" fmla="*/ 0 h 542085"/>
              <a:gd name="connsiteX3" fmla="*/ 542085 w 542085"/>
              <a:gd name="connsiteY3" fmla="*/ 7127 h 542085"/>
              <a:gd name="connsiteX4" fmla="*/ 7127 w 542085"/>
              <a:gd name="connsiteY4" fmla="*/ 542085 h 542085"/>
              <a:gd name="connsiteX5" fmla="*/ 0 w 542085"/>
              <a:gd name="connsiteY5" fmla="*/ 506782 h 542085"/>
              <a:gd name="connsiteX6" fmla="*/ 0 w 542085"/>
              <a:gd name="connsiteY6" fmla="*/ 101359 h 542085"/>
              <a:gd name="connsiteX7" fmla="*/ 29688 w 542085"/>
              <a:gd name="connsiteY7" fmla="*/ 29687 h 542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2085" h="542085">
                <a:moveTo>
                  <a:pt x="29688" y="29687"/>
                </a:moveTo>
                <a:cubicBezTo>
                  <a:pt x="48030" y="11345"/>
                  <a:pt x="73370" y="0"/>
                  <a:pt x="101359" y="0"/>
                </a:cubicBezTo>
                <a:lnTo>
                  <a:pt x="506782" y="0"/>
                </a:lnTo>
                <a:lnTo>
                  <a:pt x="542085" y="7127"/>
                </a:lnTo>
                <a:lnTo>
                  <a:pt x="7127" y="542085"/>
                </a:lnTo>
                <a:lnTo>
                  <a:pt x="0" y="506782"/>
                </a:lnTo>
                <a:lnTo>
                  <a:pt x="0" y="101359"/>
                </a:lnTo>
                <a:cubicBezTo>
                  <a:pt x="0" y="73369"/>
                  <a:pt x="11345" y="48029"/>
                  <a:pt x="29688" y="29687"/>
                </a:cubicBezTo>
                <a:close/>
              </a:path>
            </a:pathLst>
          </a:cu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Arial" panose="020B0604020202020204"/>
              <a:ea typeface="微软雅黑" panose="020B0503020204020204" charset="-122"/>
              <a:cs typeface="+mn-cs"/>
            </a:endParaRPr>
          </a:p>
        </p:txBody>
      </p:sp>
      <p:sp>
        <p:nvSpPr>
          <p:cNvPr id="16" name="任意多边形: 形状 139"/>
          <p:cNvSpPr/>
          <p:nvPr/>
        </p:nvSpPr>
        <p:spPr>
          <a:xfrm rot="2700000">
            <a:off x="11139835" y="807057"/>
            <a:ext cx="433056" cy="433056"/>
          </a:xfrm>
          <a:custGeom>
            <a:avLst/>
            <a:gdLst>
              <a:gd name="connsiteX0" fmla="*/ 29688 w 542085"/>
              <a:gd name="connsiteY0" fmla="*/ 29687 h 542085"/>
              <a:gd name="connsiteX1" fmla="*/ 101359 w 542085"/>
              <a:gd name="connsiteY1" fmla="*/ 0 h 542085"/>
              <a:gd name="connsiteX2" fmla="*/ 506782 w 542085"/>
              <a:gd name="connsiteY2" fmla="*/ 0 h 542085"/>
              <a:gd name="connsiteX3" fmla="*/ 542085 w 542085"/>
              <a:gd name="connsiteY3" fmla="*/ 7127 h 542085"/>
              <a:gd name="connsiteX4" fmla="*/ 7127 w 542085"/>
              <a:gd name="connsiteY4" fmla="*/ 542085 h 542085"/>
              <a:gd name="connsiteX5" fmla="*/ 0 w 542085"/>
              <a:gd name="connsiteY5" fmla="*/ 506782 h 542085"/>
              <a:gd name="connsiteX6" fmla="*/ 0 w 542085"/>
              <a:gd name="connsiteY6" fmla="*/ 101359 h 542085"/>
              <a:gd name="connsiteX7" fmla="*/ 29688 w 542085"/>
              <a:gd name="connsiteY7" fmla="*/ 29687 h 542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2085" h="542085">
                <a:moveTo>
                  <a:pt x="29688" y="29687"/>
                </a:moveTo>
                <a:cubicBezTo>
                  <a:pt x="48030" y="11345"/>
                  <a:pt x="73370" y="0"/>
                  <a:pt x="101359" y="0"/>
                </a:cubicBezTo>
                <a:lnTo>
                  <a:pt x="506782" y="0"/>
                </a:lnTo>
                <a:lnTo>
                  <a:pt x="542085" y="7127"/>
                </a:lnTo>
                <a:lnTo>
                  <a:pt x="7127" y="542085"/>
                </a:lnTo>
                <a:lnTo>
                  <a:pt x="0" y="506782"/>
                </a:lnTo>
                <a:lnTo>
                  <a:pt x="0" y="101359"/>
                </a:lnTo>
                <a:cubicBezTo>
                  <a:pt x="0" y="73369"/>
                  <a:pt x="11345" y="48029"/>
                  <a:pt x="29688" y="29687"/>
                </a:cubicBezTo>
                <a:close/>
              </a:path>
            </a:pathLst>
          </a:cu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Arial" panose="020B0604020202020204"/>
              <a:ea typeface="微软雅黑" panose="020B0503020204020204" charset="-122"/>
              <a:cs typeface="+mn-cs"/>
            </a:endParaRPr>
          </a:p>
        </p:txBody>
      </p:sp>
      <p:sp>
        <p:nvSpPr>
          <p:cNvPr id="13" name="文本框 135"/>
          <p:cNvSpPr txBox="1"/>
          <p:nvPr/>
        </p:nvSpPr>
        <p:spPr>
          <a:xfrm>
            <a:off x="1403349" y="366923"/>
            <a:ext cx="4264309" cy="584775"/>
          </a:xfrm>
          <a:prstGeom prst="rect">
            <a:avLst/>
          </a:prstGeom>
          <a:noFill/>
        </p:spPr>
        <p:txBody>
          <a:bodyPr wrap="none" rtlCol="0">
            <a:spAutoFit/>
            <a:scene3d>
              <a:camera prst="orthographicFront"/>
              <a:lightRig rig="threePt" dir="t"/>
            </a:scene3d>
            <a:sp3d contourW="6350"/>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chemeClr val="bg1"/>
                </a:solidFill>
                <a:effectLst/>
                <a:uLnTx/>
                <a:uFillTx/>
                <a:latin typeface="Arial" panose="020B0604020202020204"/>
                <a:ea typeface="微软雅黑" panose="020B0503020204020204" charset="-122"/>
                <a:cs typeface="+mn-cs"/>
              </a:rPr>
              <a:t>5.5  </a:t>
            </a:r>
            <a:r>
              <a:rPr kumimoji="0" lang="zh-CN" altLang="en-US" sz="3200" b="1" i="0" u="none" strike="noStrike" kern="1200" cap="none" spc="0" normalizeH="0" baseline="0" noProof="0" dirty="0">
                <a:ln>
                  <a:noFill/>
                </a:ln>
                <a:solidFill>
                  <a:schemeClr val="bg1"/>
                </a:solidFill>
                <a:effectLst/>
                <a:uLnTx/>
                <a:uFillTx/>
                <a:latin typeface="Arial" panose="020B0604020202020204"/>
                <a:ea typeface="微软雅黑" panose="020B0503020204020204" charset="-122"/>
                <a:cs typeface="+mn-cs"/>
              </a:rPr>
              <a:t>隐函数的求导法则</a:t>
            </a:r>
            <a:endParaRPr kumimoji="0" lang="zh-CN" altLang="en-US" sz="3200" b="1" i="0" u="none" strike="noStrike" kern="1200" cap="none" spc="0" normalizeH="0" baseline="0" noProof="0" dirty="0">
              <a:ln>
                <a:noFill/>
              </a:ln>
              <a:solidFill>
                <a:schemeClr val="bg1"/>
              </a:solidFill>
              <a:effectLst/>
              <a:uLnTx/>
              <a:uFillTx/>
              <a:latin typeface="Arial" panose="020B0604020202020204"/>
              <a:ea typeface="微软雅黑" panose="020B0503020204020204" charset="-122"/>
              <a:cs typeface="+mn-cs"/>
            </a:endParaRPr>
          </a:p>
        </p:txBody>
      </p:sp>
      <p:pic>
        <p:nvPicPr>
          <p:cNvPr id="18" name="图片 17"/>
          <p:cNvPicPr>
            <a:picLocks noChangeAspect="1"/>
          </p:cNvPicPr>
          <p:nvPr/>
        </p:nvPicPr>
        <p:blipFill>
          <a:blip r:embed="rId2"/>
          <a:stretch>
            <a:fillRect/>
          </a:stretch>
        </p:blipFill>
        <p:spPr>
          <a:xfrm>
            <a:off x="4648910" y="4639150"/>
            <a:ext cx="1838706" cy="570424"/>
          </a:xfrm>
          <a:prstGeom prst="rect">
            <a:avLst/>
          </a:prstGeom>
        </p:spPr>
      </p:pic>
    </p:spTree>
  </p:cSld>
  <p:clrMapOvr>
    <a:masterClrMapping/>
  </p:clrMapOvr>
  <p:transition spd="slow">
    <p:pull/>
  </p:transition>
</p:sld>
</file>

<file path=ppt/slides/slide71.xml><?xml version="1.0" encoding="utf-8"?>
<p:sld xmlns:a="http://schemas.openxmlformats.org/drawingml/2006/main" xmlns:r="http://schemas.openxmlformats.org/officeDocument/2006/relationships" xmlns:p="http://schemas.openxmlformats.org/presentationml/2006/main">
  <p:cSld>
    <p:bg>
      <p:bgPr>
        <a:gradFill>
          <a:gsLst>
            <a:gs pos="0">
              <a:srgbClr val="0D1B2A"/>
            </a:gs>
            <a:gs pos="60000">
              <a:srgbClr val="1B263B"/>
            </a:gs>
            <a:gs pos="100000">
              <a:srgbClr val="102A43"/>
            </a:gs>
          </a:gsLst>
          <a:lin ang="2700000" scaled="0"/>
        </a:gradFill>
        <a:effectLst/>
      </p:bgPr>
    </p:bg>
    <p:spTree>
      <p:nvGrpSpPr>
        <p:cNvPr id="1" name=""/>
        <p:cNvGrpSpPr/>
        <p:nvPr/>
      </p:nvGrpSpPr>
      <p:grpSpPr>
        <a:xfrm>
          <a:off x="0" y="0"/>
          <a:ext cx="0" cy="0"/>
          <a:chOff x="0" y="0"/>
          <a:chExt cx="0" cy="0"/>
        </a:xfrm>
      </p:grpSpPr>
      <p:sp>
        <p:nvSpPr>
          <p:cNvPr id="7" name="矩形 6"/>
          <p:cNvSpPr/>
          <p:nvPr/>
        </p:nvSpPr>
        <p:spPr>
          <a:xfrm>
            <a:off x="592424" y="1223492"/>
            <a:ext cx="7795219" cy="4842457"/>
          </a:xfrm>
          <a:prstGeom prst="rect">
            <a:avLst/>
          </a:prstGeom>
          <a:noFill/>
          <a:ln w="28575">
            <a:solidFill>
              <a:srgbClr val="0070C0"/>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mc:AlternateContent xmlns:mc="http://schemas.openxmlformats.org/markup-compatibility/2006">
        <mc:Choice xmlns:a14="http://schemas.microsoft.com/office/drawing/2010/main" Requires="a14">
          <p:sp>
            <p:nvSpPr>
              <p:cNvPr id="8" name="文本框 7"/>
              <p:cNvSpPr txBox="1"/>
              <p:nvPr/>
            </p:nvSpPr>
            <p:spPr>
              <a:xfrm>
                <a:off x="750507" y="1289571"/>
                <a:ext cx="7388782" cy="2783840"/>
              </a:xfrm>
              <a:prstGeom prst="rect">
                <a:avLst/>
              </a:prstGeom>
              <a:noFill/>
            </p:spPr>
            <p:txBody>
              <a:bodyPr wrap="square" rtlCol="0">
                <a:spAutoFit/>
              </a:bodyPr>
              <a:lstStyle/>
              <a:p>
                <a:pPr>
                  <a:lnSpc>
                    <a:spcPct val="150000"/>
                  </a:lnSpc>
                </a:pPr>
                <a:r>
                  <a:rPr lang="zh-CN" altLang="en-US" sz="2800" dirty="0">
                    <a:solidFill>
                      <a:schemeClr val="bg1"/>
                    </a:solidFill>
                    <a:latin typeface="微软雅黑" panose="020B0503020204020204" charset="-122"/>
                    <a:ea typeface="微软雅黑" panose="020B0503020204020204" charset="-122"/>
                  </a:rPr>
                  <a:t>由于</a:t>
                </a:r>
                <a14:m>
                  <m:oMath xmlns:m="http://schemas.openxmlformats.org/officeDocument/2006/math">
                    <m:r>
                      <a:rPr lang="zh-CN" altLang="en-US" sz="2800" i="1" dirty="0" smtClean="0">
                        <a:solidFill>
                          <a:schemeClr val="bg1"/>
                        </a:solidFill>
                        <a:latin typeface="Cambria Math" panose="02040503050406030204"/>
                        <a:ea typeface="微软雅黑" panose="020B0503020204020204" charset="-122"/>
                      </a:rPr>
                      <m:t>𝐹</m:t>
                    </m:r>
                    <m:r>
                      <a:rPr lang="zh-CN" altLang="en-US" sz="2800" i="1" baseline="-25000" dirty="0">
                        <a:solidFill>
                          <a:schemeClr val="bg1"/>
                        </a:solidFill>
                        <a:latin typeface="Cambria Math" panose="02040503050406030204"/>
                        <a:ea typeface="微软雅黑" panose="020B0503020204020204" charset="-122"/>
                      </a:rPr>
                      <m:t>𝑦</m:t>
                    </m:r>
                    <m:r>
                      <a:rPr lang="en-US" altLang="zh-CN" sz="2800" i="1" dirty="0">
                        <a:solidFill>
                          <a:schemeClr val="bg1"/>
                        </a:solidFill>
                        <a:latin typeface="Cambria Math" panose="02040503050406030204"/>
                        <a:ea typeface="微软雅黑" panose="020B0503020204020204" charset="-122"/>
                      </a:rPr>
                      <m:t>(</m:t>
                    </m:r>
                    <m:r>
                      <a:rPr lang="zh-CN" altLang="en-US" sz="2800" i="1" dirty="0">
                        <a:solidFill>
                          <a:schemeClr val="bg1"/>
                        </a:solidFill>
                        <a:latin typeface="Cambria Math" panose="02040503050406030204"/>
                        <a:ea typeface="微软雅黑" panose="020B0503020204020204" charset="-122"/>
                      </a:rPr>
                      <m:t>𝑥</m:t>
                    </m:r>
                    <m:r>
                      <a:rPr lang="zh-CN" altLang="en-US" sz="2800" i="1" dirty="0">
                        <a:solidFill>
                          <a:schemeClr val="bg1"/>
                        </a:solidFill>
                        <a:latin typeface="Cambria Math" panose="02040503050406030204"/>
                        <a:ea typeface="微软雅黑" panose="020B0503020204020204" charset="-122"/>
                      </a:rPr>
                      <m:t>,</m:t>
                    </m:r>
                    <m:r>
                      <a:rPr lang="zh-CN" altLang="en-US" sz="2800" i="1" dirty="0">
                        <a:solidFill>
                          <a:schemeClr val="bg1"/>
                        </a:solidFill>
                        <a:latin typeface="Cambria Math" panose="02040503050406030204"/>
                        <a:ea typeface="微软雅黑" panose="020B0503020204020204" charset="-122"/>
                      </a:rPr>
                      <m:t>𝑦</m:t>
                    </m:r>
                    <m:r>
                      <a:rPr lang="en-US" altLang="zh-CN" sz="2800" i="1" dirty="0">
                        <a:solidFill>
                          <a:schemeClr val="bg1"/>
                        </a:solidFill>
                        <a:latin typeface="Cambria Math" panose="02040503050406030204"/>
                        <a:ea typeface="微软雅黑" panose="020B0503020204020204" charset="-122"/>
                      </a:rPr>
                      <m:t>)</m:t>
                    </m:r>
                    <m:r>
                      <a:rPr lang="zh-CN" altLang="en-US" sz="2800" i="1" dirty="0">
                        <a:solidFill>
                          <a:schemeClr val="bg1"/>
                        </a:solidFill>
                        <a:latin typeface="Cambria Math" panose="02040503050406030204"/>
                        <a:ea typeface="微软雅黑" panose="020B0503020204020204" charset="-122"/>
                      </a:rPr>
                      <m:t>≠</m:t>
                    </m:r>
                    <m:r>
                      <a:rPr lang="zh-CN" altLang="en-US" sz="2800" i="1" dirty="0" smtClean="0">
                        <a:solidFill>
                          <a:schemeClr val="bg1"/>
                        </a:solidFill>
                        <a:latin typeface="Cambria Math" panose="02040503050406030204"/>
                        <a:ea typeface="微软雅黑" panose="020B0503020204020204" charset="-122"/>
                      </a:rPr>
                      <m:t>0</m:t>
                    </m:r>
                  </m:oMath>
                </a14:m>
                <a:r>
                  <a:rPr lang="zh-CN" altLang="en-US" sz="2800" dirty="0">
                    <a:solidFill>
                      <a:schemeClr val="bg1"/>
                    </a:solidFill>
                    <a:latin typeface="微软雅黑" panose="020B0503020204020204" charset="-122"/>
                    <a:ea typeface="微软雅黑" panose="020B0503020204020204" charset="-122"/>
                  </a:rPr>
                  <a:t>，故有</a:t>
                </a:r>
                <a:endParaRPr lang="en-US" altLang="zh-CN" sz="2800" dirty="0">
                  <a:solidFill>
                    <a:schemeClr val="bg1"/>
                  </a:solidFill>
                  <a:latin typeface="微软雅黑" panose="020B0503020204020204" charset="-122"/>
                  <a:ea typeface="微软雅黑" panose="020B0503020204020204" charset="-122"/>
                </a:endParaRPr>
              </a:p>
              <a:p>
                <a:pPr>
                  <a:lnSpc>
                    <a:spcPct val="150000"/>
                  </a:lnSpc>
                </a:pPr>
                <a14:m>
                  <m:oMathPara xmlns:m="http://schemas.openxmlformats.org/officeDocument/2006/math">
                    <m:oMathParaPr>
                      <m:jc m:val="centerGroup"/>
                    </m:oMathParaPr>
                    <m:oMath xmlns:m="http://schemas.openxmlformats.org/officeDocument/2006/math">
                      <m:f>
                        <m:fPr>
                          <m:ctrlPr>
                            <a:rPr lang="en-US" altLang="zh-CN" sz="2800" i="1" smtClean="0">
                              <a:solidFill>
                                <a:schemeClr val="bg1"/>
                              </a:solidFill>
                              <a:latin typeface="Cambria Math" panose="02040503050406030204" pitchFamily="18" charset="0"/>
                              <a:ea typeface="微软雅黑" panose="020B0503020204020204" charset="-122"/>
                            </a:rPr>
                          </m:ctrlPr>
                        </m:fPr>
                        <m:num>
                          <m:r>
                            <m:rPr>
                              <m:sty m:val="p"/>
                            </m:rPr>
                            <a:rPr lang="en-US" altLang="zh-CN" sz="2800" b="0" i="0" smtClean="0">
                              <a:solidFill>
                                <a:schemeClr val="bg1"/>
                              </a:solidFill>
                              <a:latin typeface="Cambria Math" panose="02040503050406030204"/>
                              <a:ea typeface="微软雅黑" panose="020B0503020204020204" charset="-122"/>
                            </a:rPr>
                            <m:t>d</m:t>
                          </m:r>
                          <m:r>
                            <a:rPr lang="en-US" altLang="zh-CN" sz="2800" b="0" i="1" smtClean="0">
                              <a:solidFill>
                                <a:schemeClr val="bg1"/>
                              </a:solidFill>
                              <a:latin typeface="Cambria Math" panose="02040503050406030204"/>
                              <a:ea typeface="微软雅黑" panose="020B0503020204020204" charset="-122"/>
                            </a:rPr>
                            <m:t>𝑦</m:t>
                          </m:r>
                        </m:num>
                        <m:den>
                          <m:r>
                            <m:rPr>
                              <m:sty m:val="p"/>
                            </m:rPr>
                            <a:rPr lang="en-US" altLang="zh-CN" sz="2800" b="0" i="0" smtClean="0">
                              <a:solidFill>
                                <a:schemeClr val="bg1"/>
                              </a:solidFill>
                              <a:latin typeface="Cambria Math" panose="02040503050406030204"/>
                              <a:ea typeface="微软雅黑" panose="020B0503020204020204" charset="-122"/>
                            </a:rPr>
                            <m:t>d</m:t>
                          </m:r>
                          <m:r>
                            <a:rPr lang="en-US" altLang="zh-CN" sz="2800" b="0" i="1" smtClean="0">
                              <a:solidFill>
                                <a:schemeClr val="bg1"/>
                              </a:solidFill>
                              <a:latin typeface="Cambria Math" panose="02040503050406030204"/>
                              <a:ea typeface="微软雅黑" panose="020B0503020204020204" charset="-122"/>
                            </a:rPr>
                            <m:t>𝑥</m:t>
                          </m:r>
                        </m:den>
                      </m:f>
                      <m:r>
                        <a:rPr lang="en-US" altLang="zh-CN" sz="2800" b="0" i="1" smtClean="0">
                          <a:solidFill>
                            <a:schemeClr val="bg1"/>
                          </a:solidFill>
                          <a:latin typeface="Cambria Math" panose="02040503050406030204"/>
                          <a:ea typeface="微软雅黑" panose="020B0503020204020204" charset="-122"/>
                        </a:rPr>
                        <m:t>=−</m:t>
                      </m:r>
                      <m:f>
                        <m:fPr>
                          <m:ctrlPr>
                            <a:rPr lang="en-US" altLang="zh-CN" sz="2800" b="0" i="1" smtClean="0">
                              <a:solidFill>
                                <a:schemeClr val="bg1"/>
                              </a:solidFill>
                              <a:latin typeface="Cambria Math" panose="02040503050406030204" pitchFamily="18" charset="0"/>
                              <a:ea typeface="微软雅黑" panose="020B0503020204020204" charset="-122"/>
                            </a:rPr>
                          </m:ctrlPr>
                        </m:fPr>
                        <m:num>
                          <m:sSub>
                            <m:sSubPr>
                              <m:ctrlPr>
                                <a:rPr lang="en-US" altLang="zh-CN" sz="2800" b="0" i="1" smtClean="0">
                                  <a:solidFill>
                                    <a:schemeClr val="bg1"/>
                                  </a:solidFill>
                                  <a:latin typeface="Cambria Math" panose="02040503050406030204" pitchFamily="18" charset="0"/>
                                  <a:ea typeface="微软雅黑" panose="020B0503020204020204" charset="-122"/>
                                </a:rPr>
                              </m:ctrlPr>
                            </m:sSubPr>
                            <m:e>
                              <m:r>
                                <a:rPr lang="en-US" altLang="zh-CN" sz="2800" b="0" i="1" smtClean="0">
                                  <a:solidFill>
                                    <a:schemeClr val="bg1"/>
                                  </a:solidFill>
                                  <a:latin typeface="Cambria Math" panose="02040503050406030204"/>
                                  <a:ea typeface="微软雅黑" panose="020B0503020204020204" charset="-122"/>
                                </a:rPr>
                                <m:t>𝐹</m:t>
                              </m:r>
                            </m:e>
                            <m:sub>
                              <m:r>
                                <a:rPr lang="en-US" altLang="zh-CN" sz="2800" b="0" i="1" smtClean="0">
                                  <a:solidFill>
                                    <a:schemeClr val="bg1"/>
                                  </a:solidFill>
                                  <a:latin typeface="Cambria Math" panose="02040503050406030204"/>
                                  <a:ea typeface="微软雅黑" panose="020B0503020204020204" charset="-122"/>
                                </a:rPr>
                                <m:t>𝑥</m:t>
                              </m:r>
                            </m:sub>
                          </m:sSub>
                          <m:r>
                            <a:rPr lang="en-US" altLang="zh-CN" sz="2800" b="0" i="1" smtClean="0">
                              <a:solidFill>
                                <a:schemeClr val="bg1"/>
                              </a:solidFill>
                              <a:latin typeface="Cambria Math" panose="02040503050406030204"/>
                              <a:ea typeface="微软雅黑" panose="020B0503020204020204" charset="-122"/>
                            </a:rPr>
                            <m:t>(</m:t>
                          </m:r>
                          <m:r>
                            <a:rPr lang="en-US" altLang="zh-CN" sz="2800" b="0" i="1" smtClean="0">
                              <a:solidFill>
                                <a:schemeClr val="bg1"/>
                              </a:solidFill>
                              <a:latin typeface="Cambria Math" panose="02040503050406030204"/>
                              <a:ea typeface="微软雅黑" panose="020B0503020204020204" charset="-122"/>
                            </a:rPr>
                            <m:t>𝑥</m:t>
                          </m:r>
                          <m:r>
                            <a:rPr lang="en-US" altLang="zh-CN" sz="2800" b="0" i="1" smtClean="0">
                              <a:solidFill>
                                <a:schemeClr val="bg1"/>
                              </a:solidFill>
                              <a:latin typeface="Cambria Math" panose="02040503050406030204"/>
                              <a:ea typeface="微软雅黑" panose="020B0503020204020204" charset="-122"/>
                            </a:rPr>
                            <m:t>,</m:t>
                          </m:r>
                          <m:r>
                            <a:rPr lang="en-US" altLang="zh-CN" sz="2800" b="0" i="1" smtClean="0">
                              <a:solidFill>
                                <a:schemeClr val="bg1"/>
                              </a:solidFill>
                              <a:latin typeface="Cambria Math" panose="02040503050406030204"/>
                              <a:ea typeface="微软雅黑" panose="020B0503020204020204" charset="-122"/>
                            </a:rPr>
                            <m:t>𝑦</m:t>
                          </m:r>
                          <m:r>
                            <a:rPr lang="en-US" altLang="zh-CN" sz="2800" b="0" i="1" smtClean="0">
                              <a:solidFill>
                                <a:schemeClr val="bg1"/>
                              </a:solidFill>
                              <a:latin typeface="Cambria Math" panose="02040503050406030204"/>
                              <a:ea typeface="微软雅黑" panose="020B0503020204020204" charset="-122"/>
                            </a:rPr>
                            <m:t>)</m:t>
                          </m:r>
                        </m:num>
                        <m:den>
                          <m:sSub>
                            <m:sSubPr>
                              <m:ctrlPr>
                                <a:rPr lang="en-US" altLang="zh-CN" sz="2800" b="0" i="1" smtClean="0">
                                  <a:solidFill>
                                    <a:schemeClr val="bg1"/>
                                  </a:solidFill>
                                  <a:latin typeface="Cambria Math" panose="02040503050406030204" pitchFamily="18" charset="0"/>
                                  <a:ea typeface="微软雅黑" panose="020B0503020204020204" charset="-122"/>
                                </a:rPr>
                              </m:ctrlPr>
                            </m:sSubPr>
                            <m:e>
                              <m:r>
                                <a:rPr lang="en-US" altLang="zh-CN" sz="2800" b="0" i="1" smtClean="0">
                                  <a:solidFill>
                                    <a:schemeClr val="bg1"/>
                                  </a:solidFill>
                                  <a:latin typeface="Cambria Math" panose="02040503050406030204"/>
                                  <a:ea typeface="微软雅黑" panose="020B0503020204020204" charset="-122"/>
                                </a:rPr>
                                <m:t>𝐹</m:t>
                              </m:r>
                            </m:e>
                            <m:sub>
                              <m:r>
                                <a:rPr lang="en-US" altLang="zh-CN" sz="2800" b="0" i="1" smtClean="0">
                                  <a:solidFill>
                                    <a:schemeClr val="bg1"/>
                                  </a:solidFill>
                                  <a:latin typeface="Cambria Math" panose="02040503050406030204"/>
                                  <a:ea typeface="微软雅黑" panose="020B0503020204020204" charset="-122"/>
                                </a:rPr>
                                <m:t>𝑦</m:t>
                              </m:r>
                            </m:sub>
                          </m:sSub>
                          <m:r>
                            <a:rPr lang="en-US" altLang="zh-CN" sz="2800" b="0" i="1" smtClean="0">
                              <a:solidFill>
                                <a:schemeClr val="bg1"/>
                              </a:solidFill>
                              <a:latin typeface="Cambria Math" panose="02040503050406030204"/>
                              <a:ea typeface="微软雅黑" panose="020B0503020204020204" charset="-122"/>
                            </a:rPr>
                            <m:t>(</m:t>
                          </m:r>
                          <m:r>
                            <a:rPr lang="en-US" altLang="zh-CN" sz="2800" b="0" i="1" smtClean="0">
                              <a:solidFill>
                                <a:schemeClr val="bg1"/>
                              </a:solidFill>
                              <a:latin typeface="Cambria Math" panose="02040503050406030204"/>
                              <a:ea typeface="微软雅黑" panose="020B0503020204020204" charset="-122"/>
                            </a:rPr>
                            <m:t>𝑥</m:t>
                          </m:r>
                          <m:r>
                            <a:rPr lang="en-US" altLang="zh-CN" sz="2800" b="0" i="1" smtClean="0">
                              <a:solidFill>
                                <a:schemeClr val="bg1"/>
                              </a:solidFill>
                              <a:latin typeface="Cambria Math" panose="02040503050406030204"/>
                              <a:ea typeface="微软雅黑" panose="020B0503020204020204" charset="-122"/>
                            </a:rPr>
                            <m:t>,</m:t>
                          </m:r>
                          <m:r>
                            <a:rPr lang="en-US" altLang="zh-CN" sz="2800" b="0" i="1" smtClean="0">
                              <a:solidFill>
                                <a:schemeClr val="bg1"/>
                              </a:solidFill>
                              <a:latin typeface="Cambria Math" panose="02040503050406030204"/>
                              <a:ea typeface="微软雅黑" panose="020B0503020204020204" charset="-122"/>
                            </a:rPr>
                            <m:t>𝑦</m:t>
                          </m:r>
                          <m:r>
                            <a:rPr lang="en-US" altLang="zh-CN" sz="2800" b="0" i="1" smtClean="0">
                              <a:solidFill>
                                <a:schemeClr val="bg1"/>
                              </a:solidFill>
                              <a:latin typeface="Cambria Math" panose="02040503050406030204"/>
                              <a:ea typeface="微软雅黑" panose="020B0503020204020204" charset="-122"/>
                            </a:rPr>
                            <m:t>)</m:t>
                          </m:r>
                        </m:den>
                      </m:f>
                    </m:oMath>
                  </m:oMathPara>
                </a14:m>
                <a:endParaRPr lang="en-US" altLang="zh-CN" sz="2800" dirty="0">
                  <a:solidFill>
                    <a:schemeClr val="bg1"/>
                  </a:solidFill>
                  <a:latin typeface="微软雅黑" panose="020B0503020204020204" charset="-122"/>
                  <a:ea typeface="微软雅黑" panose="020B0503020204020204" charset="-122"/>
                </a:endParaRPr>
              </a:p>
              <a:p>
                <a:pPr>
                  <a:lnSpc>
                    <a:spcPct val="150000"/>
                  </a:lnSpc>
                </a:pPr>
                <a:r>
                  <a:rPr lang="zh-CN" altLang="en-US" sz="2800" dirty="0">
                    <a:solidFill>
                      <a:schemeClr val="bg1"/>
                    </a:solidFill>
                    <a:latin typeface="微软雅黑" panose="020B0503020204020204" charset="-122"/>
                    <a:ea typeface="微软雅黑" panose="020B0503020204020204" charset="-122"/>
                  </a:rPr>
                  <a:t>这是一元隐函数的求导公式</a:t>
                </a:r>
                <a:r>
                  <a:rPr lang="en-US" altLang="zh-CN" sz="2800" dirty="0">
                    <a:solidFill>
                      <a:schemeClr val="bg1"/>
                    </a:solidFill>
                    <a:latin typeface="微软雅黑" panose="020B0503020204020204" charset="-122"/>
                    <a:ea typeface="微软雅黑" panose="020B0503020204020204" charset="-122"/>
                  </a:rPr>
                  <a:t>.</a:t>
                </a:r>
                <a:endParaRPr lang="en-US" altLang="zh-CN" sz="2800" dirty="0">
                  <a:solidFill>
                    <a:schemeClr val="bg1"/>
                  </a:solidFill>
                  <a:latin typeface="微软雅黑" panose="020B0503020204020204" charset="-122"/>
                  <a:ea typeface="微软雅黑" panose="020B0503020204020204" charset="-122"/>
                </a:endParaRPr>
              </a:p>
            </p:txBody>
          </p:sp>
        </mc:Choice>
        <mc:Fallback>
          <p:sp>
            <p:nvSpPr>
              <p:cNvPr id="8" name="文本框 7"/>
              <p:cNvSpPr txBox="1">
                <a:spLocks noRot="1" noChangeAspect="1" noMove="1" noResize="1" noEditPoints="1" noAdjustHandles="1" noChangeArrowheads="1" noChangeShapeType="1" noTextEdit="1"/>
              </p:cNvSpPr>
              <p:nvPr/>
            </p:nvSpPr>
            <p:spPr>
              <a:xfrm>
                <a:off x="750507" y="1289571"/>
                <a:ext cx="7388782" cy="2783840"/>
              </a:xfrm>
              <a:prstGeom prst="rect">
                <a:avLst/>
              </a:prstGeom>
              <a:blipFill rotWithShape="1">
                <a:blip r:embed="rId1"/>
                <a:stretch>
                  <a:fillRect l="-8" t="-19" r="7" b="19"/>
                </a:stretch>
              </a:blipFill>
            </p:spPr>
            <p:txBody>
              <a:bodyPr/>
              <a:lstStyle/>
              <a:p>
                <a:r>
                  <a:rPr lang="zh-CN" altLang="en-US">
                    <a:noFill/>
                  </a:rPr>
                  <a:t> </a:t>
                </a:r>
              </a:p>
            </p:txBody>
          </p:sp>
        </mc:Fallback>
      </mc:AlternateContent>
      <p:sp>
        <p:nvSpPr>
          <p:cNvPr id="11" name="矩形: 圆角 133"/>
          <p:cNvSpPr/>
          <p:nvPr/>
        </p:nvSpPr>
        <p:spPr>
          <a:xfrm rot="2700000">
            <a:off x="481528" y="324463"/>
            <a:ext cx="608141" cy="608141"/>
          </a:xfrm>
          <a:prstGeom prst="roundRect">
            <a:avLst/>
          </a:prstGeom>
          <a:solidFill>
            <a:schemeClr val="accent1"/>
          </a:solidFill>
          <a:ln w="38100">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Arial" panose="020B0604020202020204"/>
              <a:ea typeface="微软雅黑" panose="020B0503020204020204" charset="-122"/>
              <a:cs typeface="+mn-cs"/>
            </a:endParaRPr>
          </a:p>
        </p:txBody>
      </p:sp>
      <p:cxnSp>
        <p:nvCxnSpPr>
          <p:cNvPr id="12" name="直接连接符 11"/>
          <p:cNvCxnSpPr/>
          <p:nvPr/>
        </p:nvCxnSpPr>
        <p:spPr>
          <a:xfrm>
            <a:off x="1046328" y="1023585"/>
            <a:ext cx="11145672"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4" name="任意多边形: 形状 137"/>
          <p:cNvSpPr/>
          <p:nvPr/>
        </p:nvSpPr>
        <p:spPr>
          <a:xfrm rot="2700000">
            <a:off x="10236192" y="807057"/>
            <a:ext cx="433056" cy="433056"/>
          </a:xfrm>
          <a:custGeom>
            <a:avLst/>
            <a:gdLst>
              <a:gd name="connsiteX0" fmla="*/ 29688 w 542085"/>
              <a:gd name="connsiteY0" fmla="*/ 29687 h 542085"/>
              <a:gd name="connsiteX1" fmla="*/ 101359 w 542085"/>
              <a:gd name="connsiteY1" fmla="*/ 0 h 542085"/>
              <a:gd name="connsiteX2" fmla="*/ 506782 w 542085"/>
              <a:gd name="connsiteY2" fmla="*/ 0 h 542085"/>
              <a:gd name="connsiteX3" fmla="*/ 542085 w 542085"/>
              <a:gd name="connsiteY3" fmla="*/ 7127 h 542085"/>
              <a:gd name="connsiteX4" fmla="*/ 7127 w 542085"/>
              <a:gd name="connsiteY4" fmla="*/ 542085 h 542085"/>
              <a:gd name="connsiteX5" fmla="*/ 0 w 542085"/>
              <a:gd name="connsiteY5" fmla="*/ 506782 h 542085"/>
              <a:gd name="connsiteX6" fmla="*/ 0 w 542085"/>
              <a:gd name="connsiteY6" fmla="*/ 101359 h 542085"/>
              <a:gd name="connsiteX7" fmla="*/ 29688 w 542085"/>
              <a:gd name="connsiteY7" fmla="*/ 29687 h 542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2085" h="542085">
                <a:moveTo>
                  <a:pt x="29688" y="29687"/>
                </a:moveTo>
                <a:cubicBezTo>
                  <a:pt x="48030" y="11345"/>
                  <a:pt x="73370" y="0"/>
                  <a:pt x="101359" y="0"/>
                </a:cubicBezTo>
                <a:lnTo>
                  <a:pt x="506782" y="0"/>
                </a:lnTo>
                <a:lnTo>
                  <a:pt x="542085" y="7127"/>
                </a:lnTo>
                <a:lnTo>
                  <a:pt x="7127" y="542085"/>
                </a:lnTo>
                <a:lnTo>
                  <a:pt x="0" y="506782"/>
                </a:lnTo>
                <a:lnTo>
                  <a:pt x="0" y="101359"/>
                </a:lnTo>
                <a:cubicBezTo>
                  <a:pt x="0" y="73369"/>
                  <a:pt x="11345" y="48029"/>
                  <a:pt x="29688" y="29687"/>
                </a:cubicBezTo>
                <a:close/>
              </a:path>
            </a:pathLst>
          </a:cu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Arial" panose="020B0604020202020204"/>
              <a:ea typeface="微软雅黑" panose="020B0503020204020204" charset="-122"/>
              <a:cs typeface="+mn-cs"/>
            </a:endParaRPr>
          </a:p>
        </p:txBody>
      </p:sp>
      <p:sp>
        <p:nvSpPr>
          <p:cNvPr id="15" name="任意多边形: 形状 138"/>
          <p:cNvSpPr/>
          <p:nvPr/>
        </p:nvSpPr>
        <p:spPr>
          <a:xfrm rot="2700000">
            <a:off x="10688014" y="807057"/>
            <a:ext cx="433056" cy="433056"/>
          </a:xfrm>
          <a:custGeom>
            <a:avLst/>
            <a:gdLst>
              <a:gd name="connsiteX0" fmla="*/ 29688 w 542085"/>
              <a:gd name="connsiteY0" fmla="*/ 29687 h 542085"/>
              <a:gd name="connsiteX1" fmla="*/ 101359 w 542085"/>
              <a:gd name="connsiteY1" fmla="*/ 0 h 542085"/>
              <a:gd name="connsiteX2" fmla="*/ 506782 w 542085"/>
              <a:gd name="connsiteY2" fmla="*/ 0 h 542085"/>
              <a:gd name="connsiteX3" fmla="*/ 542085 w 542085"/>
              <a:gd name="connsiteY3" fmla="*/ 7127 h 542085"/>
              <a:gd name="connsiteX4" fmla="*/ 7127 w 542085"/>
              <a:gd name="connsiteY4" fmla="*/ 542085 h 542085"/>
              <a:gd name="connsiteX5" fmla="*/ 0 w 542085"/>
              <a:gd name="connsiteY5" fmla="*/ 506782 h 542085"/>
              <a:gd name="connsiteX6" fmla="*/ 0 w 542085"/>
              <a:gd name="connsiteY6" fmla="*/ 101359 h 542085"/>
              <a:gd name="connsiteX7" fmla="*/ 29688 w 542085"/>
              <a:gd name="connsiteY7" fmla="*/ 29687 h 542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2085" h="542085">
                <a:moveTo>
                  <a:pt x="29688" y="29687"/>
                </a:moveTo>
                <a:cubicBezTo>
                  <a:pt x="48030" y="11345"/>
                  <a:pt x="73370" y="0"/>
                  <a:pt x="101359" y="0"/>
                </a:cubicBezTo>
                <a:lnTo>
                  <a:pt x="506782" y="0"/>
                </a:lnTo>
                <a:lnTo>
                  <a:pt x="542085" y="7127"/>
                </a:lnTo>
                <a:lnTo>
                  <a:pt x="7127" y="542085"/>
                </a:lnTo>
                <a:lnTo>
                  <a:pt x="0" y="506782"/>
                </a:lnTo>
                <a:lnTo>
                  <a:pt x="0" y="101359"/>
                </a:lnTo>
                <a:cubicBezTo>
                  <a:pt x="0" y="73369"/>
                  <a:pt x="11345" y="48029"/>
                  <a:pt x="29688" y="29687"/>
                </a:cubicBezTo>
                <a:close/>
              </a:path>
            </a:pathLst>
          </a:cu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Arial" panose="020B0604020202020204"/>
              <a:ea typeface="微软雅黑" panose="020B0503020204020204" charset="-122"/>
              <a:cs typeface="+mn-cs"/>
            </a:endParaRPr>
          </a:p>
        </p:txBody>
      </p:sp>
      <p:sp>
        <p:nvSpPr>
          <p:cNvPr id="16" name="任意多边形: 形状 139"/>
          <p:cNvSpPr/>
          <p:nvPr/>
        </p:nvSpPr>
        <p:spPr>
          <a:xfrm rot="2700000">
            <a:off x="11139835" y="807057"/>
            <a:ext cx="433056" cy="433056"/>
          </a:xfrm>
          <a:custGeom>
            <a:avLst/>
            <a:gdLst>
              <a:gd name="connsiteX0" fmla="*/ 29688 w 542085"/>
              <a:gd name="connsiteY0" fmla="*/ 29687 h 542085"/>
              <a:gd name="connsiteX1" fmla="*/ 101359 w 542085"/>
              <a:gd name="connsiteY1" fmla="*/ 0 h 542085"/>
              <a:gd name="connsiteX2" fmla="*/ 506782 w 542085"/>
              <a:gd name="connsiteY2" fmla="*/ 0 h 542085"/>
              <a:gd name="connsiteX3" fmla="*/ 542085 w 542085"/>
              <a:gd name="connsiteY3" fmla="*/ 7127 h 542085"/>
              <a:gd name="connsiteX4" fmla="*/ 7127 w 542085"/>
              <a:gd name="connsiteY4" fmla="*/ 542085 h 542085"/>
              <a:gd name="connsiteX5" fmla="*/ 0 w 542085"/>
              <a:gd name="connsiteY5" fmla="*/ 506782 h 542085"/>
              <a:gd name="connsiteX6" fmla="*/ 0 w 542085"/>
              <a:gd name="connsiteY6" fmla="*/ 101359 h 542085"/>
              <a:gd name="connsiteX7" fmla="*/ 29688 w 542085"/>
              <a:gd name="connsiteY7" fmla="*/ 29687 h 542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2085" h="542085">
                <a:moveTo>
                  <a:pt x="29688" y="29687"/>
                </a:moveTo>
                <a:cubicBezTo>
                  <a:pt x="48030" y="11345"/>
                  <a:pt x="73370" y="0"/>
                  <a:pt x="101359" y="0"/>
                </a:cubicBezTo>
                <a:lnTo>
                  <a:pt x="506782" y="0"/>
                </a:lnTo>
                <a:lnTo>
                  <a:pt x="542085" y="7127"/>
                </a:lnTo>
                <a:lnTo>
                  <a:pt x="7127" y="542085"/>
                </a:lnTo>
                <a:lnTo>
                  <a:pt x="0" y="506782"/>
                </a:lnTo>
                <a:lnTo>
                  <a:pt x="0" y="101359"/>
                </a:lnTo>
                <a:cubicBezTo>
                  <a:pt x="0" y="73369"/>
                  <a:pt x="11345" y="48029"/>
                  <a:pt x="29688" y="29687"/>
                </a:cubicBezTo>
                <a:close/>
              </a:path>
            </a:pathLst>
          </a:cu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Arial" panose="020B0604020202020204"/>
              <a:ea typeface="微软雅黑" panose="020B0503020204020204" charset="-122"/>
              <a:cs typeface="+mn-cs"/>
            </a:endParaRPr>
          </a:p>
        </p:txBody>
      </p:sp>
      <p:sp>
        <p:nvSpPr>
          <p:cNvPr id="13" name="文本框 135"/>
          <p:cNvSpPr txBox="1"/>
          <p:nvPr/>
        </p:nvSpPr>
        <p:spPr>
          <a:xfrm>
            <a:off x="1403349" y="366923"/>
            <a:ext cx="4264309" cy="584775"/>
          </a:xfrm>
          <a:prstGeom prst="rect">
            <a:avLst/>
          </a:prstGeom>
          <a:noFill/>
        </p:spPr>
        <p:txBody>
          <a:bodyPr wrap="none" rtlCol="0">
            <a:spAutoFit/>
            <a:scene3d>
              <a:camera prst="orthographicFront"/>
              <a:lightRig rig="threePt" dir="t"/>
            </a:scene3d>
            <a:sp3d contourW="6350"/>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chemeClr val="bg1"/>
                </a:solidFill>
                <a:effectLst/>
                <a:uLnTx/>
                <a:uFillTx/>
                <a:latin typeface="Arial" panose="020B0604020202020204"/>
                <a:ea typeface="微软雅黑" panose="020B0503020204020204" charset="-122"/>
                <a:cs typeface="+mn-cs"/>
              </a:rPr>
              <a:t>5.5  </a:t>
            </a:r>
            <a:r>
              <a:rPr kumimoji="0" lang="zh-CN" altLang="en-US" sz="3200" b="1" i="0" u="none" strike="noStrike" kern="1200" cap="none" spc="0" normalizeH="0" baseline="0" noProof="0" dirty="0">
                <a:ln>
                  <a:noFill/>
                </a:ln>
                <a:solidFill>
                  <a:schemeClr val="bg1"/>
                </a:solidFill>
                <a:effectLst/>
                <a:uLnTx/>
                <a:uFillTx/>
                <a:latin typeface="Arial" panose="020B0604020202020204"/>
                <a:ea typeface="微软雅黑" panose="020B0503020204020204" charset="-122"/>
                <a:cs typeface="+mn-cs"/>
              </a:rPr>
              <a:t>隐函数的求导法则</a:t>
            </a:r>
            <a:endParaRPr kumimoji="0" lang="zh-CN" altLang="en-US" sz="3200" b="1" i="0" u="none" strike="noStrike" kern="1200" cap="none" spc="0" normalizeH="0" baseline="0" noProof="0" dirty="0">
              <a:ln>
                <a:noFill/>
              </a:ln>
              <a:solidFill>
                <a:schemeClr val="bg1"/>
              </a:solidFill>
              <a:effectLst/>
              <a:uLnTx/>
              <a:uFillTx/>
              <a:latin typeface="Arial" panose="020B0604020202020204"/>
              <a:ea typeface="微软雅黑" panose="020B0503020204020204" charset="-122"/>
              <a:cs typeface="+mn-cs"/>
            </a:endParaRPr>
          </a:p>
        </p:txBody>
      </p:sp>
      <mc:AlternateContent xmlns:mc="http://schemas.openxmlformats.org/markup-compatibility/2006">
        <mc:Choice xmlns:a14="http://schemas.microsoft.com/office/drawing/2010/main" Requires="a14">
          <p:sp>
            <p:nvSpPr>
              <p:cNvPr id="17" name="矩形 16"/>
              <p:cNvSpPr/>
              <p:nvPr/>
            </p:nvSpPr>
            <p:spPr>
              <a:xfrm>
                <a:off x="1487805" y="4869180"/>
                <a:ext cx="8683625" cy="1512570"/>
              </a:xfrm>
              <a:prstGeom prst="rect">
                <a:avLst/>
              </a:prstGeom>
              <a:solidFill>
                <a:srgbClr val="00B0F0"/>
              </a:solidFill>
              <a:ln>
                <a:noFill/>
              </a:ln>
            </p:spPr>
            <p:txBody>
              <a:bodyPr wrap="square">
                <a:noAutofit/>
              </a:bodyPr>
              <a:lstStyle/>
              <a:p>
                <a:pPr>
                  <a:lnSpc>
                    <a:spcPct val="150000"/>
                  </a:lnSpc>
                </a:pPr>
                <a:r>
                  <a:rPr lang="zh-CN" altLang="en-US" sz="2800" dirty="0">
                    <a:solidFill>
                      <a:schemeClr val="bg1"/>
                    </a:solidFill>
                    <a:latin typeface="Kaiti SC" panose="02010600040101010101" pitchFamily="2" charset="-122"/>
                    <a:ea typeface="Kaiti SC" panose="02010600040101010101" pitchFamily="2" charset="-122"/>
                  </a:rPr>
                  <a:t>利用一元隐函数的求导公式计算</a:t>
                </a:r>
                <a14:m>
                  <m:oMath xmlns:m="http://schemas.openxmlformats.org/officeDocument/2006/math">
                    <m:r>
                      <a:rPr lang="en-US" altLang="zh-CN" sz="2800" i="1" dirty="0" smtClean="0">
                        <a:solidFill>
                          <a:schemeClr val="bg1"/>
                        </a:solidFill>
                        <a:latin typeface="Cambria Math" panose="02040503050406030204"/>
                        <a:ea typeface="Kaiti SC" panose="02010600040101010101" pitchFamily="2" charset="-122"/>
                      </a:rPr>
                      <m:t>𝐹</m:t>
                    </m:r>
                    <m:r>
                      <a:rPr lang="en-US" altLang="zh-CN" sz="2800" i="1" baseline="-25000" dirty="0">
                        <a:solidFill>
                          <a:schemeClr val="bg1"/>
                        </a:solidFill>
                        <a:latin typeface="Cambria Math" panose="02040503050406030204"/>
                        <a:ea typeface="Kaiti SC" panose="02010600040101010101" pitchFamily="2" charset="-122"/>
                      </a:rPr>
                      <m:t>𝑥</m:t>
                    </m:r>
                    <m:r>
                      <a:rPr lang="en-US" altLang="zh-CN" sz="2800" i="1" dirty="0">
                        <a:solidFill>
                          <a:schemeClr val="bg1"/>
                        </a:solidFill>
                        <a:latin typeface="Cambria Math" panose="02040503050406030204"/>
                        <a:ea typeface="Kaiti SC" panose="02010600040101010101" pitchFamily="2" charset="-122"/>
                      </a:rPr>
                      <m:t>,</m:t>
                    </m:r>
                    <m:r>
                      <a:rPr lang="en-US" altLang="zh-CN" sz="2800" i="1" dirty="0">
                        <a:solidFill>
                          <a:schemeClr val="bg1"/>
                        </a:solidFill>
                        <a:latin typeface="Cambria Math" panose="02040503050406030204"/>
                        <a:ea typeface="Kaiti SC" panose="02010600040101010101" pitchFamily="2" charset="-122"/>
                      </a:rPr>
                      <m:t>𝐹𝑦</m:t>
                    </m:r>
                  </m:oMath>
                </a14:m>
                <a:r>
                  <a:rPr lang="zh-CN" altLang="en-US" sz="2800" dirty="0">
                    <a:solidFill>
                      <a:schemeClr val="bg1"/>
                    </a:solidFill>
                    <a:latin typeface="Kaiti SC" panose="02010600040101010101" pitchFamily="2" charset="-122"/>
                    <a:ea typeface="Kaiti SC" panose="02010600040101010101" pitchFamily="2" charset="-122"/>
                  </a:rPr>
                  <a:t>时</a:t>
                </a:r>
                <a:r>
                  <a:rPr lang="en-US" altLang="zh-CN" sz="2800" dirty="0">
                    <a:solidFill>
                      <a:schemeClr val="bg1"/>
                    </a:solidFill>
                    <a:latin typeface="Kaiti SC" panose="02010600040101010101" pitchFamily="2" charset="-122"/>
                    <a:ea typeface="Kaiti SC" panose="02010600040101010101" pitchFamily="2" charset="-122"/>
                  </a:rPr>
                  <a:t>,</a:t>
                </a:r>
                <a:r>
                  <a:rPr lang="zh-CN" altLang="en-US" sz="2800" dirty="0">
                    <a:solidFill>
                      <a:schemeClr val="bg1"/>
                    </a:solidFill>
                    <a:latin typeface="Kaiti SC" panose="02010600040101010101" pitchFamily="2" charset="-122"/>
                    <a:ea typeface="Kaiti SC" panose="02010600040101010101" pitchFamily="2" charset="-122"/>
                  </a:rPr>
                  <a:t>要把</a:t>
                </a:r>
                <a14:m>
                  <m:oMath xmlns:m="http://schemas.openxmlformats.org/officeDocument/2006/math">
                    <m:r>
                      <a:rPr lang="en-US" altLang="zh-CN" sz="2800" i="1" dirty="0" smtClean="0">
                        <a:solidFill>
                          <a:schemeClr val="bg1"/>
                        </a:solidFill>
                        <a:latin typeface="Cambria Math" panose="02040503050406030204"/>
                        <a:ea typeface="Kaiti SC" panose="02010600040101010101" pitchFamily="2" charset="-122"/>
                      </a:rPr>
                      <m:t>𝑥</m:t>
                    </m:r>
                    <m:r>
                      <a:rPr lang="en-US" altLang="zh-CN" sz="2800" i="1" dirty="0" smtClean="0">
                        <a:solidFill>
                          <a:schemeClr val="bg1"/>
                        </a:solidFill>
                        <a:latin typeface="Cambria Math" panose="02040503050406030204"/>
                        <a:ea typeface="Kaiti SC" panose="02010600040101010101" pitchFamily="2" charset="-122"/>
                      </a:rPr>
                      <m:t>,</m:t>
                    </m:r>
                    <m:r>
                      <a:rPr lang="en-US" altLang="zh-CN" sz="2800" i="1" dirty="0" smtClean="0">
                        <a:solidFill>
                          <a:schemeClr val="bg1"/>
                        </a:solidFill>
                        <a:latin typeface="Cambria Math" panose="02040503050406030204"/>
                        <a:ea typeface="Kaiti SC" panose="02010600040101010101" pitchFamily="2" charset="-122"/>
                      </a:rPr>
                      <m:t>𝑦</m:t>
                    </m:r>
                  </m:oMath>
                </a14:m>
                <a:r>
                  <a:rPr lang="zh-CN" altLang="en-US" sz="2800" dirty="0">
                    <a:solidFill>
                      <a:schemeClr val="bg1"/>
                    </a:solidFill>
                    <a:latin typeface="Kaiti SC" panose="02010600040101010101" pitchFamily="2" charset="-122"/>
                    <a:ea typeface="Kaiti SC" panose="02010600040101010101" pitchFamily="2" charset="-122"/>
                  </a:rPr>
                  <a:t>看成独立的变量</a:t>
                </a:r>
                <a:r>
                  <a:rPr lang="en-US" altLang="zh-CN" sz="2800" dirty="0">
                    <a:solidFill>
                      <a:schemeClr val="bg1"/>
                    </a:solidFill>
                    <a:latin typeface="Kaiti SC" panose="02010600040101010101" pitchFamily="2" charset="-122"/>
                    <a:ea typeface="Kaiti SC" panose="02010600040101010101" pitchFamily="2" charset="-122"/>
                  </a:rPr>
                  <a:t>,</a:t>
                </a:r>
                <a:r>
                  <a:rPr lang="zh-CN" altLang="en-US" sz="2800" dirty="0">
                    <a:solidFill>
                      <a:schemeClr val="bg1"/>
                    </a:solidFill>
                    <a:latin typeface="Kaiti SC" panose="02010600040101010101" pitchFamily="2" charset="-122"/>
                    <a:ea typeface="Kaiti SC" panose="02010600040101010101" pitchFamily="2" charset="-122"/>
                  </a:rPr>
                  <a:t>不能把</a:t>
                </a:r>
                <a14:m>
                  <m:oMath xmlns:m="http://schemas.openxmlformats.org/officeDocument/2006/math">
                    <m:r>
                      <a:rPr lang="en-US" altLang="zh-CN" sz="2800" i="1" dirty="0" smtClean="0">
                        <a:solidFill>
                          <a:schemeClr val="bg1"/>
                        </a:solidFill>
                        <a:latin typeface="Cambria Math" panose="02040503050406030204"/>
                        <a:ea typeface="Kaiti SC" panose="02010600040101010101" pitchFamily="2" charset="-122"/>
                      </a:rPr>
                      <m:t>𝑦</m:t>
                    </m:r>
                  </m:oMath>
                </a14:m>
                <a:r>
                  <a:rPr lang="zh-CN" altLang="en-US" sz="2800" dirty="0">
                    <a:solidFill>
                      <a:schemeClr val="bg1"/>
                    </a:solidFill>
                    <a:latin typeface="Kaiti SC" panose="02010600040101010101" pitchFamily="2" charset="-122"/>
                    <a:ea typeface="Kaiti SC" panose="02010600040101010101" pitchFamily="2" charset="-122"/>
                  </a:rPr>
                  <a:t>看成</a:t>
                </a:r>
                <a14:m>
                  <m:oMath xmlns:m="http://schemas.openxmlformats.org/officeDocument/2006/math">
                    <m:r>
                      <a:rPr lang="en-US" altLang="zh-CN" sz="2800" i="1" dirty="0" smtClean="0">
                        <a:solidFill>
                          <a:schemeClr val="bg1"/>
                        </a:solidFill>
                        <a:latin typeface="Cambria Math" panose="02040503050406030204"/>
                        <a:ea typeface="Kaiti SC" panose="02010600040101010101" pitchFamily="2" charset="-122"/>
                      </a:rPr>
                      <m:t>𝑥</m:t>
                    </m:r>
                  </m:oMath>
                </a14:m>
                <a:r>
                  <a:rPr lang="zh-CN" altLang="en-US" sz="2800" dirty="0">
                    <a:solidFill>
                      <a:schemeClr val="bg1"/>
                    </a:solidFill>
                    <a:latin typeface="Kaiti SC" panose="02010600040101010101" pitchFamily="2" charset="-122"/>
                    <a:ea typeface="Kaiti SC" panose="02010600040101010101" pitchFamily="2" charset="-122"/>
                  </a:rPr>
                  <a:t>的函数</a:t>
                </a:r>
                <a:r>
                  <a:rPr lang="en-US" altLang="zh-CN" sz="2800" dirty="0">
                    <a:solidFill>
                      <a:schemeClr val="bg1"/>
                    </a:solidFill>
                    <a:latin typeface="Kaiti SC" panose="02010600040101010101" pitchFamily="2" charset="-122"/>
                    <a:ea typeface="Kaiti SC" panose="02010600040101010101" pitchFamily="2" charset="-122"/>
                  </a:rPr>
                  <a:t>.</a:t>
                </a:r>
                <a:endParaRPr lang="en-US" altLang="zh-CN" sz="2800" dirty="0">
                  <a:solidFill>
                    <a:schemeClr val="bg1"/>
                  </a:solidFill>
                  <a:latin typeface="Kaiti SC" panose="02010600040101010101" pitchFamily="2" charset="-122"/>
                  <a:ea typeface="Kaiti SC" panose="02010600040101010101" pitchFamily="2" charset="-122"/>
                </a:endParaRPr>
              </a:p>
            </p:txBody>
          </p:sp>
        </mc:Choice>
        <mc:Fallback>
          <p:sp>
            <p:nvSpPr>
              <p:cNvPr id="17" name="矩形 16"/>
              <p:cNvSpPr>
                <a:spLocks noRot="1" noChangeAspect="1" noMove="1" noResize="1" noEditPoints="1" noAdjustHandles="1" noChangeArrowheads="1" noChangeShapeType="1" noTextEdit="1"/>
              </p:cNvSpPr>
              <p:nvPr/>
            </p:nvSpPr>
            <p:spPr>
              <a:xfrm>
                <a:off x="1487805" y="4869180"/>
                <a:ext cx="8683625" cy="1512570"/>
              </a:xfrm>
              <a:prstGeom prst="rect">
                <a:avLst/>
              </a:prstGeom>
              <a:blipFill rotWithShape="1">
                <a:blip r:embed="rId2"/>
                <a:stretch>
                  <a:fillRect/>
                </a:stretch>
              </a:blipFill>
              <a:ln>
                <a:noFill/>
              </a:ln>
            </p:spPr>
            <p:txBody>
              <a:bodyPr/>
              <a:lstStyle/>
              <a:p>
                <a:r>
                  <a:rPr lang="zh-CN" altLang="en-US">
                    <a:noFill/>
                  </a:rPr>
                  <a:t> </a:t>
                </a:r>
              </a:p>
            </p:txBody>
          </p:sp>
        </mc:Fallback>
      </mc:AlternateContent>
      <p:sp>
        <p:nvSpPr>
          <p:cNvPr id="18" name="虚尾箭头 17"/>
          <p:cNvSpPr/>
          <p:nvPr/>
        </p:nvSpPr>
        <p:spPr>
          <a:xfrm>
            <a:off x="1343852" y="4148802"/>
            <a:ext cx="952020" cy="598438"/>
          </a:xfrm>
          <a:prstGeom prst="stripedRight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b="1" dirty="0">
                <a:solidFill>
                  <a:schemeClr val="bg1"/>
                </a:solidFill>
              </a:rPr>
              <a:t>注意</a:t>
            </a:r>
            <a:endParaRPr lang="zh-CN" altLang="en-US" b="1" dirty="0">
              <a:solidFill>
                <a:schemeClr val="bg1"/>
              </a:solidFill>
            </a:endParaRPr>
          </a:p>
        </p:txBody>
      </p:sp>
    </p:spTree>
  </p:cSld>
  <p:clrMapOvr>
    <a:masterClrMapping/>
  </p:clrMapOvr>
  <p:transition spd="slow">
    <p:pull/>
  </p:transition>
</p:sld>
</file>

<file path=ppt/slides/slide72.xml><?xml version="1.0" encoding="utf-8"?>
<p:sld xmlns:a="http://schemas.openxmlformats.org/drawingml/2006/main" xmlns:r="http://schemas.openxmlformats.org/officeDocument/2006/relationships" xmlns:p="http://schemas.openxmlformats.org/presentationml/2006/main">
  <p:cSld>
    <p:bg>
      <p:bgPr>
        <a:gradFill>
          <a:gsLst>
            <a:gs pos="0">
              <a:srgbClr val="0D1B2A"/>
            </a:gs>
            <a:gs pos="60000">
              <a:srgbClr val="1B263B"/>
            </a:gs>
            <a:gs pos="100000">
              <a:srgbClr val="102A43"/>
            </a:gs>
          </a:gsLst>
          <a:lin ang="2700000" scaled="0"/>
        </a:gradFill>
        <a:effectLst/>
      </p:bgPr>
    </p:bg>
    <p:spTree>
      <p:nvGrpSpPr>
        <p:cNvPr id="1" name=""/>
        <p:cNvGrpSpPr/>
        <p:nvPr/>
      </p:nvGrpSpPr>
      <p:grpSpPr>
        <a:xfrm>
          <a:off x="0" y="0"/>
          <a:ext cx="0" cy="0"/>
          <a:chOff x="0" y="0"/>
          <a:chExt cx="0" cy="0"/>
        </a:xfrm>
      </p:grpSpPr>
      <p:sp>
        <p:nvSpPr>
          <p:cNvPr id="7" name="矩形 6"/>
          <p:cNvSpPr/>
          <p:nvPr/>
        </p:nvSpPr>
        <p:spPr>
          <a:xfrm>
            <a:off x="592424" y="1223492"/>
            <a:ext cx="7795219" cy="4842457"/>
          </a:xfrm>
          <a:prstGeom prst="rect">
            <a:avLst/>
          </a:prstGeom>
          <a:noFill/>
          <a:ln w="28575">
            <a:solidFill>
              <a:srgbClr val="0070C0"/>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mc:AlternateContent xmlns:mc="http://schemas.openxmlformats.org/markup-compatibility/2006">
        <mc:Choice xmlns:a14="http://schemas.microsoft.com/office/drawing/2010/main" Requires="a14">
          <p:sp>
            <p:nvSpPr>
              <p:cNvPr id="8" name="文本框 7"/>
              <p:cNvSpPr txBox="1"/>
              <p:nvPr/>
            </p:nvSpPr>
            <p:spPr>
              <a:xfrm>
                <a:off x="750507" y="1289571"/>
                <a:ext cx="7388782" cy="4108450"/>
              </a:xfrm>
              <a:prstGeom prst="rect">
                <a:avLst/>
              </a:prstGeom>
              <a:noFill/>
            </p:spPr>
            <p:txBody>
              <a:bodyPr wrap="square" rtlCol="0">
                <a:spAutoFit/>
              </a:bodyPr>
              <a:lstStyle/>
              <a:p>
                <a:pPr>
                  <a:lnSpc>
                    <a:spcPct val="150000"/>
                  </a:lnSpc>
                </a:pPr>
                <a:r>
                  <a:rPr lang="en-US" altLang="zh-CN" sz="3200" b="1" dirty="0">
                    <a:solidFill>
                      <a:schemeClr val="bg1"/>
                    </a:solidFill>
                    <a:latin typeface="微软雅黑" panose="020B0503020204020204" charset="-122"/>
                    <a:ea typeface="微软雅黑" panose="020B0503020204020204" charset="-122"/>
                  </a:rPr>
                  <a:t>【</a:t>
                </a:r>
                <a:r>
                  <a:rPr lang="zh-CN" altLang="en-US" sz="3200" b="1" dirty="0">
                    <a:solidFill>
                      <a:schemeClr val="bg1"/>
                    </a:solidFill>
                    <a:latin typeface="微软雅黑" panose="020B0503020204020204" charset="-122"/>
                    <a:ea typeface="微软雅黑" panose="020B0503020204020204" charset="-122"/>
                  </a:rPr>
                  <a:t>例</a:t>
                </a:r>
                <a:r>
                  <a:rPr lang="en-US" altLang="zh-CN" sz="3200" b="1" dirty="0">
                    <a:solidFill>
                      <a:schemeClr val="bg1"/>
                    </a:solidFill>
                    <a:latin typeface="微软雅黑" panose="020B0503020204020204" charset="-122"/>
                    <a:ea typeface="微软雅黑" panose="020B0503020204020204" charset="-122"/>
                  </a:rPr>
                  <a:t> 】 </a:t>
                </a:r>
                <a:r>
                  <a:rPr lang="zh-CN" altLang="en-US" sz="3200" b="1" dirty="0">
                    <a:solidFill>
                      <a:schemeClr val="bg1"/>
                    </a:solidFill>
                    <a:latin typeface="微软雅黑" panose="020B0503020204020204" charset="-122"/>
                    <a:ea typeface="微软雅黑" panose="020B0503020204020204" charset="-122"/>
                  </a:rPr>
                  <a:t>设</a:t>
                </a:r>
                <a14:m>
                  <m:oMath xmlns:m="http://schemas.openxmlformats.org/officeDocument/2006/math">
                    <m:r>
                      <a:rPr lang="en-US" altLang="zh-CN" sz="3200" b="1" i="1" dirty="0" smtClean="0">
                        <a:solidFill>
                          <a:schemeClr val="bg1"/>
                        </a:solidFill>
                        <a:latin typeface="Cambria Math" panose="02040503050406030204"/>
                        <a:ea typeface="微软雅黑" panose="020B0503020204020204" charset="-122"/>
                      </a:rPr>
                      <m:t>𝒙</m:t>
                    </m:r>
                    <m:r>
                      <a:rPr lang="en-US" altLang="zh-CN" sz="3200" b="1" i="0" dirty="0" smtClean="0">
                        <a:solidFill>
                          <a:schemeClr val="bg1"/>
                        </a:solidFill>
                        <a:latin typeface="Cambria Math" panose="02040503050406030204"/>
                        <a:ea typeface="微软雅黑" panose="020B0503020204020204" charset="-122"/>
                      </a:rPr>
                      <m:t>𝐬𝐢𝐧</m:t>
                    </m:r>
                    <m:r>
                      <a:rPr lang="en-US" altLang="zh-CN" sz="3200" b="1" i="1" dirty="0">
                        <a:solidFill>
                          <a:schemeClr val="bg1"/>
                        </a:solidFill>
                        <a:latin typeface="Cambria Math" panose="02040503050406030204"/>
                        <a:ea typeface="微软雅黑" panose="020B0503020204020204" charset="-122"/>
                      </a:rPr>
                      <m:t> </m:t>
                    </m:r>
                    <m:r>
                      <a:rPr lang="en-US" altLang="zh-CN" sz="3200" b="1" i="1" dirty="0" err="1" smtClean="0">
                        <a:solidFill>
                          <a:schemeClr val="bg1"/>
                        </a:solidFill>
                        <a:latin typeface="Cambria Math" panose="02040503050406030204"/>
                        <a:ea typeface="微软雅黑" panose="020B0503020204020204" charset="-122"/>
                      </a:rPr>
                      <m:t>𝒚</m:t>
                    </m:r>
                    <m:r>
                      <a:rPr lang="en-US" altLang="zh-CN" sz="3200" b="1" i="1" dirty="0" err="1" smtClean="0">
                        <a:solidFill>
                          <a:schemeClr val="bg1"/>
                        </a:solidFill>
                        <a:latin typeface="Cambria Math" panose="02040503050406030204"/>
                        <a:ea typeface="微软雅黑" panose="020B0503020204020204" charset="-122"/>
                      </a:rPr>
                      <m:t>+</m:t>
                    </m:r>
                    <m:r>
                      <a:rPr lang="en-US" altLang="zh-CN" sz="3200" b="1" i="1" dirty="0" err="1" smtClean="0">
                        <a:solidFill>
                          <a:schemeClr val="bg1"/>
                        </a:solidFill>
                        <a:latin typeface="Cambria Math" panose="02040503050406030204"/>
                        <a:ea typeface="微软雅黑" panose="020B0503020204020204" charset="-122"/>
                      </a:rPr>
                      <m:t>𝒚</m:t>
                    </m:r>
                    <m:r>
                      <a:rPr lang="en-US" altLang="zh-CN" sz="3200" b="1" i="0" dirty="0" err="1" smtClean="0">
                        <a:solidFill>
                          <a:schemeClr val="bg1"/>
                        </a:solidFill>
                        <a:latin typeface="Cambria Math" panose="02040503050406030204"/>
                        <a:ea typeface="微软雅黑" panose="020B0503020204020204" charset="-122"/>
                      </a:rPr>
                      <m:t>𝐞</m:t>
                    </m:r>
                    <m:r>
                      <a:rPr lang="en-US" altLang="zh-CN" sz="3200" b="1" i="1" baseline="30000" dirty="0" err="1" smtClean="0">
                        <a:solidFill>
                          <a:schemeClr val="bg1"/>
                        </a:solidFill>
                        <a:latin typeface="Cambria Math" panose="02040503050406030204"/>
                        <a:ea typeface="微软雅黑" panose="020B0503020204020204" charset="-122"/>
                      </a:rPr>
                      <m:t>𝒙</m:t>
                    </m:r>
                    <m:r>
                      <a:rPr lang="en-US" altLang="zh-CN" sz="3200" b="1" i="1" dirty="0" smtClean="0">
                        <a:solidFill>
                          <a:schemeClr val="bg1"/>
                        </a:solidFill>
                        <a:latin typeface="Cambria Math" panose="02040503050406030204"/>
                        <a:ea typeface="微软雅黑" panose="020B0503020204020204" charset="-122"/>
                      </a:rPr>
                      <m:t>=</m:t>
                    </m:r>
                    <m:r>
                      <a:rPr lang="en-US" altLang="zh-CN" sz="3200" b="1" i="1" dirty="0" smtClean="0">
                        <a:solidFill>
                          <a:schemeClr val="bg1"/>
                        </a:solidFill>
                        <a:latin typeface="Cambria Math" panose="02040503050406030204"/>
                        <a:ea typeface="微软雅黑" panose="020B0503020204020204" charset="-122"/>
                      </a:rPr>
                      <m:t>𝟎</m:t>
                    </m:r>
                  </m:oMath>
                </a14:m>
                <a:r>
                  <a:rPr lang="zh-CN" altLang="en-US" sz="3200" b="1" dirty="0">
                    <a:solidFill>
                      <a:schemeClr val="bg1"/>
                    </a:solidFill>
                    <a:latin typeface="微软雅黑" panose="020B0503020204020204" charset="-122"/>
                    <a:ea typeface="微软雅黑" panose="020B0503020204020204" charset="-122"/>
                  </a:rPr>
                  <a:t>，求</a:t>
                </a:r>
                <a14:m>
                  <m:oMath xmlns:m="http://schemas.openxmlformats.org/officeDocument/2006/math">
                    <m:f>
                      <m:fPr>
                        <m:ctrlPr>
                          <a:rPr lang="en-US" altLang="zh-CN" sz="3200" b="1" i="1" dirty="0" smtClean="0">
                            <a:solidFill>
                              <a:schemeClr val="bg1"/>
                            </a:solidFill>
                            <a:latin typeface="Cambria Math" panose="02040503050406030204" pitchFamily="18" charset="0"/>
                            <a:ea typeface="微软雅黑" panose="020B0503020204020204" charset="-122"/>
                          </a:rPr>
                        </m:ctrlPr>
                      </m:fPr>
                      <m:num>
                        <m:r>
                          <a:rPr lang="en-US" altLang="zh-CN" sz="3200" b="1" i="0" dirty="0">
                            <a:solidFill>
                              <a:schemeClr val="bg1"/>
                            </a:solidFill>
                            <a:latin typeface="Cambria Math" panose="02040503050406030204"/>
                            <a:ea typeface="微软雅黑" panose="020B0503020204020204" charset="-122"/>
                          </a:rPr>
                          <m:t>𝐝</m:t>
                        </m:r>
                        <m:r>
                          <a:rPr lang="en-US" altLang="zh-CN" sz="3200" b="1" i="1" dirty="0">
                            <a:solidFill>
                              <a:schemeClr val="bg1"/>
                            </a:solidFill>
                            <a:latin typeface="Cambria Math" panose="02040503050406030204"/>
                            <a:ea typeface="微软雅黑" panose="020B0503020204020204" charset="-122"/>
                          </a:rPr>
                          <m:t>𝒚</m:t>
                        </m:r>
                      </m:num>
                      <m:den>
                        <m:r>
                          <a:rPr lang="en-US" altLang="zh-CN" sz="3200" b="1" i="0" dirty="0">
                            <a:solidFill>
                              <a:schemeClr val="bg1"/>
                            </a:solidFill>
                            <a:latin typeface="Cambria Math" panose="02040503050406030204"/>
                            <a:ea typeface="微软雅黑" panose="020B0503020204020204" charset="-122"/>
                          </a:rPr>
                          <m:t>𝐝</m:t>
                        </m:r>
                        <m:r>
                          <a:rPr lang="en-US" altLang="zh-CN" sz="3200" b="1" i="1" dirty="0">
                            <a:solidFill>
                              <a:schemeClr val="bg1"/>
                            </a:solidFill>
                            <a:latin typeface="Cambria Math" panose="02040503050406030204"/>
                            <a:ea typeface="微软雅黑" panose="020B0503020204020204" charset="-122"/>
                          </a:rPr>
                          <m:t>𝒙</m:t>
                        </m:r>
                      </m:den>
                    </m:f>
                    <m:r>
                      <a:rPr lang="en-US" altLang="zh-CN" sz="3200" b="1" i="1" dirty="0">
                        <a:solidFill>
                          <a:schemeClr val="bg1"/>
                        </a:solidFill>
                        <a:latin typeface="Cambria Math" panose="02040503050406030204"/>
                        <a:ea typeface="微软雅黑" panose="020B0503020204020204" charset="-122"/>
                      </a:rPr>
                      <m:t>.</m:t>
                    </m:r>
                  </m:oMath>
                </a14:m>
                <a:endParaRPr lang="en-US" altLang="zh-CN" sz="3200" b="1" dirty="0">
                  <a:solidFill>
                    <a:schemeClr val="bg1"/>
                  </a:solidFill>
                  <a:latin typeface="微软雅黑" panose="020B0503020204020204" charset="-122"/>
                  <a:ea typeface="微软雅黑" panose="020B0503020204020204" charset="-122"/>
                </a:endParaRPr>
              </a:p>
              <a:p>
                <a:pPr>
                  <a:lnSpc>
                    <a:spcPct val="150000"/>
                  </a:lnSpc>
                </a:pPr>
                <a:r>
                  <a:rPr lang="zh-CN" altLang="en-US" sz="3200" b="1" dirty="0">
                    <a:solidFill>
                      <a:schemeClr val="bg1"/>
                    </a:solidFill>
                    <a:latin typeface="微软雅黑" panose="020B0503020204020204" charset="-122"/>
                    <a:ea typeface="微软雅黑" panose="020B0503020204020204" charset="-122"/>
                  </a:rPr>
                  <a:t>解   令</a:t>
                </a:r>
                <a14:m>
                  <m:oMath xmlns:m="http://schemas.openxmlformats.org/officeDocument/2006/math">
                    <m:r>
                      <a:rPr lang="en-US" altLang="zh-CN" sz="3200" b="1" i="1" dirty="0" smtClean="0">
                        <a:solidFill>
                          <a:schemeClr val="bg1"/>
                        </a:solidFill>
                        <a:latin typeface="Cambria Math" panose="02040503050406030204"/>
                        <a:ea typeface="微软雅黑" panose="020B0503020204020204" charset="-122"/>
                      </a:rPr>
                      <m:t>𝑭</m:t>
                    </m:r>
                    <m:r>
                      <a:rPr lang="zh-CN" altLang="en-US" sz="3200" b="1" i="1" dirty="0">
                        <a:solidFill>
                          <a:schemeClr val="bg1"/>
                        </a:solidFill>
                        <a:latin typeface="Cambria Math" panose="02040503050406030204"/>
                        <a:ea typeface="微软雅黑" panose="020B0503020204020204" charset="-122"/>
                      </a:rPr>
                      <m:t>（</m:t>
                    </m:r>
                    <m:r>
                      <a:rPr lang="en-US" altLang="zh-CN" sz="3200" b="1" i="1" dirty="0" err="1">
                        <a:solidFill>
                          <a:schemeClr val="bg1"/>
                        </a:solidFill>
                        <a:latin typeface="Cambria Math" panose="02040503050406030204"/>
                        <a:ea typeface="微软雅黑" panose="020B0503020204020204" charset="-122"/>
                      </a:rPr>
                      <m:t>𝒙</m:t>
                    </m:r>
                    <m:r>
                      <a:rPr lang="en-US" altLang="zh-CN" sz="3200" b="1" i="1" dirty="0" err="1">
                        <a:solidFill>
                          <a:schemeClr val="bg1"/>
                        </a:solidFill>
                        <a:latin typeface="Cambria Math" panose="02040503050406030204"/>
                        <a:ea typeface="微软雅黑" panose="020B0503020204020204" charset="-122"/>
                      </a:rPr>
                      <m:t>,</m:t>
                    </m:r>
                    <m:r>
                      <a:rPr lang="en-US" altLang="zh-CN" sz="3200" b="1" i="1" dirty="0" err="1">
                        <a:solidFill>
                          <a:schemeClr val="bg1"/>
                        </a:solidFill>
                        <a:latin typeface="Cambria Math" panose="02040503050406030204"/>
                        <a:ea typeface="微软雅黑" panose="020B0503020204020204" charset="-122"/>
                      </a:rPr>
                      <m:t>𝒚</m:t>
                    </m:r>
                    <m:r>
                      <a:rPr lang="zh-CN" altLang="en-US" sz="3200" b="1" i="1" dirty="0">
                        <a:solidFill>
                          <a:schemeClr val="bg1"/>
                        </a:solidFill>
                        <a:latin typeface="Cambria Math" panose="02040503050406030204"/>
                        <a:ea typeface="微软雅黑" panose="020B0503020204020204" charset="-122"/>
                      </a:rPr>
                      <m:t>）</m:t>
                    </m:r>
                    <m:r>
                      <a:rPr lang="en-US" altLang="zh-CN" sz="3200" b="1" i="1" dirty="0">
                        <a:solidFill>
                          <a:schemeClr val="bg1"/>
                        </a:solidFill>
                        <a:latin typeface="Cambria Math" panose="02040503050406030204"/>
                        <a:ea typeface="微软雅黑" panose="020B0503020204020204" charset="-122"/>
                      </a:rPr>
                      <m:t>=</m:t>
                    </m:r>
                    <m:r>
                      <a:rPr lang="en-US" altLang="zh-CN" sz="3200" b="1" i="1" dirty="0" err="1" smtClean="0">
                        <a:solidFill>
                          <a:schemeClr val="bg1"/>
                        </a:solidFill>
                        <a:latin typeface="Cambria Math" panose="02040503050406030204"/>
                        <a:ea typeface="微软雅黑" panose="020B0503020204020204" charset="-122"/>
                      </a:rPr>
                      <m:t>𝒙</m:t>
                    </m:r>
                    <m:r>
                      <a:rPr lang="en-US" altLang="zh-CN" sz="3200" b="1" i="0" dirty="0" err="1" smtClean="0">
                        <a:solidFill>
                          <a:schemeClr val="bg1"/>
                        </a:solidFill>
                        <a:latin typeface="Cambria Math" panose="02040503050406030204"/>
                        <a:ea typeface="微软雅黑" panose="020B0503020204020204" charset="-122"/>
                      </a:rPr>
                      <m:t>𝐬𝐢𝐧</m:t>
                    </m:r>
                    <m:r>
                      <a:rPr lang="en-US" altLang="zh-CN" sz="3200" b="1" i="1" dirty="0" err="1" smtClean="0">
                        <a:solidFill>
                          <a:schemeClr val="bg1"/>
                        </a:solidFill>
                        <a:latin typeface="Cambria Math" panose="02040503050406030204"/>
                        <a:ea typeface="微软雅黑" panose="020B0503020204020204" charset="-122"/>
                      </a:rPr>
                      <m:t>𝒚</m:t>
                    </m:r>
                    <m:r>
                      <a:rPr lang="en-US" altLang="zh-CN" sz="3200" b="1" i="1" dirty="0" err="1" smtClean="0">
                        <a:solidFill>
                          <a:schemeClr val="bg1"/>
                        </a:solidFill>
                        <a:latin typeface="Cambria Math" panose="02040503050406030204"/>
                        <a:ea typeface="微软雅黑" panose="020B0503020204020204" charset="-122"/>
                      </a:rPr>
                      <m:t>+</m:t>
                    </m:r>
                    <m:r>
                      <a:rPr lang="en-US" altLang="zh-CN" sz="3200" b="1" i="1" dirty="0" err="1" smtClean="0">
                        <a:solidFill>
                          <a:schemeClr val="bg1"/>
                        </a:solidFill>
                        <a:latin typeface="Cambria Math" panose="02040503050406030204"/>
                        <a:ea typeface="微软雅黑" panose="020B0503020204020204" charset="-122"/>
                      </a:rPr>
                      <m:t>𝒚</m:t>
                    </m:r>
                    <m:r>
                      <a:rPr lang="en-US" altLang="zh-CN" sz="3200" b="1" i="0" dirty="0" err="1" smtClean="0">
                        <a:solidFill>
                          <a:schemeClr val="bg1"/>
                        </a:solidFill>
                        <a:latin typeface="Cambria Math" panose="02040503050406030204"/>
                        <a:ea typeface="微软雅黑" panose="020B0503020204020204" charset="-122"/>
                      </a:rPr>
                      <m:t>𝐞</m:t>
                    </m:r>
                    <m:r>
                      <a:rPr lang="en-US" altLang="zh-CN" sz="3200" b="1" i="1" baseline="30000" dirty="0" err="1" smtClean="0">
                        <a:solidFill>
                          <a:schemeClr val="bg1"/>
                        </a:solidFill>
                        <a:latin typeface="Cambria Math" panose="02040503050406030204"/>
                        <a:ea typeface="微软雅黑" panose="020B0503020204020204" charset="-122"/>
                      </a:rPr>
                      <m:t>𝒙</m:t>
                    </m:r>
                  </m:oMath>
                </a14:m>
                <a:r>
                  <a:rPr lang="zh-CN" altLang="en-US" sz="3200" b="1" dirty="0">
                    <a:solidFill>
                      <a:schemeClr val="bg1"/>
                    </a:solidFill>
                    <a:latin typeface="微软雅黑" panose="020B0503020204020204" charset="-122"/>
                    <a:ea typeface="微软雅黑" panose="020B0503020204020204" charset="-122"/>
                  </a:rPr>
                  <a:t>，则</a:t>
                </a:r>
                <a:endParaRPr lang="zh-CN" altLang="en-US" sz="3200" b="1" dirty="0">
                  <a:solidFill>
                    <a:schemeClr val="bg1"/>
                  </a:solidFill>
                  <a:latin typeface="微软雅黑" panose="020B0503020204020204" charset="-122"/>
                  <a:ea typeface="微软雅黑" panose="020B0503020204020204" charset="-122"/>
                </a:endParaRPr>
              </a:p>
              <a:p>
                <a:pPr>
                  <a:lnSpc>
                    <a:spcPct val="150000"/>
                  </a:lnSpc>
                </a:pPr>
                <a14:m>
                  <m:oMathPara xmlns:m="http://schemas.openxmlformats.org/officeDocument/2006/math">
                    <m:oMathParaPr>
                      <m:jc m:val="centerGroup"/>
                    </m:oMathParaPr>
                    <m:oMath xmlns:m="http://schemas.openxmlformats.org/officeDocument/2006/math">
                      <m:r>
                        <a:rPr lang="en-US" altLang="zh-CN" sz="3200" b="1" i="1" dirty="0" smtClean="0">
                          <a:solidFill>
                            <a:schemeClr val="bg1"/>
                          </a:solidFill>
                          <a:latin typeface="Cambria Math" panose="02040503050406030204"/>
                          <a:ea typeface="微软雅黑" panose="020B0503020204020204" charset="-122"/>
                        </a:rPr>
                        <m:t>𝑭</m:t>
                      </m:r>
                      <m:r>
                        <a:rPr lang="en-US" altLang="zh-CN" sz="3200" b="1" i="1" baseline="-25000" dirty="0" err="1">
                          <a:solidFill>
                            <a:schemeClr val="bg1"/>
                          </a:solidFill>
                          <a:latin typeface="Cambria Math" panose="02040503050406030204"/>
                          <a:ea typeface="微软雅黑" panose="020B0503020204020204" charset="-122"/>
                        </a:rPr>
                        <m:t>𝒙</m:t>
                      </m:r>
                      <m:d>
                        <m:dPr>
                          <m:begChr m:val="（"/>
                          <m:endChr m:val="）"/>
                          <m:ctrlPr>
                            <a:rPr lang="zh-CN" altLang="en-US" sz="3200" b="1" i="1" baseline="-25000" dirty="0">
                              <a:solidFill>
                                <a:schemeClr val="bg1"/>
                              </a:solidFill>
                              <a:latin typeface="Cambria Math" panose="02040503050406030204" pitchFamily="18" charset="0"/>
                              <a:ea typeface="微软雅黑" panose="020B0503020204020204" charset="-122"/>
                            </a:rPr>
                          </m:ctrlPr>
                        </m:dPr>
                        <m:e>
                          <m:r>
                            <a:rPr lang="en-US" altLang="zh-CN" sz="3200" b="1" i="1" dirty="0" err="1">
                              <a:solidFill>
                                <a:schemeClr val="bg1"/>
                              </a:solidFill>
                              <a:latin typeface="Cambria Math" panose="02040503050406030204"/>
                              <a:ea typeface="微软雅黑" panose="020B0503020204020204" charset="-122"/>
                            </a:rPr>
                            <m:t>𝒙</m:t>
                          </m:r>
                          <m:r>
                            <a:rPr lang="en-US" altLang="zh-CN" sz="3200" b="1" i="1" dirty="0" err="1">
                              <a:solidFill>
                                <a:schemeClr val="bg1"/>
                              </a:solidFill>
                              <a:latin typeface="Cambria Math" panose="02040503050406030204"/>
                              <a:ea typeface="微软雅黑" panose="020B0503020204020204" charset="-122"/>
                            </a:rPr>
                            <m:t>,</m:t>
                          </m:r>
                          <m:r>
                            <a:rPr lang="en-US" altLang="zh-CN" sz="3200" b="1" i="1" dirty="0" err="1">
                              <a:solidFill>
                                <a:schemeClr val="bg1"/>
                              </a:solidFill>
                              <a:latin typeface="Cambria Math" panose="02040503050406030204"/>
                              <a:ea typeface="微软雅黑" panose="020B0503020204020204" charset="-122"/>
                            </a:rPr>
                            <m:t>𝒚</m:t>
                          </m:r>
                        </m:e>
                      </m:d>
                      <m:r>
                        <a:rPr lang="en-US" altLang="zh-CN" sz="3200" b="1" i="1" dirty="0">
                          <a:solidFill>
                            <a:schemeClr val="bg1"/>
                          </a:solidFill>
                          <a:latin typeface="Cambria Math" panose="02040503050406030204"/>
                          <a:ea typeface="微软雅黑" panose="020B0503020204020204" charset="-122"/>
                        </a:rPr>
                        <m:t>=</m:t>
                      </m:r>
                      <m:r>
                        <a:rPr lang="en-US" altLang="zh-CN" sz="3200" b="1" i="0" dirty="0" err="1">
                          <a:solidFill>
                            <a:schemeClr val="bg1"/>
                          </a:solidFill>
                          <a:latin typeface="Cambria Math" panose="02040503050406030204"/>
                          <a:ea typeface="微软雅黑" panose="020B0503020204020204" charset="-122"/>
                        </a:rPr>
                        <m:t>𝐬𝐢𝐧</m:t>
                      </m:r>
                      <m:r>
                        <a:rPr lang="en-US" altLang="zh-CN" sz="3200" b="1" i="1" dirty="0" err="1">
                          <a:solidFill>
                            <a:schemeClr val="bg1"/>
                          </a:solidFill>
                          <a:latin typeface="Cambria Math" panose="02040503050406030204"/>
                          <a:ea typeface="微软雅黑" panose="020B0503020204020204" charset="-122"/>
                        </a:rPr>
                        <m:t>𝒚</m:t>
                      </m:r>
                      <m:r>
                        <a:rPr lang="en-US" altLang="zh-CN" sz="3200" b="1" i="1" dirty="0" err="1">
                          <a:solidFill>
                            <a:schemeClr val="bg1"/>
                          </a:solidFill>
                          <a:latin typeface="Cambria Math" panose="02040503050406030204"/>
                          <a:ea typeface="微软雅黑" panose="020B0503020204020204" charset="-122"/>
                        </a:rPr>
                        <m:t>+</m:t>
                      </m:r>
                      <m:r>
                        <a:rPr lang="en-US" altLang="zh-CN" sz="3200" b="1" i="1" dirty="0" err="1">
                          <a:solidFill>
                            <a:schemeClr val="bg1"/>
                          </a:solidFill>
                          <a:latin typeface="Cambria Math" panose="02040503050406030204"/>
                          <a:ea typeface="微软雅黑" panose="020B0503020204020204" charset="-122"/>
                        </a:rPr>
                        <m:t>𝒚</m:t>
                      </m:r>
                      <m:r>
                        <a:rPr lang="en-US" altLang="zh-CN" sz="3200" b="1" i="0" dirty="0" err="1">
                          <a:solidFill>
                            <a:schemeClr val="bg1"/>
                          </a:solidFill>
                          <a:latin typeface="Cambria Math" panose="02040503050406030204"/>
                          <a:ea typeface="微软雅黑" panose="020B0503020204020204" charset="-122"/>
                        </a:rPr>
                        <m:t>𝐞</m:t>
                      </m:r>
                      <m:r>
                        <a:rPr lang="en-US" altLang="zh-CN" sz="3200" b="1" i="1" baseline="30000" dirty="0" err="1">
                          <a:solidFill>
                            <a:schemeClr val="bg1"/>
                          </a:solidFill>
                          <a:latin typeface="Cambria Math" panose="02040503050406030204"/>
                          <a:ea typeface="微软雅黑" panose="020B0503020204020204" charset="-122"/>
                        </a:rPr>
                        <m:t>𝒙</m:t>
                      </m:r>
                      <m:r>
                        <a:rPr lang="zh-CN" altLang="en-US" sz="3200" b="1" i="1" dirty="0" smtClean="0">
                          <a:solidFill>
                            <a:schemeClr val="bg1"/>
                          </a:solidFill>
                          <a:latin typeface="Cambria Math" panose="02040503050406030204"/>
                          <a:ea typeface="微软雅黑" panose="020B0503020204020204" charset="-122"/>
                        </a:rPr>
                        <m:t>，</m:t>
                      </m:r>
                      <m:r>
                        <a:rPr lang="en-US" altLang="zh-CN" sz="3200" b="1" i="1" dirty="0" err="1">
                          <a:solidFill>
                            <a:schemeClr val="bg1"/>
                          </a:solidFill>
                          <a:latin typeface="Cambria Math" panose="02040503050406030204"/>
                          <a:ea typeface="微软雅黑" panose="020B0503020204020204" charset="-122"/>
                        </a:rPr>
                        <m:t>𝑭</m:t>
                      </m:r>
                      <m:r>
                        <a:rPr lang="en-US" altLang="zh-CN" sz="3200" b="1" i="1" baseline="-25000" dirty="0" err="1">
                          <a:solidFill>
                            <a:schemeClr val="bg1"/>
                          </a:solidFill>
                          <a:latin typeface="Cambria Math" panose="02040503050406030204"/>
                          <a:ea typeface="微软雅黑" panose="020B0503020204020204" charset="-122"/>
                        </a:rPr>
                        <m:t>𝒚</m:t>
                      </m:r>
                      <m:r>
                        <a:rPr lang="zh-CN" altLang="en-US" sz="3200" b="1" i="1" dirty="0">
                          <a:solidFill>
                            <a:schemeClr val="bg1"/>
                          </a:solidFill>
                          <a:latin typeface="Cambria Math" panose="02040503050406030204"/>
                          <a:ea typeface="微软雅黑" panose="020B0503020204020204" charset="-122"/>
                        </a:rPr>
                        <m:t>（</m:t>
                      </m:r>
                      <m:r>
                        <a:rPr lang="en-US" altLang="zh-CN" sz="3200" b="1" i="1" dirty="0" err="1">
                          <a:solidFill>
                            <a:schemeClr val="bg1"/>
                          </a:solidFill>
                          <a:latin typeface="Cambria Math" panose="02040503050406030204"/>
                          <a:ea typeface="微软雅黑" panose="020B0503020204020204" charset="-122"/>
                        </a:rPr>
                        <m:t>𝒙</m:t>
                      </m:r>
                      <m:r>
                        <a:rPr lang="en-US" altLang="zh-CN" sz="3200" b="1" i="1" dirty="0" err="1">
                          <a:solidFill>
                            <a:schemeClr val="bg1"/>
                          </a:solidFill>
                          <a:latin typeface="Cambria Math" panose="02040503050406030204"/>
                          <a:ea typeface="微软雅黑" panose="020B0503020204020204" charset="-122"/>
                        </a:rPr>
                        <m:t>,</m:t>
                      </m:r>
                      <m:r>
                        <a:rPr lang="en-US" altLang="zh-CN" sz="3200" b="1" i="1" dirty="0" err="1">
                          <a:solidFill>
                            <a:schemeClr val="bg1"/>
                          </a:solidFill>
                          <a:latin typeface="Cambria Math" panose="02040503050406030204"/>
                          <a:ea typeface="微软雅黑" panose="020B0503020204020204" charset="-122"/>
                        </a:rPr>
                        <m:t>𝒚</m:t>
                      </m:r>
                      <m:r>
                        <a:rPr lang="zh-CN" altLang="en-US" sz="3200" b="1" i="1" dirty="0">
                          <a:solidFill>
                            <a:schemeClr val="bg1"/>
                          </a:solidFill>
                          <a:latin typeface="Cambria Math" panose="02040503050406030204"/>
                          <a:ea typeface="微软雅黑" panose="020B0503020204020204" charset="-122"/>
                        </a:rPr>
                        <m:t>）</m:t>
                      </m:r>
                      <m:r>
                        <a:rPr lang="en-US" altLang="zh-CN" sz="3200" b="1" i="1" dirty="0">
                          <a:solidFill>
                            <a:schemeClr val="bg1"/>
                          </a:solidFill>
                          <a:latin typeface="Cambria Math" panose="02040503050406030204"/>
                          <a:ea typeface="微软雅黑" panose="020B0503020204020204" charset="-122"/>
                        </a:rPr>
                        <m:t>=</m:t>
                      </m:r>
                      <m:r>
                        <a:rPr lang="en-US" altLang="zh-CN" sz="3200" b="1" i="1" dirty="0" err="1">
                          <a:solidFill>
                            <a:schemeClr val="bg1"/>
                          </a:solidFill>
                          <a:latin typeface="Cambria Math" panose="02040503050406030204"/>
                          <a:ea typeface="微软雅黑" panose="020B0503020204020204" charset="-122"/>
                        </a:rPr>
                        <m:t>𝒙</m:t>
                      </m:r>
                      <m:r>
                        <a:rPr lang="en-US" altLang="zh-CN" sz="3200" b="1" i="0" dirty="0" err="1">
                          <a:solidFill>
                            <a:schemeClr val="bg1"/>
                          </a:solidFill>
                          <a:latin typeface="Cambria Math" panose="02040503050406030204"/>
                          <a:ea typeface="微软雅黑" panose="020B0503020204020204" charset="-122"/>
                        </a:rPr>
                        <m:t>𝐜𝐨𝐬</m:t>
                      </m:r>
                      <m:r>
                        <a:rPr lang="en-US" altLang="zh-CN" sz="3200" b="1" i="1" dirty="0" err="1">
                          <a:solidFill>
                            <a:schemeClr val="bg1"/>
                          </a:solidFill>
                          <a:latin typeface="Cambria Math" panose="02040503050406030204"/>
                          <a:ea typeface="微软雅黑" panose="020B0503020204020204" charset="-122"/>
                        </a:rPr>
                        <m:t>𝒚</m:t>
                      </m:r>
                      <m:r>
                        <a:rPr lang="en-US" altLang="zh-CN" sz="3200" b="1" i="1" dirty="0" err="1">
                          <a:solidFill>
                            <a:schemeClr val="bg1"/>
                          </a:solidFill>
                          <a:latin typeface="Cambria Math" panose="02040503050406030204"/>
                          <a:ea typeface="微软雅黑" panose="020B0503020204020204" charset="-122"/>
                        </a:rPr>
                        <m:t>+</m:t>
                      </m:r>
                      <m:r>
                        <a:rPr lang="en-US" altLang="zh-CN" sz="3200" b="1" i="0" dirty="0" err="1">
                          <a:solidFill>
                            <a:schemeClr val="bg1"/>
                          </a:solidFill>
                          <a:latin typeface="Cambria Math" panose="02040503050406030204"/>
                          <a:ea typeface="微软雅黑" panose="020B0503020204020204" charset="-122"/>
                        </a:rPr>
                        <m:t>𝐞</m:t>
                      </m:r>
                      <m:r>
                        <a:rPr lang="en-US" altLang="zh-CN" sz="3200" b="1" i="1" baseline="30000" dirty="0" err="1">
                          <a:solidFill>
                            <a:schemeClr val="bg1"/>
                          </a:solidFill>
                          <a:latin typeface="Cambria Math" panose="02040503050406030204"/>
                          <a:ea typeface="微软雅黑" panose="020B0503020204020204" charset="-122"/>
                        </a:rPr>
                        <m:t>𝒙</m:t>
                      </m:r>
                    </m:oMath>
                  </m:oMathPara>
                </a14:m>
                <a:endParaRPr lang="en-US" altLang="zh-CN" sz="3200" b="1" baseline="30000" dirty="0">
                  <a:solidFill>
                    <a:schemeClr val="bg1"/>
                  </a:solidFill>
                  <a:latin typeface="微软雅黑" panose="020B0503020204020204" charset="-122"/>
                  <a:ea typeface="微软雅黑" panose="020B0503020204020204" charset="-122"/>
                </a:endParaRPr>
              </a:p>
              <a:p>
                <a:pPr>
                  <a:lnSpc>
                    <a:spcPct val="150000"/>
                  </a:lnSpc>
                </a:pPr>
                <a:r>
                  <a:rPr lang="zh-CN" altLang="en-US" sz="3200" b="1" dirty="0">
                    <a:solidFill>
                      <a:schemeClr val="bg1"/>
                    </a:solidFill>
                    <a:latin typeface="微软雅黑" panose="020B0503020204020204" charset="-122"/>
                    <a:ea typeface="微软雅黑" panose="020B0503020204020204" charset="-122"/>
                  </a:rPr>
                  <a:t>故  </a:t>
                </a:r>
                <a:endParaRPr lang="zh-CN" altLang="en-US" sz="3200" b="1" dirty="0">
                  <a:solidFill>
                    <a:schemeClr val="bg1"/>
                  </a:solidFill>
                  <a:latin typeface="微软雅黑" panose="020B0503020204020204" charset="-122"/>
                  <a:ea typeface="微软雅黑" panose="020B0503020204020204" charset="-122"/>
                </a:endParaRPr>
              </a:p>
            </p:txBody>
          </p:sp>
        </mc:Choice>
        <mc:Fallback>
          <p:sp>
            <p:nvSpPr>
              <p:cNvPr id="8" name="文本框 7"/>
              <p:cNvSpPr txBox="1">
                <a:spLocks noRot="1" noChangeAspect="1" noMove="1" noResize="1" noEditPoints="1" noAdjustHandles="1" noChangeArrowheads="1" noChangeShapeType="1" noTextEdit="1"/>
              </p:cNvSpPr>
              <p:nvPr/>
            </p:nvSpPr>
            <p:spPr>
              <a:xfrm>
                <a:off x="750507" y="1289571"/>
                <a:ext cx="7388782" cy="4108450"/>
              </a:xfrm>
              <a:prstGeom prst="rect">
                <a:avLst/>
              </a:prstGeom>
              <a:blipFill rotWithShape="1">
                <a:blip r:embed="rId1"/>
                <a:stretch>
                  <a:fillRect l="-8" t="-1373" r="7" b="13"/>
                </a:stretch>
              </a:blipFill>
            </p:spPr>
            <p:txBody>
              <a:bodyPr/>
              <a:lstStyle/>
              <a:p>
                <a:r>
                  <a:rPr lang="zh-CN" altLang="en-US">
                    <a:noFill/>
                  </a:rPr>
                  <a:t> </a:t>
                </a:r>
              </a:p>
            </p:txBody>
          </p:sp>
        </mc:Fallback>
      </mc:AlternateContent>
      <p:sp>
        <p:nvSpPr>
          <p:cNvPr id="11" name="矩形: 圆角 133"/>
          <p:cNvSpPr/>
          <p:nvPr/>
        </p:nvSpPr>
        <p:spPr>
          <a:xfrm rot="2700000">
            <a:off x="481528" y="324463"/>
            <a:ext cx="608141" cy="608141"/>
          </a:xfrm>
          <a:prstGeom prst="roundRect">
            <a:avLst/>
          </a:prstGeom>
          <a:solidFill>
            <a:schemeClr val="accent1"/>
          </a:solidFill>
          <a:ln w="38100">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Arial" panose="020B0604020202020204"/>
              <a:ea typeface="微软雅黑" panose="020B0503020204020204" charset="-122"/>
              <a:cs typeface="+mn-cs"/>
            </a:endParaRPr>
          </a:p>
        </p:txBody>
      </p:sp>
      <p:cxnSp>
        <p:nvCxnSpPr>
          <p:cNvPr id="12" name="直接连接符 11"/>
          <p:cNvCxnSpPr/>
          <p:nvPr/>
        </p:nvCxnSpPr>
        <p:spPr>
          <a:xfrm>
            <a:off x="1046328" y="1023585"/>
            <a:ext cx="11145672"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4" name="任意多边形: 形状 137"/>
          <p:cNvSpPr/>
          <p:nvPr/>
        </p:nvSpPr>
        <p:spPr>
          <a:xfrm rot="2700000">
            <a:off x="10236192" y="807057"/>
            <a:ext cx="433056" cy="433056"/>
          </a:xfrm>
          <a:custGeom>
            <a:avLst/>
            <a:gdLst>
              <a:gd name="connsiteX0" fmla="*/ 29688 w 542085"/>
              <a:gd name="connsiteY0" fmla="*/ 29687 h 542085"/>
              <a:gd name="connsiteX1" fmla="*/ 101359 w 542085"/>
              <a:gd name="connsiteY1" fmla="*/ 0 h 542085"/>
              <a:gd name="connsiteX2" fmla="*/ 506782 w 542085"/>
              <a:gd name="connsiteY2" fmla="*/ 0 h 542085"/>
              <a:gd name="connsiteX3" fmla="*/ 542085 w 542085"/>
              <a:gd name="connsiteY3" fmla="*/ 7127 h 542085"/>
              <a:gd name="connsiteX4" fmla="*/ 7127 w 542085"/>
              <a:gd name="connsiteY4" fmla="*/ 542085 h 542085"/>
              <a:gd name="connsiteX5" fmla="*/ 0 w 542085"/>
              <a:gd name="connsiteY5" fmla="*/ 506782 h 542085"/>
              <a:gd name="connsiteX6" fmla="*/ 0 w 542085"/>
              <a:gd name="connsiteY6" fmla="*/ 101359 h 542085"/>
              <a:gd name="connsiteX7" fmla="*/ 29688 w 542085"/>
              <a:gd name="connsiteY7" fmla="*/ 29687 h 542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2085" h="542085">
                <a:moveTo>
                  <a:pt x="29688" y="29687"/>
                </a:moveTo>
                <a:cubicBezTo>
                  <a:pt x="48030" y="11345"/>
                  <a:pt x="73370" y="0"/>
                  <a:pt x="101359" y="0"/>
                </a:cubicBezTo>
                <a:lnTo>
                  <a:pt x="506782" y="0"/>
                </a:lnTo>
                <a:lnTo>
                  <a:pt x="542085" y="7127"/>
                </a:lnTo>
                <a:lnTo>
                  <a:pt x="7127" y="542085"/>
                </a:lnTo>
                <a:lnTo>
                  <a:pt x="0" y="506782"/>
                </a:lnTo>
                <a:lnTo>
                  <a:pt x="0" y="101359"/>
                </a:lnTo>
                <a:cubicBezTo>
                  <a:pt x="0" y="73369"/>
                  <a:pt x="11345" y="48029"/>
                  <a:pt x="29688" y="29687"/>
                </a:cubicBezTo>
                <a:close/>
              </a:path>
            </a:pathLst>
          </a:cu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Arial" panose="020B0604020202020204"/>
              <a:ea typeface="微软雅黑" panose="020B0503020204020204" charset="-122"/>
              <a:cs typeface="+mn-cs"/>
            </a:endParaRPr>
          </a:p>
        </p:txBody>
      </p:sp>
      <p:sp>
        <p:nvSpPr>
          <p:cNvPr id="15" name="任意多边形: 形状 138"/>
          <p:cNvSpPr/>
          <p:nvPr/>
        </p:nvSpPr>
        <p:spPr>
          <a:xfrm rot="2700000">
            <a:off x="10688014" y="807057"/>
            <a:ext cx="433056" cy="433056"/>
          </a:xfrm>
          <a:custGeom>
            <a:avLst/>
            <a:gdLst>
              <a:gd name="connsiteX0" fmla="*/ 29688 w 542085"/>
              <a:gd name="connsiteY0" fmla="*/ 29687 h 542085"/>
              <a:gd name="connsiteX1" fmla="*/ 101359 w 542085"/>
              <a:gd name="connsiteY1" fmla="*/ 0 h 542085"/>
              <a:gd name="connsiteX2" fmla="*/ 506782 w 542085"/>
              <a:gd name="connsiteY2" fmla="*/ 0 h 542085"/>
              <a:gd name="connsiteX3" fmla="*/ 542085 w 542085"/>
              <a:gd name="connsiteY3" fmla="*/ 7127 h 542085"/>
              <a:gd name="connsiteX4" fmla="*/ 7127 w 542085"/>
              <a:gd name="connsiteY4" fmla="*/ 542085 h 542085"/>
              <a:gd name="connsiteX5" fmla="*/ 0 w 542085"/>
              <a:gd name="connsiteY5" fmla="*/ 506782 h 542085"/>
              <a:gd name="connsiteX6" fmla="*/ 0 w 542085"/>
              <a:gd name="connsiteY6" fmla="*/ 101359 h 542085"/>
              <a:gd name="connsiteX7" fmla="*/ 29688 w 542085"/>
              <a:gd name="connsiteY7" fmla="*/ 29687 h 542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2085" h="542085">
                <a:moveTo>
                  <a:pt x="29688" y="29687"/>
                </a:moveTo>
                <a:cubicBezTo>
                  <a:pt x="48030" y="11345"/>
                  <a:pt x="73370" y="0"/>
                  <a:pt x="101359" y="0"/>
                </a:cubicBezTo>
                <a:lnTo>
                  <a:pt x="506782" y="0"/>
                </a:lnTo>
                <a:lnTo>
                  <a:pt x="542085" y="7127"/>
                </a:lnTo>
                <a:lnTo>
                  <a:pt x="7127" y="542085"/>
                </a:lnTo>
                <a:lnTo>
                  <a:pt x="0" y="506782"/>
                </a:lnTo>
                <a:lnTo>
                  <a:pt x="0" y="101359"/>
                </a:lnTo>
                <a:cubicBezTo>
                  <a:pt x="0" y="73369"/>
                  <a:pt x="11345" y="48029"/>
                  <a:pt x="29688" y="29687"/>
                </a:cubicBezTo>
                <a:close/>
              </a:path>
            </a:pathLst>
          </a:cu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Arial" panose="020B0604020202020204"/>
              <a:ea typeface="微软雅黑" panose="020B0503020204020204" charset="-122"/>
              <a:cs typeface="+mn-cs"/>
            </a:endParaRPr>
          </a:p>
        </p:txBody>
      </p:sp>
      <p:sp>
        <p:nvSpPr>
          <p:cNvPr id="16" name="任意多边形: 形状 139"/>
          <p:cNvSpPr/>
          <p:nvPr/>
        </p:nvSpPr>
        <p:spPr>
          <a:xfrm rot="2700000">
            <a:off x="11139835" y="807057"/>
            <a:ext cx="433056" cy="433056"/>
          </a:xfrm>
          <a:custGeom>
            <a:avLst/>
            <a:gdLst>
              <a:gd name="connsiteX0" fmla="*/ 29688 w 542085"/>
              <a:gd name="connsiteY0" fmla="*/ 29687 h 542085"/>
              <a:gd name="connsiteX1" fmla="*/ 101359 w 542085"/>
              <a:gd name="connsiteY1" fmla="*/ 0 h 542085"/>
              <a:gd name="connsiteX2" fmla="*/ 506782 w 542085"/>
              <a:gd name="connsiteY2" fmla="*/ 0 h 542085"/>
              <a:gd name="connsiteX3" fmla="*/ 542085 w 542085"/>
              <a:gd name="connsiteY3" fmla="*/ 7127 h 542085"/>
              <a:gd name="connsiteX4" fmla="*/ 7127 w 542085"/>
              <a:gd name="connsiteY4" fmla="*/ 542085 h 542085"/>
              <a:gd name="connsiteX5" fmla="*/ 0 w 542085"/>
              <a:gd name="connsiteY5" fmla="*/ 506782 h 542085"/>
              <a:gd name="connsiteX6" fmla="*/ 0 w 542085"/>
              <a:gd name="connsiteY6" fmla="*/ 101359 h 542085"/>
              <a:gd name="connsiteX7" fmla="*/ 29688 w 542085"/>
              <a:gd name="connsiteY7" fmla="*/ 29687 h 542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2085" h="542085">
                <a:moveTo>
                  <a:pt x="29688" y="29687"/>
                </a:moveTo>
                <a:cubicBezTo>
                  <a:pt x="48030" y="11345"/>
                  <a:pt x="73370" y="0"/>
                  <a:pt x="101359" y="0"/>
                </a:cubicBezTo>
                <a:lnTo>
                  <a:pt x="506782" y="0"/>
                </a:lnTo>
                <a:lnTo>
                  <a:pt x="542085" y="7127"/>
                </a:lnTo>
                <a:lnTo>
                  <a:pt x="7127" y="542085"/>
                </a:lnTo>
                <a:lnTo>
                  <a:pt x="0" y="506782"/>
                </a:lnTo>
                <a:lnTo>
                  <a:pt x="0" y="101359"/>
                </a:lnTo>
                <a:cubicBezTo>
                  <a:pt x="0" y="73369"/>
                  <a:pt x="11345" y="48029"/>
                  <a:pt x="29688" y="29687"/>
                </a:cubicBezTo>
                <a:close/>
              </a:path>
            </a:pathLst>
          </a:cu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Arial" panose="020B0604020202020204"/>
              <a:ea typeface="微软雅黑" panose="020B0503020204020204" charset="-122"/>
              <a:cs typeface="+mn-cs"/>
            </a:endParaRPr>
          </a:p>
        </p:txBody>
      </p:sp>
      <p:sp>
        <p:nvSpPr>
          <p:cNvPr id="13" name="文本框 135"/>
          <p:cNvSpPr txBox="1"/>
          <p:nvPr/>
        </p:nvSpPr>
        <p:spPr>
          <a:xfrm>
            <a:off x="1403349" y="366923"/>
            <a:ext cx="4264309" cy="584775"/>
          </a:xfrm>
          <a:prstGeom prst="rect">
            <a:avLst/>
          </a:prstGeom>
          <a:noFill/>
        </p:spPr>
        <p:txBody>
          <a:bodyPr wrap="none" rtlCol="0">
            <a:spAutoFit/>
            <a:scene3d>
              <a:camera prst="orthographicFront"/>
              <a:lightRig rig="threePt" dir="t"/>
            </a:scene3d>
            <a:sp3d contourW="6350"/>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chemeClr val="bg1"/>
                </a:solidFill>
                <a:effectLst/>
                <a:uLnTx/>
                <a:uFillTx/>
                <a:latin typeface="Arial" panose="020B0604020202020204"/>
                <a:ea typeface="微软雅黑" panose="020B0503020204020204" charset="-122"/>
                <a:cs typeface="+mn-cs"/>
              </a:rPr>
              <a:t>5.5  </a:t>
            </a:r>
            <a:r>
              <a:rPr kumimoji="0" lang="zh-CN" altLang="en-US" sz="3200" b="1" i="0" u="none" strike="noStrike" kern="1200" cap="none" spc="0" normalizeH="0" baseline="0" noProof="0" dirty="0">
                <a:ln>
                  <a:noFill/>
                </a:ln>
                <a:solidFill>
                  <a:schemeClr val="bg1"/>
                </a:solidFill>
                <a:effectLst/>
                <a:uLnTx/>
                <a:uFillTx/>
                <a:latin typeface="Arial" panose="020B0604020202020204"/>
                <a:ea typeface="微软雅黑" panose="020B0503020204020204" charset="-122"/>
                <a:cs typeface="+mn-cs"/>
              </a:rPr>
              <a:t>隐函数的求导法则</a:t>
            </a:r>
            <a:endParaRPr kumimoji="0" lang="zh-CN" altLang="en-US" sz="3200" b="1" i="0" u="none" strike="noStrike" kern="1200" cap="none" spc="0" normalizeH="0" baseline="0" noProof="0" dirty="0">
              <a:ln>
                <a:noFill/>
              </a:ln>
              <a:solidFill>
                <a:schemeClr val="bg1"/>
              </a:solidFill>
              <a:effectLst/>
              <a:uLnTx/>
              <a:uFillTx/>
              <a:latin typeface="Arial" panose="020B0604020202020204"/>
              <a:ea typeface="微软雅黑" panose="020B0503020204020204" charset="-122"/>
              <a:cs typeface="+mn-cs"/>
            </a:endParaRPr>
          </a:p>
        </p:txBody>
      </p:sp>
      <p:pic>
        <p:nvPicPr>
          <p:cNvPr id="18" name="图片 17"/>
          <p:cNvPicPr>
            <a:picLocks noChangeAspect="1"/>
          </p:cNvPicPr>
          <p:nvPr/>
        </p:nvPicPr>
        <p:blipFill>
          <a:blip r:embed="rId2"/>
          <a:stretch>
            <a:fillRect/>
          </a:stretch>
        </p:blipFill>
        <p:spPr>
          <a:xfrm>
            <a:off x="2927985" y="4796790"/>
            <a:ext cx="4417695" cy="1560830"/>
          </a:xfrm>
          <a:prstGeom prst="rect">
            <a:avLst/>
          </a:prstGeom>
        </p:spPr>
      </p:pic>
    </p:spTree>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animEffect transition="in" filter="fade">
                                      <p:cBhvr>
                                        <p:cTn id="11" dur="500"/>
                                        <p:tgtEl>
                                          <p:spTgt spid="8">
                                            <p:txEl>
                                              <p:pRg st="1" end="1"/>
                                            </p:txEl>
                                          </p:spTgt>
                                        </p:tgtEl>
                                      </p:cBhvr>
                                    </p:animEffect>
                                  </p:childTnLst>
                                </p:cTn>
                              </p:par>
                              <p:par>
                                <p:cTn id="12" presetID="10" presetClass="entr" presetSubtype="0" fill="hold" nodeType="withEffect">
                                  <p:stCondLst>
                                    <p:cond delay="0"/>
                                  </p:stCondLst>
                                  <p:childTnLst>
                                    <p:set>
                                      <p:cBhvr>
                                        <p:cTn id="13" dur="1" fill="hold">
                                          <p:stCondLst>
                                            <p:cond delay="0"/>
                                          </p:stCondLst>
                                        </p:cTn>
                                        <p:tgtEl>
                                          <p:spTgt spid="8">
                                            <p:txEl>
                                              <p:pRg st="2" end="2"/>
                                            </p:txEl>
                                          </p:spTgt>
                                        </p:tgtEl>
                                        <p:attrNameLst>
                                          <p:attrName>style.visibility</p:attrName>
                                        </p:attrNameLst>
                                      </p:cBhvr>
                                      <p:to>
                                        <p:strVal val="visible"/>
                                      </p:to>
                                    </p:set>
                                    <p:animEffect transition="in" filter="fade">
                                      <p:cBhvr>
                                        <p:cTn id="14" dur="500"/>
                                        <p:tgtEl>
                                          <p:spTgt spid="8">
                                            <p:txEl>
                                              <p:pRg st="2" end="2"/>
                                            </p:txEl>
                                          </p:spTgt>
                                        </p:tgtEl>
                                      </p:cBhvr>
                                    </p:animEffect>
                                  </p:childTnLst>
                                </p:cTn>
                              </p:par>
                              <p:par>
                                <p:cTn id="15" presetID="10" presetClass="entr" presetSubtype="0" fill="hold" nodeType="withEffect">
                                  <p:stCondLst>
                                    <p:cond delay="0"/>
                                  </p:stCondLst>
                                  <p:childTnLst>
                                    <p:set>
                                      <p:cBhvr>
                                        <p:cTn id="16" dur="1" fill="hold">
                                          <p:stCondLst>
                                            <p:cond delay="0"/>
                                          </p:stCondLst>
                                        </p:cTn>
                                        <p:tgtEl>
                                          <p:spTgt spid="8">
                                            <p:txEl>
                                              <p:pRg st="3" end="3"/>
                                            </p:txEl>
                                          </p:spTgt>
                                        </p:tgtEl>
                                        <p:attrNameLst>
                                          <p:attrName>style.visibility</p:attrName>
                                        </p:attrNameLst>
                                      </p:cBhvr>
                                      <p:to>
                                        <p:strVal val="visible"/>
                                      </p:to>
                                    </p:set>
                                    <p:animEffect transition="in" filter="fade">
                                      <p:cBhvr>
                                        <p:cTn id="17" dur="500"/>
                                        <p:tgtEl>
                                          <p:spTgt spid="8">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1000"/>
                                        <p:tgtEl>
                                          <p:spTgt spid="18"/>
                                        </p:tgtEl>
                                      </p:cBhvr>
                                    </p:animEffect>
                                    <p:anim calcmode="lin" valueType="num">
                                      <p:cBhvr>
                                        <p:cTn id="23" dur="1000" fill="hold"/>
                                        <p:tgtEl>
                                          <p:spTgt spid="18"/>
                                        </p:tgtEl>
                                        <p:attrNameLst>
                                          <p:attrName>ppt_x</p:attrName>
                                        </p:attrNameLst>
                                      </p:cBhvr>
                                      <p:tavLst>
                                        <p:tav tm="0">
                                          <p:val>
                                            <p:strVal val="#ppt_x"/>
                                          </p:val>
                                        </p:tav>
                                        <p:tav tm="100000">
                                          <p:val>
                                            <p:strVal val="#ppt_x"/>
                                          </p:val>
                                        </p:tav>
                                      </p:tavLst>
                                    </p:anim>
                                    <p:anim calcmode="lin" valueType="num">
                                      <p:cBhvr>
                                        <p:cTn id="24"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bg>
      <p:bgPr>
        <a:gradFill>
          <a:gsLst>
            <a:gs pos="0">
              <a:srgbClr val="0D1B2A"/>
            </a:gs>
            <a:gs pos="60000">
              <a:srgbClr val="1B263B"/>
            </a:gs>
            <a:gs pos="100000">
              <a:srgbClr val="102A43"/>
            </a:gs>
          </a:gsLst>
          <a:lin ang="2700000" scaled="0"/>
        </a:gradFill>
        <a:effectLst/>
      </p:bgPr>
    </p:bg>
    <p:spTree>
      <p:nvGrpSpPr>
        <p:cNvPr id="1" name=""/>
        <p:cNvGrpSpPr/>
        <p:nvPr/>
      </p:nvGrpSpPr>
      <p:grpSpPr>
        <a:xfrm>
          <a:off x="0" y="0"/>
          <a:ext cx="0" cy="0"/>
          <a:chOff x="0" y="0"/>
          <a:chExt cx="0" cy="0"/>
        </a:xfrm>
      </p:grpSpPr>
      <p:sp>
        <p:nvSpPr>
          <p:cNvPr id="7" name="矩形 6"/>
          <p:cNvSpPr/>
          <p:nvPr/>
        </p:nvSpPr>
        <p:spPr>
          <a:xfrm>
            <a:off x="592455" y="1223645"/>
            <a:ext cx="10061575" cy="4842510"/>
          </a:xfrm>
          <a:prstGeom prst="rect">
            <a:avLst/>
          </a:prstGeom>
          <a:noFill/>
          <a:ln w="28575">
            <a:solidFill>
              <a:srgbClr val="0070C0"/>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mc:AlternateContent xmlns:mc="http://schemas.openxmlformats.org/markup-compatibility/2006">
        <mc:Choice xmlns:a14="http://schemas.microsoft.com/office/drawing/2010/main" Requires="a14">
          <p:sp>
            <p:nvSpPr>
              <p:cNvPr id="8" name="文本框 7"/>
              <p:cNvSpPr txBox="1"/>
              <p:nvPr/>
            </p:nvSpPr>
            <p:spPr>
              <a:xfrm>
                <a:off x="750570" y="1122680"/>
                <a:ext cx="10723245" cy="5609590"/>
              </a:xfrm>
              <a:prstGeom prst="rect">
                <a:avLst/>
              </a:prstGeom>
              <a:noFill/>
            </p:spPr>
            <p:txBody>
              <a:bodyPr wrap="square" rtlCol="0">
                <a:noAutofit/>
              </a:bodyPr>
              <a:lstStyle/>
              <a:p>
                <a:pPr>
                  <a:lnSpc>
                    <a:spcPct val="150000"/>
                  </a:lnSpc>
                </a:pPr>
                <a:r>
                  <a:rPr lang="en-US" altLang="zh-CN" sz="2000" b="1" dirty="0">
                    <a:solidFill>
                      <a:schemeClr val="bg1"/>
                    </a:solidFill>
                    <a:latin typeface="微软雅黑" panose="020B0503020204020204" charset="-122"/>
                    <a:ea typeface="微软雅黑" panose="020B0503020204020204" charset="-122"/>
                  </a:rPr>
                  <a:t>2.</a:t>
                </a:r>
                <a:r>
                  <a:rPr lang="zh-CN" altLang="en-US" sz="2000" b="1" dirty="0">
                    <a:solidFill>
                      <a:schemeClr val="bg1"/>
                    </a:solidFill>
                    <a:latin typeface="微软雅黑" panose="020B0503020204020204" charset="-122"/>
                    <a:ea typeface="微软雅黑" panose="020B0503020204020204" charset="-122"/>
                  </a:rPr>
                  <a:t>由方程</a:t>
                </a:r>
                <a14:m>
                  <m:oMath xmlns:m="http://schemas.openxmlformats.org/officeDocument/2006/math">
                    <m:r>
                      <a:rPr lang="en-US" altLang="zh-CN" sz="2000" b="1" i="1" dirty="0" smtClean="0">
                        <a:solidFill>
                          <a:schemeClr val="bg1"/>
                        </a:solidFill>
                        <a:latin typeface="Cambria Math" panose="02040503050406030204"/>
                        <a:ea typeface="微软雅黑" panose="020B0503020204020204" charset="-122"/>
                      </a:rPr>
                      <m:t>𝑭</m:t>
                    </m:r>
                    <m:r>
                      <a:rPr lang="zh-CN" altLang="en-US" sz="2000" b="1" i="1" dirty="0">
                        <a:solidFill>
                          <a:schemeClr val="bg1"/>
                        </a:solidFill>
                        <a:latin typeface="Cambria Math" panose="02040503050406030204"/>
                        <a:ea typeface="微软雅黑" panose="020B0503020204020204" charset="-122"/>
                      </a:rPr>
                      <m:t>（</m:t>
                    </m:r>
                    <m:r>
                      <a:rPr lang="en-US" altLang="zh-CN" sz="2000" b="1" i="1" dirty="0" err="1">
                        <a:solidFill>
                          <a:schemeClr val="bg1"/>
                        </a:solidFill>
                        <a:latin typeface="Cambria Math" panose="02040503050406030204"/>
                        <a:ea typeface="微软雅黑" panose="020B0503020204020204" charset="-122"/>
                      </a:rPr>
                      <m:t>𝒙</m:t>
                    </m:r>
                    <m:r>
                      <a:rPr lang="en-US" altLang="zh-CN" sz="2000" b="1" i="1" dirty="0" err="1">
                        <a:solidFill>
                          <a:schemeClr val="bg1"/>
                        </a:solidFill>
                        <a:latin typeface="Cambria Math" panose="02040503050406030204"/>
                        <a:ea typeface="微软雅黑" panose="020B0503020204020204" charset="-122"/>
                      </a:rPr>
                      <m:t>,</m:t>
                    </m:r>
                    <m:r>
                      <a:rPr lang="en-US" altLang="zh-CN" sz="2000" b="1" i="1" dirty="0" err="1">
                        <a:solidFill>
                          <a:schemeClr val="bg1"/>
                        </a:solidFill>
                        <a:latin typeface="Cambria Math" panose="02040503050406030204"/>
                        <a:ea typeface="微软雅黑" panose="020B0503020204020204" charset="-122"/>
                      </a:rPr>
                      <m:t>𝒚</m:t>
                    </m:r>
                    <m:r>
                      <a:rPr lang="en-US" altLang="zh-CN" sz="2000" b="1" i="1" dirty="0" err="1">
                        <a:solidFill>
                          <a:schemeClr val="bg1"/>
                        </a:solidFill>
                        <a:latin typeface="Cambria Math" panose="02040503050406030204"/>
                        <a:ea typeface="微软雅黑" panose="020B0503020204020204" charset="-122"/>
                      </a:rPr>
                      <m:t>,</m:t>
                    </m:r>
                    <m:r>
                      <a:rPr lang="en-US" altLang="zh-CN" sz="2000" b="1" i="1" dirty="0" err="1">
                        <a:solidFill>
                          <a:schemeClr val="bg1"/>
                        </a:solidFill>
                        <a:latin typeface="Cambria Math" panose="02040503050406030204"/>
                        <a:ea typeface="微软雅黑" panose="020B0503020204020204" charset="-122"/>
                      </a:rPr>
                      <m:t>𝒛</m:t>
                    </m:r>
                    <m:r>
                      <a:rPr lang="zh-CN" altLang="en-US" sz="2000" b="1" i="1" dirty="0">
                        <a:solidFill>
                          <a:schemeClr val="bg1"/>
                        </a:solidFill>
                        <a:latin typeface="Cambria Math" panose="02040503050406030204"/>
                        <a:ea typeface="微软雅黑" panose="020B0503020204020204" charset="-122"/>
                      </a:rPr>
                      <m:t>）</m:t>
                    </m:r>
                    <m:r>
                      <a:rPr lang="en-US" altLang="zh-CN" sz="2000" b="1" i="1" dirty="0">
                        <a:solidFill>
                          <a:schemeClr val="bg1"/>
                        </a:solidFill>
                        <a:latin typeface="Cambria Math" panose="02040503050406030204"/>
                        <a:ea typeface="微软雅黑" panose="020B0503020204020204" charset="-122"/>
                      </a:rPr>
                      <m:t>=</m:t>
                    </m:r>
                    <m:r>
                      <a:rPr lang="en-US" altLang="zh-CN" sz="2000" b="1" i="1" dirty="0">
                        <a:solidFill>
                          <a:schemeClr val="bg1"/>
                        </a:solidFill>
                        <a:latin typeface="Cambria Math" panose="02040503050406030204"/>
                        <a:ea typeface="微软雅黑" panose="020B0503020204020204" charset="-122"/>
                      </a:rPr>
                      <m:t>𝟎</m:t>
                    </m:r>
                  </m:oMath>
                </a14:m>
                <a:r>
                  <a:rPr lang="zh-CN" altLang="en-US" sz="2000" b="1" dirty="0">
                    <a:solidFill>
                      <a:schemeClr val="bg1"/>
                    </a:solidFill>
                    <a:latin typeface="微软雅黑" panose="020B0503020204020204" charset="-122"/>
                    <a:ea typeface="微软雅黑" panose="020B0503020204020204" charset="-122"/>
                  </a:rPr>
                  <a:t>确定的二元隐函数</a:t>
                </a:r>
                <a14:m>
                  <m:oMath xmlns:m="http://schemas.openxmlformats.org/officeDocument/2006/math">
                    <m:r>
                      <a:rPr lang="en-US" altLang="zh-CN" sz="2000" b="1" i="1" dirty="0" smtClean="0">
                        <a:solidFill>
                          <a:schemeClr val="bg1"/>
                        </a:solidFill>
                        <a:latin typeface="Cambria Math" panose="02040503050406030204"/>
                        <a:ea typeface="微软雅黑" panose="020B0503020204020204" charset="-122"/>
                      </a:rPr>
                      <m:t>𝒛</m:t>
                    </m:r>
                    <m:r>
                      <a:rPr lang="en-US" altLang="zh-CN" sz="2000" b="1" i="1" dirty="0" smtClean="0">
                        <a:solidFill>
                          <a:schemeClr val="bg1"/>
                        </a:solidFill>
                        <a:latin typeface="Cambria Math" panose="02040503050406030204"/>
                        <a:ea typeface="微软雅黑" panose="020B0503020204020204" charset="-122"/>
                      </a:rPr>
                      <m:t>=</m:t>
                    </m:r>
                    <m:r>
                      <a:rPr lang="en-US" altLang="zh-CN" sz="2000" b="1" i="1" dirty="0" smtClean="0">
                        <a:solidFill>
                          <a:schemeClr val="bg1"/>
                        </a:solidFill>
                        <a:latin typeface="Cambria Math" panose="02040503050406030204"/>
                        <a:ea typeface="微软雅黑" panose="020B0503020204020204" charset="-122"/>
                      </a:rPr>
                      <m:t>𝒛</m:t>
                    </m:r>
                    <m:r>
                      <a:rPr lang="zh-CN" altLang="en-US" sz="2000" b="1" i="1" dirty="0">
                        <a:solidFill>
                          <a:schemeClr val="bg1"/>
                        </a:solidFill>
                        <a:latin typeface="Cambria Math" panose="02040503050406030204"/>
                        <a:ea typeface="微软雅黑" panose="020B0503020204020204" charset="-122"/>
                      </a:rPr>
                      <m:t>（</m:t>
                    </m:r>
                    <m:r>
                      <a:rPr lang="en-US" altLang="zh-CN" sz="2000" b="1" i="1" dirty="0" err="1">
                        <a:solidFill>
                          <a:schemeClr val="bg1"/>
                        </a:solidFill>
                        <a:latin typeface="Cambria Math" panose="02040503050406030204"/>
                        <a:ea typeface="微软雅黑" panose="020B0503020204020204" charset="-122"/>
                      </a:rPr>
                      <m:t>𝒙</m:t>
                    </m:r>
                    <m:r>
                      <a:rPr lang="en-US" altLang="zh-CN" sz="2000" b="1" i="1" dirty="0" err="1">
                        <a:solidFill>
                          <a:schemeClr val="bg1"/>
                        </a:solidFill>
                        <a:latin typeface="Cambria Math" panose="02040503050406030204"/>
                        <a:ea typeface="微软雅黑" panose="020B0503020204020204" charset="-122"/>
                      </a:rPr>
                      <m:t>,</m:t>
                    </m:r>
                    <m:r>
                      <a:rPr lang="en-US" altLang="zh-CN" sz="2000" b="1" i="1" dirty="0" err="1">
                        <a:solidFill>
                          <a:schemeClr val="bg1"/>
                        </a:solidFill>
                        <a:latin typeface="Cambria Math" panose="02040503050406030204"/>
                        <a:ea typeface="微软雅黑" panose="020B0503020204020204" charset="-122"/>
                      </a:rPr>
                      <m:t>𝒚</m:t>
                    </m:r>
                    <m:r>
                      <a:rPr lang="zh-CN" altLang="en-US" sz="2000" b="1" i="1" dirty="0">
                        <a:solidFill>
                          <a:schemeClr val="bg1"/>
                        </a:solidFill>
                        <a:latin typeface="Cambria Math" panose="02040503050406030204"/>
                        <a:ea typeface="微软雅黑" panose="020B0503020204020204" charset="-122"/>
                      </a:rPr>
                      <m:t>）</m:t>
                    </m:r>
                  </m:oMath>
                </a14:m>
                <a:r>
                  <a:rPr lang="zh-CN" altLang="en-US" sz="2000" b="1" dirty="0">
                    <a:solidFill>
                      <a:schemeClr val="bg1"/>
                    </a:solidFill>
                    <a:latin typeface="微软雅黑" panose="020B0503020204020204" charset="-122"/>
                    <a:ea typeface="微软雅黑" panose="020B0503020204020204" charset="-122"/>
                  </a:rPr>
                  <a:t>的偏导数的求法</a:t>
                </a:r>
                <a:endParaRPr lang="en-US" altLang="zh-CN" sz="2000" b="1" dirty="0">
                  <a:solidFill>
                    <a:schemeClr val="bg1"/>
                  </a:solidFill>
                  <a:latin typeface="微软雅黑" panose="020B0503020204020204" charset="-122"/>
                  <a:ea typeface="微软雅黑" panose="020B0503020204020204" charset="-122"/>
                </a:endParaRPr>
              </a:p>
              <a:p>
                <a:pPr>
                  <a:lnSpc>
                    <a:spcPct val="150000"/>
                  </a:lnSpc>
                </a:pPr>
                <a:r>
                  <a:rPr lang="zh-CN" altLang="en-US" sz="2000" b="1" dirty="0">
                    <a:solidFill>
                      <a:schemeClr val="bg1"/>
                    </a:solidFill>
                    <a:latin typeface="微软雅黑" panose="020B0503020204020204" charset="-122"/>
                    <a:ea typeface="微软雅黑" panose="020B0503020204020204" charset="-122"/>
                  </a:rPr>
                  <a:t>当</a:t>
                </a:r>
                <a14:m>
                  <m:oMath xmlns:m="http://schemas.openxmlformats.org/officeDocument/2006/math">
                    <m:r>
                      <a:rPr lang="en-US" altLang="zh-CN" sz="2000" b="1" i="1" dirty="0" smtClean="0">
                        <a:solidFill>
                          <a:schemeClr val="bg1"/>
                        </a:solidFill>
                        <a:latin typeface="Cambria Math" panose="02040503050406030204"/>
                        <a:ea typeface="微软雅黑" panose="020B0503020204020204" charset="-122"/>
                      </a:rPr>
                      <m:t>𝑭</m:t>
                    </m:r>
                    <m:r>
                      <a:rPr lang="en-US" altLang="zh-CN" sz="2000" b="1" i="1" dirty="0" smtClean="0">
                        <a:solidFill>
                          <a:schemeClr val="bg1"/>
                        </a:solidFill>
                        <a:latin typeface="Cambria Math" panose="02040503050406030204"/>
                        <a:ea typeface="微软雅黑" panose="020B0503020204020204" charset="-122"/>
                      </a:rPr>
                      <m:t>(</m:t>
                    </m:r>
                    <m:r>
                      <a:rPr lang="en-US" altLang="zh-CN" sz="2000" b="1" i="1" dirty="0" err="1" smtClean="0">
                        <a:solidFill>
                          <a:schemeClr val="bg1"/>
                        </a:solidFill>
                        <a:latin typeface="Cambria Math" panose="02040503050406030204"/>
                        <a:ea typeface="微软雅黑" panose="020B0503020204020204" charset="-122"/>
                      </a:rPr>
                      <m:t>𝒙</m:t>
                    </m:r>
                    <m:r>
                      <a:rPr lang="en-US" altLang="zh-CN" sz="2000" b="1" i="1" dirty="0" err="1" smtClean="0">
                        <a:solidFill>
                          <a:schemeClr val="bg1"/>
                        </a:solidFill>
                        <a:latin typeface="Cambria Math" panose="02040503050406030204"/>
                        <a:ea typeface="微软雅黑" panose="020B0503020204020204" charset="-122"/>
                      </a:rPr>
                      <m:t>,</m:t>
                    </m:r>
                    <m:r>
                      <a:rPr lang="en-US" altLang="zh-CN" sz="2000" b="1" i="1" dirty="0" err="1" smtClean="0">
                        <a:solidFill>
                          <a:schemeClr val="bg1"/>
                        </a:solidFill>
                        <a:latin typeface="Cambria Math" panose="02040503050406030204"/>
                        <a:ea typeface="微软雅黑" panose="020B0503020204020204" charset="-122"/>
                      </a:rPr>
                      <m:t>𝒚</m:t>
                    </m:r>
                    <m:r>
                      <a:rPr lang="en-US" altLang="zh-CN" sz="2000" b="1" i="1" dirty="0" err="1" smtClean="0">
                        <a:solidFill>
                          <a:schemeClr val="bg1"/>
                        </a:solidFill>
                        <a:latin typeface="Cambria Math" panose="02040503050406030204"/>
                        <a:ea typeface="微软雅黑" panose="020B0503020204020204" charset="-122"/>
                      </a:rPr>
                      <m:t>,</m:t>
                    </m:r>
                    <m:r>
                      <a:rPr lang="en-US" altLang="zh-CN" sz="2000" b="1" i="1" dirty="0" err="1" smtClean="0">
                        <a:solidFill>
                          <a:schemeClr val="bg1"/>
                        </a:solidFill>
                        <a:latin typeface="Cambria Math" panose="02040503050406030204"/>
                        <a:ea typeface="微软雅黑" panose="020B0503020204020204" charset="-122"/>
                      </a:rPr>
                      <m:t>𝒛</m:t>
                    </m:r>
                    <m:r>
                      <a:rPr lang="en-US" altLang="zh-CN" sz="2000" b="1" i="1" dirty="0" smtClean="0">
                        <a:solidFill>
                          <a:schemeClr val="bg1"/>
                        </a:solidFill>
                        <a:latin typeface="Cambria Math" panose="02040503050406030204"/>
                        <a:ea typeface="微软雅黑" panose="020B0503020204020204" charset="-122"/>
                      </a:rPr>
                      <m:t>)</m:t>
                    </m:r>
                  </m:oMath>
                </a14:m>
                <a:r>
                  <a:rPr lang="zh-CN" altLang="en-US" sz="2000" b="1" dirty="0">
                    <a:solidFill>
                      <a:schemeClr val="bg1"/>
                    </a:solidFill>
                    <a:latin typeface="微软雅黑" panose="020B0503020204020204" charset="-122"/>
                    <a:ea typeface="微软雅黑" panose="020B0503020204020204" charset="-122"/>
                  </a:rPr>
                  <a:t>在点</a:t>
                </a:r>
                <a14:m>
                  <m:oMath xmlns:m="http://schemas.openxmlformats.org/officeDocument/2006/math">
                    <m:r>
                      <a:rPr lang="zh-CN" altLang="en-US" sz="2000" b="1" i="1" dirty="0" smtClean="0">
                        <a:solidFill>
                          <a:schemeClr val="bg1"/>
                        </a:solidFill>
                        <a:latin typeface="Cambria Math" panose="02040503050406030204"/>
                        <a:ea typeface="微软雅黑" panose="020B0503020204020204" charset="-122"/>
                      </a:rPr>
                      <m:t>（</m:t>
                    </m:r>
                    <m:r>
                      <a:rPr lang="en-US" altLang="zh-CN" sz="2000" b="1" i="1" dirty="0" err="1">
                        <a:solidFill>
                          <a:schemeClr val="bg1"/>
                        </a:solidFill>
                        <a:latin typeface="Cambria Math" panose="02040503050406030204"/>
                        <a:ea typeface="微软雅黑" panose="020B0503020204020204" charset="-122"/>
                      </a:rPr>
                      <m:t>𝒙</m:t>
                    </m:r>
                    <m:r>
                      <a:rPr lang="en-US" altLang="zh-CN" sz="2000" b="1" i="1" dirty="0" err="1">
                        <a:solidFill>
                          <a:schemeClr val="bg1"/>
                        </a:solidFill>
                        <a:latin typeface="Cambria Math" panose="02040503050406030204"/>
                        <a:ea typeface="微软雅黑" panose="020B0503020204020204" charset="-122"/>
                      </a:rPr>
                      <m:t>,</m:t>
                    </m:r>
                    <m:r>
                      <a:rPr lang="en-US" altLang="zh-CN" sz="2000" b="1" i="1" dirty="0" err="1">
                        <a:solidFill>
                          <a:schemeClr val="bg1"/>
                        </a:solidFill>
                        <a:latin typeface="Cambria Math" panose="02040503050406030204"/>
                        <a:ea typeface="微软雅黑" panose="020B0503020204020204" charset="-122"/>
                      </a:rPr>
                      <m:t>𝒚</m:t>
                    </m:r>
                    <m:r>
                      <a:rPr lang="en-US" altLang="zh-CN" sz="2000" b="1" i="1" dirty="0" err="1">
                        <a:solidFill>
                          <a:schemeClr val="bg1"/>
                        </a:solidFill>
                        <a:latin typeface="Cambria Math" panose="02040503050406030204"/>
                        <a:ea typeface="微软雅黑" panose="020B0503020204020204" charset="-122"/>
                      </a:rPr>
                      <m:t>,</m:t>
                    </m:r>
                    <m:r>
                      <a:rPr lang="en-US" altLang="zh-CN" sz="2000" b="1" i="1" dirty="0" err="1">
                        <a:solidFill>
                          <a:schemeClr val="bg1"/>
                        </a:solidFill>
                        <a:latin typeface="Cambria Math" panose="02040503050406030204"/>
                        <a:ea typeface="微软雅黑" panose="020B0503020204020204" charset="-122"/>
                      </a:rPr>
                      <m:t>𝒛</m:t>
                    </m:r>
                    <m:r>
                      <a:rPr lang="zh-CN" altLang="en-US" sz="2000" b="1" i="1" dirty="0">
                        <a:solidFill>
                          <a:schemeClr val="bg1"/>
                        </a:solidFill>
                        <a:latin typeface="Cambria Math" panose="02040503050406030204"/>
                        <a:ea typeface="微软雅黑" panose="020B0503020204020204" charset="-122"/>
                      </a:rPr>
                      <m:t>）</m:t>
                    </m:r>
                  </m:oMath>
                </a14:m>
                <a:r>
                  <a:rPr lang="zh-CN" altLang="en-US" sz="2000" b="1" dirty="0">
                    <a:solidFill>
                      <a:schemeClr val="bg1"/>
                    </a:solidFill>
                    <a:latin typeface="微软雅黑" panose="020B0503020204020204" charset="-122"/>
                    <a:ea typeface="微软雅黑" panose="020B0503020204020204" charset="-122"/>
                  </a:rPr>
                  <a:t>的某邻域内有连续偏导数</a:t>
                </a:r>
                <a14:m>
                  <m:oMath xmlns:m="http://schemas.openxmlformats.org/officeDocument/2006/math">
                    <m:r>
                      <a:rPr lang="en-US" altLang="zh-CN" sz="2000" b="1" i="1" dirty="0" smtClean="0">
                        <a:solidFill>
                          <a:schemeClr val="bg1"/>
                        </a:solidFill>
                        <a:latin typeface="Cambria Math" panose="02040503050406030204"/>
                        <a:ea typeface="微软雅黑" panose="020B0503020204020204" charset="-122"/>
                      </a:rPr>
                      <m:t>𝑭</m:t>
                    </m:r>
                    <m:r>
                      <a:rPr lang="en-US" altLang="zh-CN" sz="2000" b="1" i="1" baseline="-25000" dirty="0" smtClean="0">
                        <a:solidFill>
                          <a:schemeClr val="bg1"/>
                        </a:solidFill>
                        <a:latin typeface="Cambria Math" panose="02040503050406030204"/>
                        <a:ea typeface="微软雅黑" panose="020B0503020204020204" charset="-122"/>
                      </a:rPr>
                      <m:t>𝒙</m:t>
                    </m:r>
                    <m:r>
                      <a:rPr lang="zh-CN" altLang="en-US" sz="2000" b="1" i="1" dirty="0" smtClean="0">
                        <a:solidFill>
                          <a:schemeClr val="bg1"/>
                        </a:solidFill>
                        <a:latin typeface="Cambria Math" panose="02040503050406030204"/>
                        <a:ea typeface="微软雅黑" panose="020B0503020204020204" charset="-122"/>
                      </a:rPr>
                      <m:t>，</m:t>
                    </m:r>
                    <m:r>
                      <a:rPr lang="en-US" altLang="zh-CN" sz="2000" b="1" i="1" dirty="0" smtClean="0">
                        <a:solidFill>
                          <a:schemeClr val="bg1"/>
                        </a:solidFill>
                        <a:latin typeface="Cambria Math" panose="02040503050406030204"/>
                        <a:ea typeface="微软雅黑" panose="020B0503020204020204" charset="-122"/>
                      </a:rPr>
                      <m:t>𝑭</m:t>
                    </m:r>
                    <m:r>
                      <a:rPr lang="en-US" altLang="zh-CN" sz="2000" b="1" i="1" baseline="-25000" dirty="0" smtClean="0">
                        <a:solidFill>
                          <a:schemeClr val="bg1"/>
                        </a:solidFill>
                        <a:latin typeface="Cambria Math" panose="02040503050406030204"/>
                        <a:ea typeface="微软雅黑" panose="020B0503020204020204" charset="-122"/>
                      </a:rPr>
                      <m:t>𝒚</m:t>
                    </m:r>
                    <m:r>
                      <a:rPr lang="zh-CN" altLang="en-US" sz="2000" b="1" i="1" dirty="0" smtClean="0">
                        <a:solidFill>
                          <a:schemeClr val="bg1"/>
                        </a:solidFill>
                        <a:latin typeface="Cambria Math" panose="02040503050406030204"/>
                        <a:ea typeface="微软雅黑" panose="020B0503020204020204" charset="-122"/>
                      </a:rPr>
                      <m:t>，</m:t>
                    </m:r>
                    <m:r>
                      <a:rPr lang="en-US" altLang="zh-CN" sz="2000" b="1" i="1" dirty="0" smtClean="0">
                        <a:solidFill>
                          <a:schemeClr val="bg1"/>
                        </a:solidFill>
                        <a:latin typeface="Cambria Math" panose="02040503050406030204"/>
                        <a:ea typeface="微软雅黑" panose="020B0503020204020204" charset="-122"/>
                      </a:rPr>
                      <m:t>𝑭</m:t>
                    </m:r>
                    <m:r>
                      <a:rPr lang="en-US" altLang="zh-CN" sz="2000" b="1" i="1" baseline="-25000" dirty="0" smtClean="0">
                        <a:solidFill>
                          <a:schemeClr val="bg1"/>
                        </a:solidFill>
                        <a:latin typeface="Cambria Math" panose="02040503050406030204"/>
                        <a:ea typeface="微软雅黑" panose="020B0503020204020204" charset="-122"/>
                      </a:rPr>
                      <m:t>𝒛</m:t>
                    </m:r>
                  </m:oMath>
                </a14:m>
                <a:r>
                  <a:rPr lang="zh-CN" altLang="en-US" sz="2000" b="1" dirty="0">
                    <a:solidFill>
                      <a:schemeClr val="bg1"/>
                    </a:solidFill>
                    <a:latin typeface="微软雅黑" panose="020B0503020204020204" charset="-122"/>
                    <a:ea typeface="微软雅黑" panose="020B0503020204020204" charset="-122"/>
                  </a:rPr>
                  <a:t>，且</a:t>
                </a:r>
                <a14:m>
                  <m:oMath xmlns:m="http://schemas.openxmlformats.org/officeDocument/2006/math">
                    <m:r>
                      <a:rPr lang="en-US" altLang="zh-CN" sz="2000" b="1" i="1" dirty="0" smtClean="0">
                        <a:solidFill>
                          <a:schemeClr val="bg1"/>
                        </a:solidFill>
                        <a:latin typeface="Cambria Math" panose="02040503050406030204"/>
                        <a:ea typeface="微软雅黑" panose="020B0503020204020204" charset="-122"/>
                      </a:rPr>
                      <m:t>𝑭</m:t>
                    </m:r>
                    <m:r>
                      <a:rPr lang="en-US" altLang="zh-CN" sz="2000" b="1" i="1" baseline="-25000" dirty="0" smtClean="0">
                        <a:solidFill>
                          <a:schemeClr val="bg1"/>
                        </a:solidFill>
                        <a:latin typeface="Cambria Math" panose="02040503050406030204"/>
                        <a:ea typeface="微软雅黑" panose="020B0503020204020204" charset="-122"/>
                      </a:rPr>
                      <m:t>𝒛</m:t>
                    </m:r>
                    <m:r>
                      <a:rPr lang="en-US" altLang="zh-CN" sz="2000" b="1" i="1" dirty="0" smtClean="0">
                        <a:solidFill>
                          <a:schemeClr val="bg1"/>
                        </a:solidFill>
                        <a:latin typeface="Cambria Math" panose="02040503050406030204"/>
                        <a:ea typeface="微软雅黑" panose="020B0503020204020204" charset="-122"/>
                      </a:rPr>
                      <m:t>(</m:t>
                    </m:r>
                    <m:r>
                      <a:rPr lang="en-US" altLang="zh-CN" sz="2000" b="1" i="1" dirty="0" err="1" smtClean="0">
                        <a:solidFill>
                          <a:schemeClr val="bg1"/>
                        </a:solidFill>
                        <a:latin typeface="Cambria Math" panose="02040503050406030204"/>
                        <a:ea typeface="微软雅黑" panose="020B0503020204020204" charset="-122"/>
                      </a:rPr>
                      <m:t>𝒙</m:t>
                    </m:r>
                    <m:r>
                      <a:rPr lang="en-US" altLang="zh-CN" sz="2000" b="1" i="1" dirty="0" err="1" smtClean="0">
                        <a:solidFill>
                          <a:schemeClr val="bg1"/>
                        </a:solidFill>
                        <a:latin typeface="Cambria Math" panose="02040503050406030204"/>
                        <a:ea typeface="微软雅黑" panose="020B0503020204020204" charset="-122"/>
                      </a:rPr>
                      <m:t>,</m:t>
                    </m:r>
                    <m:r>
                      <a:rPr lang="en-US" altLang="zh-CN" sz="2000" b="1" i="1" dirty="0" err="1" smtClean="0">
                        <a:solidFill>
                          <a:schemeClr val="bg1"/>
                        </a:solidFill>
                        <a:latin typeface="Cambria Math" panose="02040503050406030204"/>
                        <a:ea typeface="微软雅黑" panose="020B0503020204020204" charset="-122"/>
                      </a:rPr>
                      <m:t>𝒚</m:t>
                    </m:r>
                    <m:r>
                      <a:rPr lang="en-US" altLang="zh-CN" sz="2000" b="1" i="1" dirty="0" err="1" smtClean="0">
                        <a:solidFill>
                          <a:schemeClr val="bg1"/>
                        </a:solidFill>
                        <a:latin typeface="Cambria Math" panose="02040503050406030204"/>
                        <a:ea typeface="微软雅黑" panose="020B0503020204020204" charset="-122"/>
                      </a:rPr>
                      <m:t>,</m:t>
                    </m:r>
                    <m:r>
                      <a:rPr lang="en-US" altLang="zh-CN" sz="2000" b="1" i="1" dirty="0" err="1" smtClean="0">
                        <a:solidFill>
                          <a:schemeClr val="bg1"/>
                        </a:solidFill>
                        <a:latin typeface="Cambria Math" panose="02040503050406030204"/>
                        <a:ea typeface="微软雅黑" panose="020B0503020204020204" charset="-122"/>
                      </a:rPr>
                      <m:t>𝒛</m:t>
                    </m:r>
                    <m:r>
                      <a:rPr lang="en-US" altLang="zh-CN" sz="2000" b="1" i="1" dirty="0" smtClean="0">
                        <a:solidFill>
                          <a:schemeClr val="bg1"/>
                        </a:solidFill>
                        <a:latin typeface="Cambria Math" panose="02040503050406030204"/>
                        <a:ea typeface="微软雅黑" panose="020B0503020204020204" charset="-122"/>
                      </a:rPr>
                      <m:t>)≠</m:t>
                    </m:r>
                    <m:r>
                      <a:rPr lang="en-US" altLang="zh-CN" sz="2000" b="1" i="1" dirty="0">
                        <a:solidFill>
                          <a:schemeClr val="bg1"/>
                        </a:solidFill>
                        <a:latin typeface="Cambria Math" panose="02040503050406030204"/>
                        <a:ea typeface="微软雅黑" panose="020B0503020204020204" charset="-122"/>
                      </a:rPr>
                      <m:t>𝟎</m:t>
                    </m:r>
                  </m:oMath>
                </a14:m>
                <a:r>
                  <a:rPr lang="zh-CN" altLang="en-US" sz="2000" b="1" dirty="0">
                    <a:solidFill>
                      <a:schemeClr val="bg1"/>
                    </a:solidFill>
                    <a:latin typeface="微软雅黑" panose="020B0503020204020204" charset="-122"/>
                    <a:ea typeface="微软雅黑" panose="020B0503020204020204" charset="-122"/>
                  </a:rPr>
                  <a:t>时，可以证明在点</a:t>
                </a:r>
                <a14:m>
                  <m:oMath xmlns:m="http://schemas.openxmlformats.org/officeDocument/2006/math">
                    <m:r>
                      <a:rPr lang="zh-CN" altLang="en-US" sz="2000" b="1" i="1" dirty="0" smtClean="0">
                        <a:solidFill>
                          <a:schemeClr val="bg1"/>
                        </a:solidFill>
                        <a:latin typeface="Cambria Math" panose="02040503050406030204"/>
                        <a:ea typeface="微软雅黑" panose="020B0503020204020204" charset="-122"/>
                      </a:rPr>
                      <m:t>（</m:t>
                    </m:r>
                    <m:r>
                      <a:rPr lang="en-US" altLang="zh-CN" sz="2000" b="1" i="1" dirty="0" err="1">
                        <a:solidFill>
                          <a:schemeClr val="bg1"/>
                        </a:solidFill>
                        <a:latin typeface="Cambria Math" panose="02040503050406030204"/>
                        <a:ea typeface="微软雅黑" panose="020B0503020204020204" charset="-122"/>
                      </a:rPr>
                      <m:t>𝒙</m:t>
                    </m:r>
                    <m:r>
                      <a:rPr lang="en-US" altLang="zh-CN" sz="2000" b="1" i="1" dirty="0" err="1">
                        <a:solidFill>
                          <a:schemeClr val="bg1"/>
                        </a:solidFill>
                        <a:latin typeface="Cambria Math" panose="02040503050406030204"/>
                        <a:ea typeface="微软雅黑" panose="020B0503020204020204" charset="-122"/>
                      </a:rPr>
                      <m:t>,</m:t>
                    </m:r>
                    <m:r>
                      <a:rPr lang="en-US" altLang="zh-CN" sz="2000" b="1" i="1" dirty="0" err="1">
                        <a:solidFill>
                          <a:schemeClr val="bg1"/>
                        </a:solidFill>
                        <a:latin typeface="Cambria Math" panose="02040503050406030204"/>
                        <a:ea typeface="微软雅黑" panose="020B0503020204020204" charset="-122"/>
                      </a:rPr>
                      <m:t>𝒚</m:t>
                    </m:r>
                    <m:r>
                      <a:rPr lang="zh-CN" altLang="en-US" sz="2000" b="1" i="1" dirty="0">
                        <a:solidFill>
                          <a:schemeClr val="bg1"/>
                        </a:solidFill>
                        <a:latin typeface="Cambria Math" panose="02040503050406030204"/>
                        <a:ea typeface="微软雅黑" panose="020B0503020204020204" charset="-122"/>
                      </a:rPr>
                      <m:t>）</m:t>
                    </m:r>
                  </m:oMath>
                </a14:m>
                <a:r>
                  <a:rPr lang="zh-CN" altLang="en-US" sz="2000" b="1" dirty="0">
                    <a:solidFill>
                      <a:schemeClr val="bg1"/>
                    </a:solidFill>
                    <a:latin typeface="微软雅黑" panose="020B0503020204020204" charset="-122"/>
                    <a:ea typeface="微软雅黑" panose="020B0503020204020204" charset="-122"/>
                  </a:rPr>
                  <a:t>的某一邻域内存在一个有偏导数的二元隐函数</a:t>
                </a:r>
                <a14:m>
                  <m:oMath xmlns:m="http://schemas.openxmlformats.org/officeDocument/2006/math">
                    <m:r>
                      <a:rPr lang="en-US" altLang="zh-CN" sz="2000" b="1" i="1" dirty="0" smtClean="0">
                        <a:solidFill>
                          <a:schemeClr val="bg1"/>
                        </a:solidFill>
                        <a:latin typeface="Cambria Math" panose="02040503050406030204"/>
                        <a:ea typeface="微软雅黑" panose="020B0503020204020204" charset="-122"/>
                      </a:rPr>
                      <m:t>𝒛</m:t>
                    </m:r>
                    <m:r>
                      <a:rPr lang="en-US" altLang="zh-CN" sz="2000" b="1" i="1" dirty="0" smtClean="0">
                        <a:solidFill>
                          <a:schemeClr val="bg1"/>
                        </a:solidFill>
                        <a:latin typeface="Cambria Math" panose="02040503050406030204"/>
                        <a:ea typeface="微软雅黑" panose="020B0503020204020204" charset="-122"/>
                      </a:rPr>
                      <m:t>=</m:t>
                    </m:r>
                    <m:r>
                      <a:rPr lang="en-US" altLang="zh-CN" sz="2000" b="1" i="1" dirty="0" smtClean="0">
                        <a:solidFill>
                          <a:schemeClr val="bg1"/>
                        </a:solidFill>
                        <a:latin typeface="Cambria Math" panose="02040503050406030204"/>
                        <a:ea typeface="微软雅黑" panose="020B0503020204020204" charset="-122"/>
                      </a:rPr>
                      <m:t>𝒛</m:t>
                    </m:r>
                    <m:r>
                      <a:rPr lang="en-US" altLang="zh-CN" sz="2000" b="1" i="1" dirty="0" smtClean="0">
                        <a:solidFill>
                          <a:schemeClr val="bg1"/>
                        </a:solidFill>
                        <a:latin typeface="Cambria Math" panose="02040503050406030204"/>
                        <a:ea typeface="微软雅黑" panose="020B0503020204020204" charset="-122"/>
                      </a:rPr>
                      <m:t>(</m:t>
                    </m:r>
                    <m:r>
                      <a:rPr lang="en-US" altLang="zh-CN" sz="2000" b="1" i="1" dirty="0" err="1" smtClean="0">
                        <a:solidFill>
                          <a:schemeClr val="bg1"/>
                        </a:solidFill>
                        <a:latin typeface="Cambria Math" panose="02040503050406030204"/>
                        <a:ea typeface="微软雅黑" panose="020B0503020204020204" charset="-122"/>
                      </a:rPr>
                      <m:t>𝒙</m:t>
                    </m:r>
                    <m:r>
                      <a:rPr lang="en-US" altLang="zh-CN" sz="2000" b="1" i="1" dirty="0" err="1" smtClean="0">
                        <a:solidFill>
                          <a:schemeClr val="bg1"/>
                        </a:solidFill>
                        <a:latin typeface="Cambria Math" panose="02040503050406030204"/>
                        <a:ea typeface="微软雅黑" panose="020B0503020204020204" charset="-122"/>
                      </a:rPr>
                      <m:t>,</m:t>
                    </m:r>
                    <m:r>
                      <a:rPr lang="en-US" altLang="zh-CN" sz="2000" b="1" i="1" dirty="0" err="1" smtClean="0">
                        <a:solidFill>
                          <a:schemeClr val="bg1"/>
                        </a:solidFill>
                        <a:latin typeface="Cambria Math" panose="02040503050406030204"/>
                        <a:ea typeface="微软雅黑" panose="020B0503020204020204" charset="-122"/>
                      </a:rPr>
                      <m:t>𝒚</m:t>
                    </m:r>
                    <m:r>
                      <a:rPr lang="en-US" altLang="zh-CN" sz="2000" b="1" i="1" dirty="0" smtClean="0">
                        <a:solidFill>
                          <a:schemeClr val="bg1"/>
                        </a:solidFill>
                        <a:latin typeface="Cambria Math" panose="02040503050406030204"/>
                        <a:ea typeface="微软雅黑" panose="020B0503020204020204" charset="-122"/>
                      </a:rPr>
                      <m:t>).</m:t>
                    </m:r>
                  </m:oMath>
                </a14:m>
                <a:r>
                  <a:rPr lang="zh-CN" altLang="en-US" sz="2000" b="1" dirty="0">
                    <a:solidFill>
                      <a:schemeClr val="bg1"/>
                    </a:solidFill>
                    <a:latin typeface="微软雅黑" panose="020B0503020204020204" charset="-122"/>
                    <a:ea typeface="微软雅黑" panose="020B0503020204020204" charset="-122"/>
                  </a:rPr>
                  <a:t>将</a:t>
                </a:r>
                <a14:m>
                  <m:oMath xmlns:m="http://schemas.openxmlformats.org/officeDocument/2006/math">
                    <m:r>
                      <a:rPr lang="en-US" altLang="zh-CN" sz="2000" b="1" i="1" dirty="0" smtClean="0">
                        <a:solidFill>
                          <a:schemeClr val="bg1"/>
                        </a:solidFill>
                        <a:latin typeface="Cambria Math" panose="02040503050406030204"/>
                        <a:ea typeface="微软雅黑" panose="020B0503020204020204" charset="-122"/>
                      </a:rPr>
                      <m:t>𝒛</m:t>
                    </m:r>
                    <m:r>
                      <a:rPr lang="en-US" altLang="zh-CN" sz="2000" b="1" i="1" dirty="0" smtClean="0">
                        <a:solidFill>
                          <a:schemeClr val="bg1"/>
                        </a:solidFill>
                        <a:latin typeface="Cambria Math" panose="02040503050406030204"/>
                        <a:ea typeface="微软雅黑" panose="020B0503020204020204" charset="-122"/>
                      </a:rPr>
                      <m:t>=</m:t>
                    </m:r>
                    <m:r>
                      <a:rPr lang="en-US" altLang="zh-CN" sz="2000" b="1" i="1" dirty="0" smtClean="0">
                        <a:solidFill>
                          <a:schemeClr val="bg1"/>
                        </a:solidFill>
                        <a:latin typeface="Cambria Math" panose="02040503050406030204"/>
                        <a:ea typeface="微软雅黑" panose="020B0503020204020204" charset="-122"/>
                      </a:rPr>
                      <m:t>𝒛</m:t>
                    </m:r>
                    <m:r>
                      <a:rPr lang="zh-CN" altLang="en-US" sz="2000" b="1" i="1" dirty="0">
                        <a:solidFill>
                          <a:schemeClr val="bg1"/>
                        </a:solidFill>
                        <a:latin typeface="Cambria Math" panose="02040503050406030204"/>
                        <a:ea typeface="微软雅黑" panose="020B0503020204020204" charset="-122"/>
                      </a:rPr>
                      <m:t>（</m:t>
                    </m:r>
                    <m:r>
                      <a:rPr lang="en-US" altLang="zh-CN" sz="2000" b="1" i="1" dirty="0" err="1">
                        <a:solidFill>
                          <a:schemeClr val="bg1"/>
                        </a:solidFill>
                        <a:latin typeface="Cambria Math" panose="02040503050406030204"/>
                        <a:ea typeface="微软雅黑" panose="020B0503020204020204" charset="-122"/>
                      </a:rPr>
                      <m:t>𝒙</m:t>
                    </m:r>
                    <m:r>
                      <a:rPr lang="en-US" altLang="zh-CN" sz="2000" b="1" i="1" dirty="0" err="1">
                        <a:solidFill>
                          <a:schemeClr val="bg1"/>
                        </a:solidFill>
                        <a:latin typeface="Cambria Math" panose="02040503050406030204"/>
                        <a:ea typeface="微软雅黑" panose="020B0503020204020204" charset="-122"/>
                      </a:rPr>
                      <m:t>,</m:t>
                    </m:r>
                    <m:r>
                      <a:rPr lang="en-US" altLang="zh-CN" sz="2000" b="1" i="1" dirty="0" err="1">
                        <a:solidFill>
                          <a:schemeClr val="bg1"/>
                        </a:solidFill>
                        <a:latin typeface="Cambria Math" panose="02040503050406030204"/>
                        <a:ea typeface="微软雅黑" panose="020B0503020204020204" charset="-122"/>
                      </a:rPr>
                      <m:t>𝒚</m:t>
                    </m:r>
                    <m:r>
                      <a:rPr lang="zh-CN" altLang="en-US" sz="2000" b="1" i="1" dirty="0">
                        <a:solidFill>
                          <a:schemeClr val="bg1"/>
                        </a:solidFill>
                        <a:latin typeface="Cambria Math" panose="02040503050406030204"/>
                        <a:ea typeface="微软雅黑" panose="020B0503020204020204" charset="-122"/>
                      </a:rPr>
                      <m:t>）</m:t>
                    </m:r>
                  </m:oMath>
                </a14:m>
                <a:r>
                  <a:rPr lang="zh-CN" altLang="en-US" sz="2000" b="1" dirty="0">
                    <a:solidFill>
                      <a:schemeClr val="bg1"/>
                    </a:solidFill>
                    <a:latin typeface="微软雅黑" panose="020B0503020204020204" charset="-122"/>
                    <a:ea typeface="微软雅黑" panose="020B0503020204020204" charset="-122"/>
                  </a:rPr>
                  <a:t>代入原方程，得</a:t>
                </a:r>
                <a14:m>
                  <m:oMath xmlns:m="http://schemas.openxmlformats.org/officeDocument/2006/math">
                    <m:r>
                      <a:rPr lang="en-US" altLang="zh-CN" sz="2000" b="1" i="1" dirty="0" smtClean="0">
                        <a:solidFill>
                          <a:schemeClr val="bg1"/>
                        </a:solidFill>
                        <a:latin typeface="Cambria Math" panose="02040503050406030204"/>
                        <a:ea typeface="微软雅黑" panose="020B0503020204020204" charset="-122"/>
                      </a:rPr>
                      <m:t>𝑭</m:t>
                    </m:r>
                    <m:r>
                      <a:rPr lang="en-US" altLang="zh-CN" sz="2000" b="1" i="1" dirty="0" smtClean="0">
                        <a:solidFill>
                          <a:schemeClr val="bg1"/>
                        </a:solidFill>
                        <a:latin typeface="Cambria Math" panose="02040503050406030204"/>
                        <a:ea typeface="微软雅黑" panose="020B0503020204020204" charset="-122"/>
                      </a:rPr>
                      <m:t>(</m:t>
                    </m:r>
                    <m:r>
                      <a:rPr lang="en-US" altLang="zh-CN" sz="2000" b="1" i="1" dirty="0" err="1" smtClean="0">
                        <a:solidFill>
                          <a:schemeClr val="bg1"/>
                        </a:solidFill>
                        <a:latin typeface="Cambria Math" panose="02040503050406030204"/>
                        <a:ea typeface="微软雅黑" panose="020B0503020204020204" charset="-122"/>
                      </a:rPr>
                      <m:t>𝒙</m:t>
                    </m:r>
                    <m:r>
                      <a:rPr lang="en-US" altLang="zh-CN" sz="2000" b="1" i="1" dirty="0" err="1" smtClean="0">
                        <a:solidFill>
                          <a:schemeClr val="bg1"/>
                        </a:solidFill>
                        <a:latin typeface="Cambria Math" panose="02040503050406030204"/>
                        <a:ea typeface="微软雅黑" panose="020B0503020204020204" charset="-122"/>
                      </a:rPr>
                      <m:t>,</m:t>
                    </m:r>
                    <m:r>
                      <a:rPr lang="en-US" altLang="zh-CN" sz="2000" b="1" i="1" dirty="0" err="1" smtClean="0">
                        <a:solidFill>
                          <a:schemeClr val="bg1"/>
                        </a:solidFill>
                        <a:latin typeface="Cambria Math" panose="02040503050406030204"/>
                        <a:ea typeface="微软雅黑" panose="020B0503020204020204" charset="-122"/>
                      </a:rPr>
                      <m:t>𝒚</m:t>
                    </m:r>
                    <m:r>
                      <a:rPr lang="en-US" altLang="zh-CN" sz="2000" b="1" i="1" dirty="0" err="1" smtClean="0">
                        <a:solidFill>
                          <a:schemeClr val="bg1"/>
                        </a:solidFill>
                        <a:latin typeface="Cambria Math" panose="02040503050406030204"/>
                        <a:ea typeface="微软雅黑" panose="020B0503020204020204" charset="-122"/>
                      </a:rPr>
                      <m:t>,</m:t>
                    </m:r>
                    <m:r>
                      <a:rPr lang="en-US" altLang="zh-CN" sz="2000" b="1" i="1" dirty="0" err="1" smtClean="0">
                        <a:solidFill>
                          <a:schemeClr val="bg1"/>
                        </a:solidFill>
                        <a:latin typeface="Cambria Math" panose="02040503050406030204"/>
                        <a:ea typeface="微软雅黑" panose="020B0503020204020204" charset="-122"/>
                      </a:rPr>
                      <m:t>𝒛</m:t>
                    </m:r>
                    <m:r>
                      <a:rPr lang="en-US" altLang="zh-CN" sz="2000" b="1" i="1" dirty="0" smtClean="0">
                        <a:solidFill>
                          <a:schemeClr val="bg1"/>
                        </a:solidFill>
                        <a:latin typeface="Cambria Math" panose="02040503050406030204"/>
                        <a:ea typeface="微软雅黑" panose="020B0503020204020204" charset="-122"/>
                      </a:rPr>
                      <m:t>(</m:t>
                    </m:r>
                    <m:r>
                      <a:rPr lang="en-US" altLang="zh-CN" sz="2000" b="1" i="1" dirty="0" err="1" smtClean="0">
                        <a:solidFill>
                          <a:schemeClr val="bg1"/>
                        </a:solidFill>
                        <a:latin typeface="Cambria Math" panose="02040503050406030204"/>
                        <a:ea typeface="微软雅黑" panose="020B0503020204020204" charset="-122"/>
                      </a:rPr>
                      <m:t>𝒙</m:t>
                    </m:r>
                    <m:r>
                      <a:rPr lang="en-US" altLang="zh-CN" sz="2000" b="1" i="1" dirty="0" err="1" smtClean="0">
                        <a:solidFill>
                          <a:schemeClr val="bg1"/>
                        </a:solidFill>
                        <a:latin typeface="Cambria Math" panose="02040503050406030204"/>
                        <a:ea typeface="微软雅黑" panose="020B0503020204020204" charset="-122"/>
                      </a:rPr>
                      <m:t>,</m:t>
                    </m:r>
                    <m:r>
                      <a:rPr lang="en-US" altLang="zh-CN" sz="2000" b="1" i="1" dirty="0" err="1" smtClean="0">
                        <a:solidFill>
                          <a:schemeClr val="bg1"/>
                        </a:solidFill>
                        <a:latin typeface="Cambria Math" panose="02040503050406030204"/>
                        <a:ea typeface="微软雅黑" panose="020B0503020204020204" charset="-122"/>
                      </a:rPr>
                      <m:t>𝒚</m:t>
                    </m:r>
                    <m:r>
                      <a:rPr lang="en-US" altLang="zh-CN" sz="2000" b="1" i="1" dirty="0">
                        <a:solidFill>
                          <a:schemeClr val="bg1"/>
                        </a:solidFill>
                        <a:latin typeface="Cambria Math" panose="02040503050406030204"/>
                        <a:ea typeface="微软雅黑" panose="020B0503020204020204" charset="-122"/>
                      </a:rPr>
                      <m:t>))≡</m:t>
                    </m:r>
                    <m:r>
                      <a:rPr lang="en-US" altLang="zh-CN" sz="2000" b="1" i="1" dirty="0">
                        <a:solidFill>
                          <a:schemeClr val="bg1"/>
                        </a:solidFill>
                        <a:latin typeface="Cambria Math" panose="02040503050406030204"/>
                        <a:ea typeface="微软雅黑" panose="020B0503020204020204" charset="-122"/>
                      </a:rPr>
                      <m:t>𝟎</m:t>
                    </m:r>
                  </m:oMath>
                </a14:m>
                <a:r>
                  <a:rPr lang="en-US" altLang="zh-CN" sz="2000" b="1" dirty="0">
                    <a:solidFill>
                      <a:schemeClr val="bg1"/>
                    </a:solidFill>
                    <a:latin typeface="微软雅黑" panose="020B0503020204020204" charset="-122"/>
                    <a:ea typeface="微软雅黑" panose="020B0503020204020204" charset="-122"/>
                  </a:rPr>
                  <a:t>.</a:t>
                </a:r>
                <a:r>
                  <a:rPr lang="zh-CN" altLang="en-US" sz="2000" b="1" dirty="0">
                    <a:solidFill>
                      <a:schemeClr val="bg1"/>
                    </a:solidFill>
                    <a:latin typeface="微软雅黑" panose="020B0503020204020204" charset="-122"/>
                    <a:ea typeface="微软雅黑" panose="020B0503020204020204" charset="-122"/>
                  </a:rPr>
                  <a:t>两端对</a:t>
                </a:r>
                <a14:m>
                  <m:oMath xmlns:m="http://schemas.openxmlformats.org/officeDocument/2006/math">
                    <m:r>
                      <a:rPr lang="en-US" altLang="zh-CN" sz="2000" b="1" i="1" dirty="0" smtClean="0">
                        <a:solidFill>
                          <a:schemeClr val="bg1"/>
                        </a:solidFill>
                        <a:latin typeface="Cambria Math" panose="02040503050406030204"/>
                        <a:ea typeface="微软雅黑" panose="020B0503020204020204" charset="-122"/>
                      </a:rPr>
                      <m:t>𝒙</m:t>
                    </m:r>
                  </m:oMath>
                </a14:m>
                <a:r>
                  <a:rPr lang="zh-CN" altLang="en-US" sz="2000" b="1" dirty="0">
                    <a:solidFill>
                      <a:schemeClr val="bg1"/>
                    </a:solidFill>
                    <a:latin typeface="微软雅黑" panose="020B0503020204020204" charset="-122"/>
                    <a:ea typeface="微软雅黑" panose="020B0503020204020204" charset="-122"/>
                  </a:rPr>
                  <a:t>（或</a:t>
                </a:r>
                <a14:m>
                  <m:oMath xmlns:m="http://schemas.openxmlformats.org/officeDocument/2006/math">
                    <m:r>
                      <a:rPr lang="en-US" altLang="zh-CN" sz="2000" b="1" i="1" dirty="0" smtClean="0">
                        <a:solidFill>
                          <a:schemeClr val="bg1"/>
                        </a:solidFill>
                        <a:latin typeface="Cambria Math" panose="02040503050406030204"/>
                        <a:ea typeface="微软雅黑" panose="020B0503020204020204" charset="-122"/>
                      </a:rPr>
                      <m:t>𝒚</m:t>
                    </m:r>
                  </m:oMath>
                </a14:m>
                <a:r>
                  <a:rPr lang="zh-CN" altLang="en-US" sz="2000" b="1" dirty="0">
                    <a:solidFill>
                      <a:schemeClr val="bg1"/>
                    </a:solidFill>
                    <a:latin typeface="微软雅黑" panose="020B0503020204020204" charset="-122"/>
                    <a:ea typeface="微软雅黑" panose="020B0503020204020204" charset="-122"/>
                  </a:rPr>
                  <a:t>）求导，得</a:t>
                </a:r>
                <a:endParaRPr lang="en-US" altLang="zh-CN" sz="2000" b="1" dirty="0">
                  <a:solidFill>
                    <a:schemeClr val="bg1"/>
                  </a:solidFill>
                  <a:latin typeface="微软雅黑" panose="020B0503020204020204" charset="-122"/>
                  <a:ea typeface="微软雅黑" panose="020B0503020204020204" charset="-122"/>
                </a:endParaRPr>
              </a:p>
              <a:p>
                <a:pPr>
                  <a:lnSpc>
                    <a:spcPct val="150000"/>
                  </a:lnSpc>
                </a:pPr>
                <a:endParaRPr lang="en-US" altLang="zh-CN" sz="2000" b="1" dirty="0">
                  <a:solidFill>
                    <a:schemeClr val="bg1"/>
                  </a:solidFill>
                  <a:latin typeface="微软雅黑" panose="020B0503020204020204" charset="-122"/>
                  <a:ea typeface="微软雅黑" panose="020B0503020204020204" charset="-122"/>
                </a:endParaRPr>
              </a:p>
              <a:p>
                <a:pPr>
                  <a:lnSpc>
                    <a:spcPct val="150000"/>
                  </a:lnSpc>
                </a:pPr>
                <a:r>
                  <a:rPr lang="zh-CN" altLang="en-US" sz="2000" b="1" dirty="0">
                    <a:solidFill>
                      <a:schemeClr val="bg1"/>
                    </a:solidFill>
                    <a:latin typeface="微软雅黑" panose="020B0503020204020204" charset="-122"/>
                    <a:ea typeface="微软雅黑" panose="020B0503020204020204" charset="-122"/>
                  </a:rPr>
                  <a:t>由于</a:t>
                </a:r>
                <a14:m>
                  <m:oMath xmlns:m="http://schemas.openxmlformats.org/officeDocument/2006/math">
                    <m:r>
                      <a:rPr lang="en-US" altLang="zh-CN" sz="2000" b="1" i="1" dirty="0" smtClean="0">
                        <a:solidFill>
                          <a:schemeClr val="bg1"/>
                        </a:solidFill>
                        <a:latin typeface="Cambria Math" panose="02040503050406030204"/>
                        <a:ea typeface="微软雅黑" panose="020B0503020204020204" charset="-122"/>
                      </a:rPr>
                      <m:t>𝑭</m:t>
                    </m:r>
                    <m:r>
                      <a:rPr lang="en-US" altLang="zh-CN" sz="2000" b="1" i="1" baseline="-25000" dirty="0">
                        <a:solidFill>
                          <a:schemeClr val="bg1"/>
                        </a:solidFill>
                        <a:latin typeface="Cambria Math" panose="02040503050406030204"/>
                        <a:ea typeface="微软雅黑" panose="020B0503020204020204" charset="-122"/>
                      </a:rPr>
                      <m:t>𝒛</m:t>
                    </m:r>
                    <m:r>
                      <a:rPr lang="en-US" altLang="zh-CN" sz="2000" b="1" i="1" dirty="0">
                        <a:solidFill>
                          <a:schemeClr val="bg1"/>
                        </a:solidFill>
                        <a:latin typeface="Cambria Math" panose="02040503050406030204"/>
                        <a:ea typeface="微软雅黑" panose="020B0503020204020204" charset="-122"/>
                      </a:rPr>
                      <m:t>(</m:t>
                    </m:r>
                    <m:r>
                      <a:rPr lang="en-US" altLang="zh-CN" sz="2000" b="1" i="1" dirty="0" err="1">
                        <a:solidFill>
                          <a:schemeClr val="bg1"/>
                        </a:solidFill>
                        <a:latin typeface="Cambria Math" panose="02040503050406030204"/>
                        <a:ea typeface="微软雅黑" panose="020B0503020204020204" charset="-122"/>
                      </a:rPr>
                      <m:t>𝒙</m:t>
                    </m:r>
                    <m:r>
                      <a:rPr lang="en-US" altLang="zh-CN" sz="2000" b="1" i="1" dirty="0" err="1">
                        <a:solidFill>
                          <a:schemeClr val="bg1"/>
                        </a:solidFill>
                        <a:latin typeface="Cambria Math" panose="02040503050406030204"/>
                        <a:ea typeface="微软雅黑" panose="020B0503020204020204" charset="-122"/>
                      </a:rPr>
                      <m:t>,</m:t>
                    </m:r>
                    <m:r>
                      <a:rPr lang="en-US" altLang="zh-CN" sz="2000" b="1" i="1" dirty="0" err="1">
                        <a:solidFill>
                          <a:schemeClr val="bg1"/>
                        </a:solidFill>
                        <a:latin typeface="Cambria Math" panose="02040503050406030204"/>
                        <a:ea typeface="微软雅黑" panose="020B0503020204020204" charset="-122"/>
                      </a:rPr>
                      <m:t>𝒚</m:t>
                    </m:r>
                    <m:r>
                      <a:rPr lang="en-US" altLang="zh-CN" sz="2000" b="1" i="1" dirty="0" err="1">
                        <a:solidFill>
                          <a:schemeClr val="bg1"/>
                        </a:solidFill>
                        <a:latin typeface="Cambria Math" panose="02040503050406030204"/>
                        <a:ea typeface="微软雅黑" panose="020B0503020204020204" charset="-122"/>
                      </a:rPr>
                      <m:t>,</m:t>
                    </m:r>
                    <m:r>
                      <a:rPr lang="en-US" altLang="zh-CN" sz="2000" b="1" i="1" dirty="0" err="1">
                        <a:solidFill>
                          <a:schemeClr val="bg1"/>
                        </a:solidFill>
                        <a:latin typeface="Cambria Math" panose="02040503050406030204"/>
                        <a:ea typeface="微软雅黑" panose="020B0503020204020204" charset="-122"/>
                      </a:rPr>
                      <m:t>𝒛</m:t>
                    </m:r>
                    <m:r>
                      <a:rPr lang="en-US" altLang="zh-CN" sz="2000" b="1" i="1" dirty="0">
                        <a:solidFill>
                          <a:schemeClr val="bg1"/>
                        </a:solidFill>
                        <a:latin typeface="Cambria Math" panose="02040503050406030204"/>
                        <a:ea typeface="微软雅黑" panose="020B0503020204020204" charset="-122"/>
                      </a:rPr>
                      <m:t>)≠</m:t>
                    </m:r>
                    <m:r>
                      <a:rPr lang="en-US" altLang="zh-CN" sz="2000" b="1" i="1" dirty="0" smtClean="0">
                        <a:solidFill>
                          <a:schemeClr val="bg1"/>
                        </a:solidFill>
                        <a:latin typeface="Cambria Math" panose="02040503050406030204"/>
                        <a:ea typeface="微软雅黑" panose="020B0503020204020204" charset="-122"/>
                      </a:rPr>
                      <m:t>𝟎</m:t>
                    </m:r>
                  </m:oMath>
                </a14:m>
                <a:r>
                  <a:rPr lang="zh-CN" altLang="en-US" sz="2000" b="1" dirty="0">
                    <a:solidFill>
                      <a:schemeClr val="bg1"/>
                    </a:solidFill>
                    <a:latin typeface="微软雅黑" panose="020B0503020204020204" charset="-122"/>
                    <a:ea typeface="微软雅黑" panose="020B0503020204020204" charset="-122"/>
                  </a:rPr>
                  <a:t>，则有</a:t>
                </a:r>
                <a:endParaRPr lang="en-US" altLang="zh-CN" sz="2000" b="1" dirty="0">
                  <a:solidFill>
                    <a:schemeClr val="bg1"/>
                  </a:solidFill>
                  <a:latin typeface="微软雅黑" panose="020B0503020204020204" charset="-122"/>
                  <a:ea typeface="微软雅黑" panose="020B0503020204020204" charset="-122"/>
                </a:endParaRPr>
              </a:p>
              <a:p>
                <a:pPr>
                  <a:lnSpc>
                    <a:spcPct val="150000"/>
                  </a:lnSpc>
                </a:pPr>
                <a:endParaRPr lang="en-US" altLang="zh-CN" sz="2000" b="1" dirty="0">
                  <a:solidFill>
                    <a:schemeClr val="bg1"/>
                  </a:solidFill>
                  <a:latin typeface="微软雅黑" panose="020B0503020204020204" charset="-122"/>
                  <a:ea typeface="微软雅黑" panose="020B0503020204020204" charset="-122"/>
                </a:endParaRPr>
              </a:p>
              <a:p>
                <a:pPr>
                  <a:lnSpc>
                    <a:spcPct val="150000"/>
                  </a:lnSpc>
                </a:pPr>
                <a:r>
                  <a:rPr lang="zh-CN" altLang="en-US" sz="2000" b="1" dirty="0">
                    <a:solidFill>
                      <a:schemeClr val="bg1"/>
                    </a:solidFill>
                    <a:latin typeface="微软雅黑" panose="020B0503020204020204" charset="-122"/>
                    <a:ea typeface="微软雅黑" panose="020B0503020204020204" charset="-122"/>
                  </a:rPr>
                  <a:t>这是求二元隐函数偏导数的公式</a:t>
                </a:r>
                <a:r>
                  <a:rPr lang="en-US" altLang="zh-CN" sz="2000" b="1" dirty="0">
                    <a:solidFill>
                      <a:schemeClr val="bg1"/>
                    </a:solidFill>
                    <a:latin typeface="微软雅黑" panose="020B0503020204020204" charset="-122"/>
                    <a:ea typeface="微软雅黑" panose="020B0503020204020204" charset="-122"/>
                  </a:rPr>
                  <a:t>.</a:t>
                </a:r>
                <a:endParaRPr lang="zh-CN" altLang="en-US" sz="2000" b="1" dirty="0">
                  <a:solidFill>
                    <a:schemeClr val="bg1"/>
                  </a:solidFill>
                  <a:latin typeface="微软雅黑" panose="020B0503020204020204" charset="-122"/>
                  <a:ea typeface="微软雅黑" panose="020B0503020204020204" charset="-122"/>
                </a:endParaRPr>
              </a:p>
            </p:txBody>
          </p:sp>
        </mc:Choice>
        <mc:Fallback>
          <p:sp>
            <p:nvSpPr>
              <p:cNvPr id="8" name="文本框 7"/>
              <p:cNvSpPr txBox="1">
                <a:spLocks noRot="1" noChangeAspect="1" noMove="1" noResize="1" noEditPoints="1" noAdjustHandles="1" noChangeArrowheads="1" noChangeShapeType="1" noTextEdit="1"/>
              </p:cNvSpPr>
              <p:nvPr/>
            </p:nvSpPr>
            <p:spPr>
              <a:xfrm>
                <a:off x="750570" y="1122680"/>
                <a:ext cx="10723245" cy="5609590"/>
              </a:xfrm>
              <a:prstGeom prst="rect">
                <a:avLst/>
              </a:prstGeom>
              <a:blipFill rotWithShape="1">
                <a:blip r:embed="rId1"/>
                <a:stretch>
                  <a:fillRect/>
                </a:stretch>
              </a:blipFill>
            </p:spPr>
            <p:txBody>
              <a:bodyPr/>
              <a:lstStyle/>
              <a:p>
                <a:r>
                  <a:rPr lang="zh-CN" altLang="en-US">
                    <a:noFill/>
                  </a:rPr>
                  <a:t> </a:t>
                </a:r>
              </a:p>
            </p:txBody>
          </p:sp>
        </mc:Fallback>
      </mc:AlternateContent>
      <p:sp>
        <p:nvSpPr>
          <p:cNvPr id="11" name="矩形: 圆角 133"/>
          <p:cNvSpPr/>
          <p:nvPr/>
        </p:nvSpPr>
        <p:spPr>
          <a:xfrm rot="2700000">
            <a:off x="481528" y="324463"/>
            <a:ext cx="608141" cy="608141"/>
          </a:xfrm>
          <a:prstGeom prst="roundRect">
            <a:avLst/>
          </a:prstGeom>
          <a:solidFill>
            <a:schemeClr val="accent1"/>
          </a:solidFill>
          <a:ln w="38100">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Arial" panose="020B0604020202020204"/>
              <a:ea typeface="微软雅黑" panose="020B0503020204020204" charset="-122"/>
              <a:cs typeface="+mn-cs"/>
            </a:endParaRPr>
          </a:p>
        </p:txBody>
      </p:sp>
      <p:cxnSp>
        <p:nvCxnSpPr>
          <p:cNvPr id="12" name="直接连接符 11"/>
          <p:cNvCxnSpPr/>
          <p:nvPr/>
        </p:nvCxnSpPr>
        <p:spPr>
          <a:xfrm>
            <a:off x="1046328" y="1023585"/>
            <a:ext cx="11145672"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4" name="任意多边形: 形状 137"/>
          <p:cNvSpPr/>
          <p:nvPr/>
        </p:nvSpPr>
        <p:spPr>
          <a:xfrm rot="2700000">
            <a:off x="10236192" y="807057"/>
            <a:ext cx="433056" cy="433056"/>
          </a:xfrm>
          <a:custGeom>
            <a:avLst/>
            <a:gdLst>
              <a:gd name="connsiteX0" fmla="*/ 29688 w 542085"/>
              <a:gd name="connsiteY0" fmla="*/ 29687 h 542085"/>
              <a:gd name="connsiteX1" fmla="*/ 101359 w 542085"/>
              <a:gd name="connsiteY1" fmla="*/ 0 h 542085"/>
              <a:gd name="connsiteX2" fmla="*/ 506782 w 542085"/>
              <a:gd name="connsiteY2" fmla="*/ 0 h 542085"/>
              <a:gd name="connsiteX3" fmla="*/ 542085 w 542085"/>
              <a:gd name="connsiteY3" fmla="*/ 7127 h 542085"/>
              <a:gd name="connsiteX4" fmla="*/ 7127 w 542085"/>
              <a:gd name="connsiteY4" fmla="*/ 542085 h 542085"/>
              <a:gd name="connsiteX5" fmla="*/ 0 w 542085"/>
              <a:gd name="connsiteY5" fmla="*/ 506782 h 542085"/>
              <a:gd name="connsiteX6" fmla="*/ 0 w 542085"/>
              <a:gd name="connsiteY6" fmla="*/ 101359 h 542085"/>
              <a:gd name="connsiteX7" fmla="*/ 29688 w 542085"/>
              <a:gd name="connsiteY7" fmla="*/ 29687 h 542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2085" h="542085">
                <a:moveTo>
                  <a:pt x="29688" y="29687"/>
                </a:moveTo>
                <a:cubicBezTo>
                  <a:pt x="48030" y="11345"/>
                  <a:pt x="73370" y="0"/>
                  <a:pt x="101359" y="0"/>
                </a:cubicBezTo>
                <a:lnTo>
                  <a:pt x="506782" y="0"/>
                </a:lnTo>
                <a:lnTo>
                  <a:pt x="542085" y="7127"/>
                </a:lnTo>
                <a:lnTo>
                  <a:pt x="7127" y="542085"/>
                </a:lnTo>
                <a:lnTo>
                  <a:pt x="0" y="506782"/>
                </a:lnTo>
                <a:lnTo>
                  <a:pt x="0" y="101359"/>
                </a:lnTo>
                <a:cubicBezTo>
                  <a:pt x="0" y="73369"/>
                  <a:pt x="11345" y="48029"/>
                  <a:pt x="29688" y="29687"/>
                </a:cubicBezTo>
                <a:close/>
              </a:path>
            </a:pathLst>
          </a:cu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Arial" panose="020B0604020202020204"/>
              <a:ea typeface="微软雅黑" panose="020B0503020204020204" charset="-122"/>
              <a:cs typeface="+mn-cs"/>
            </a:endParaRPr>
          </a:p>
        </p:txBody>
      </p:sp>
      <p:sp>
        <p:nvSpPr>
          <p:cNvPr id="15" name="任意多边形: 形状 138"/>
          <p:cNvSpPr/>
          <p:nvPr/>
        </p:nvSpPr>
        <p:spPr>
          <a:xfrm rot="2700000">
            <a:off x="10688014" y="807057"/>
            <a:ext cx="433056" cy="433056"/>
          </a:xfrm>
          <a:custGeom>
            <a:avLst/>
            <a:gdLst>
              <a:gd name="connsiteX0" fmla="*/ 29688 w 542085"/>
              <a:gd name="connsiteY0" fmla="*/ 29687 h 542085"/>
              <a:gd name="connsiteX1" fmla="*/ 101359 w 542085"/>
              <a:gd name="connsiteY1" fmla="*/ 0 h 542085"/>
              <a:gd name="connsiteX2" fmla="*/ 506782 w 542085"/>
              <a:gd name="connsiteY2" fmla="*/ 0 h 542085"/>
              <a:gd name="connsiteX3" fmla="*/ 542085 w 542085"/>
              <a:gd name="connsiteY3" fmla="*/ 7127 h 542085"/>
              <a:gd name="connsiteX4" fmla="*/ 7127 w 542085"/>
              <a:gd name="connsiteY4" fmla="*/ 542085 h 542085"/>
              <a:gd name="connsiteX5" fmla="*/ 0 w 542085"/>
              <a:gd name="connsiteY5" fmla="*/ 506782 h 542085"/>
              <a:gd name="connsiteX6" fmla="*/ 0 w 542085"/>
              <a:gd name="connsiteY6" fmla="*/ 101359 h 542085"/>
              <a:gd name="connsiteX7" fmla="*/ 29688 w 542085"/>
              <a:gd name="connsiteY7" fmla="*/ 29687 h 542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2085" h="542085">
                <a:moveTo>
                  <a:pt x="29688" y="29687"/>
                </a:moveTo>
                <a:cubicBezTo>
                  <a:pt x="48030" y="11345"/>
                  <a:pt x="73370" y="0"/>
                  <a:pt x="101359" y="0"/>
                </a:cubicBezTo>
                <a:lnTo>
                  <a:pt x="506782" y="0"/>
                </a:lnTo>
                <a:lnTo>
                  <a:pt x="542085" y="7127"/>
                </a:lnTo>
                <a:lnTo>
                  <a:pt x="7127" y="542085"/>
                </a:lnTo>
                <a:lnTo>
                  <a:pt x="0" y="506782"/>
                </a:lnTo>
                <a:lnTo>
                  <a:pt x="0" y="101359"/>
                </a:lnTo>
                <a:cubicBezTo>
                  <a:pt x="0" y="73369"/>
                  <a:pt x="11345" y="48029"/>
                  <a:pt x="29688" y="29687"/>
                </a:cubicBezTo>
                <a:close/>
              </a:path>
            </a:pathLst>
          </a:cu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Arial" panose="020B0604020202020204"/>
              <a:ea typeface="微软雅黑" panose="020B0503020204020204" charset="-122"/>
              <a:cs typeface="+mn-cs"/>
            </a:endParaRPr>
          </a:p>
        </p:txBody>
      </p:sp>
      <p:sp>
        <p:nvSpPr>
          <p:cNvPr id="16" name="任意多边形: 形状 139"/>
          <p:cNvSpPr/>
          <p:nvPr/>
        </p:nvSpPr>
        <p:spPr>
          <a:xfrm rot="2700000">
            <a:off x="11139835" y="807057"/>
            <a:ext cx="433056" cy="433056"/>
          </a:xfrm>
          <a:custGeom>
            <a:avLst/>
            <a:gdLst>
              <a:gd name="connsiteX0" fmla="*/ 29688 w 542085"/>
              <a:gd name="connsiteY0" fmla="*/ 29687 h 542085"/>
              <a:gd name="connsiteX1" fmla="*/ 101359 w 542085"/>
              <a:gd name="connsiteY1" fmla="*/ 0 h 542085"/>
              <a:gd name="connsiteX2" fmla="*/ 506782 w 542085"/>
              <a:gd name="connsiteY2" fmla="*/ 0 h 542085"/>
              <a:gd name="connsiteX3" fmla="*/ 542085 w 542085"/>
              <a:gd name="connsiteY3" fmla="*/ 7127 h 542085"/>
              <a:gd name="connsiteX4" fmla="*/ 7127 w 542085"/>
              <a:gd name="connsiteY4" fmla="*/ 542085 h 542085"/>
              <a:gd name="connsiteX5" fmla="*/ 0 w 542085"/>
              <a:gd name="connsiteY5" fmla="*/ 506782 h 542085"/>
              <a:gd name="connsiteX6" fmla="*/ 0 w 542085"/>
              <a:gd name="connsiteY6" fmla="*/ 101359 h 542085"/>
              <a:gd name="connsiteX7" fmla="*/ 29688 w 542085"/>
              <a:gd name="connsiteY7" fmla="*/ 29687 h 542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2085" h="542085">
                <a:moveTo>
                  <a:pt x="29688" y="29687"/>
                </a:moveTo>
                <a:cubicBezTo>
                  <a:pt x="48030" y="11345"/>
                  <a:pt x="73370" y="0"/>
                  <a:pt x="101359" y="0"/>
                </a:cubicBezTo>
                <a:lnTo>
                  <a:pt x="506782" y="0"/>
                </a:lnTo>
                <a:lnTo>
                  <a:pt x="542085" y="7127"/>
                </a:lnTo>
                <a:lnTo>
                  <a:pt x="7127" y="542085"/>
                </a:lnTo>
                <a:lnTo>
                  <a:pt x="0" y="506782"/>
                </a:lnTo>
                <a:lnTo>
                  <a:pt x="0" y="101359"/>
                </a:lnTo>
                <a:cubicBezTo>
                  <a:pt x="0" y="73369"/>
                  <a:pt x="11345" y="48029"/>
                  <a:pt x="29688" y="29687"/>
                </a:cubicBezTo>
                <a:close/>
              </a:path>
            </a:pathLst>
          </a:cu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Arial" panose="020B0604020202020204"/>
              <a:ea typeface="微软雅黑" panose="020B0503020204020204" charset="-122"/>
              <a:cs typeface="+mn-cs"/>
            </a:endParaRPr>
          </a:p>
        </p:txBody>
      </p:sp>
      <p:sp>
        <p:nvSpPr>
          <p:cNvPr id="13" name="文本框 135"/>
          <p:cNvSpPr txBox="1"/>
          <p:nvPr/>
        </p:nvSpPr>
        <p:spPr>
          <a:xfrm>
            <a:off x="1403349" y="366923"/>
            <a:ext cx="4264309" cy="584775"/>
          </a:xfrm>
          <a:prstGeom prst="rect">
            <a:avLst/>
          </a:prstGeom>
          <a:noFill/>
        </p:spPr>
        <p:txBody>
          <a:bodyPr wrap="none" rtlCol="0">
            <a:spAutoFit/>
            <a:scene3d>
              <a:camera prst="orthographicFront"/>
              <a:lightRig rig="threePt" dir="t"/>
            </a:scene3d>
            <a:sp3d contourW="6350"/>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chemeClr val="bg1"/>
                </a:solidFill>
                <a:effectLst/>
                <a:uLnTx/>
                <a:uFillTx/>
                <a:latin typeface="Arial" panose="020B0604020202020204"/>
                <a:ea typeface="微软雅黑" panose="020B0503020204020204" charset="-122"/>
                <a:cs typeface="+mn-cs"/>
              </a:rPr>
              <a:t>5.5  </a:t>
            </a:r>
            <a:r>
              <a:rPr kumimoji="0" lang="zh-CN" altLang="en-US" sz="3200" b="1" i="0" u="none" strike="noStrike" kern="1200" cap="none" spc="0" normalizeH="0" baseline="0" noProof="0" dirty="0">
                <a:ln>
                  <a:noFill/>
                </a:ln>
                <a:solidFill>
                  <a:schemeClr val="bg1"/>
                </a:solidFill>
                <a:effectLst/>
                <a:uLnTx/>
                <a:uFillTx/>
                <a:latin typeface="Arial" panose="020B0604020202020204"/>
                <a:ea typeface="微软雅黑" panose="020B0503020204020204" charset="-122"/>
                <a:cs typeface="+mn-cs"/>
              </a:rPr>
              <a:t>隐函数的求导法则</a:t>
            </a:r>
            <a:endParaRPr kumimoji="0" lang="zh-CN" altLang="en-US" sz="3200" b="1" i="0" u="none" strike="noStrike" kern="1200" cap="none" spc="0" normalizeH="0" baseline="0" noProof="0" dirty="0">
              <a:ln>
                <a:noFill/>
              </a:ln>
              <a:solidFill>
                <a:schemeClr val="bg1"/>
              </a:solidFill>
              <a:effectLst/>
              <a:uLnTx/>
              <a:uFillTx/>
              <a:latin typeface="Arial" panose="020B0604020202020204"/>
              <a:ea typeface="微软雅黑" panose="020B0503020204020204" charset="-122"/>
              <a:cs typeface="+mn-cs"/>
            </a:endParaRPr>
          </a:p>
        </p:txBody>
      </p:sp>
      <p:pic>
        <p:nvPicPr>
          <p:cNvPr id="17" name="图片 16"/>
          <p:cNvPicPr>
            <a:picLocks noChangeAspect="1"/>
          </p:cNvPicPr>
          <p:nvPr/>
        </p:nvPicPr>
        <p:blipFill>
          <a:blip r:embed="rId2"/>
          <a:stretch>
            <a:fillRect/>
          </a:stretch>
        </p:blipFill>
        <p:spPr>
          <a:xfrm>
            <a:off x="5316220" y="3589655"/>
            <a:ext cx="4006215" cy="859790"/>
          </a:xfrm>
          <a:prstGeom prst="rect">
            <a:avLst/>
          </a:prstGeom>
        </p:spPr>
      </p:pic>
      <p:pic>
        <p:nvPicPr>
          <p:cNvPr id="19" name="图片 18"/>
          <p:cNvPicPr>
            <a:picLocks noChangeAspect="1"/>
          </p:cNvPicPr>
          <p:nvPr/>
        </p:nvPicPr>
        <p:blipFill>
          <a:blip r:embed="rId3"/>
          <a:stretch>
            <a:fillRect/>
          </a:stretch>
        </p:blipFill>
        <p:spPr>
          <a:xfrm>
            <a:off x="5315585" y="4940935"/>
            <a:ext cx="4044315" cy="727710"/>
          </a:xfrm>
          <a:prstGeom prst="rect">
            <a:avLst/>
          </a:prstGeom>
        </p:spPr>
      </p:pic>
    </p:spTree>
  </p:cSld>
  <p:clrMapOvr>
    <a:masterClrMapping/>
  </p:clrMapOvr>
  <p:transition spd="slow">
    <p:pull/>
  </p:transition>
</p:sld>
</file>

<file path=ppt/slides/slide74.xml><?xml version="1.0" encoding="utf-8"?>
<p:sld xmlns:a="http://schemas.openxmlformats.org/drawingml/2006/main" xmlns:r="http://schemas.openxmlformats.org/officeDocument/2006/relationships" xmlns:p="http://schemas.openxmlformats.org/presentationml/2006/main">
  <p:cSld>
    <p:bg>
      <p:bgPr>
        <a:gradFill>
          <a:gsLst>
            <a:gs pos="0">
              <a:srgbClr val="0D1B2A"/>
            </a:gs>
            <a:gs pos="60000">
              <a:srgbClr val="1B263B"/>
            </a:gs>
            <a:gs pos="100000">
              <a:srgbClr val="102A43"/>
            </a:gs>
          </a:gsLst>
          <a:lin ang="2700000" scaled="0"/>
        </a:gradFill>
        <a:effectLst/>
      </p:bgPr>
    </p:bg>
    <p:spTree>
      <p:nvGrpSpPr>
        <p:cNvPr id="1" name=""/>
        <p:cNvGrpSpPr/>
        <p:nvPr/>
      </p:nvGrpSpPr>
      <p:grpSpPr>
        <a:xfrm>
          <a:off x="0" y="0"/>
          <a:ext cx="0" cy="0"/>
          <a:chOff x="0" y="0"/>
          <a:chExt cx="0" cy="0"/>
        </a:xfrm>
      </p:grpSpPr>
      <p:sp>
        <p:nvSpPr>
          <p:cNvPr id="7" name="矩形 6"/>
          <p:cNvSpPr/>
          <p:nvPr/>
        </p:nvSpPr>
        <p:spPr>
          <a:xfrm>
            <a:off x="592424" y="1223492"/>
            <a:ext cx="7795219" cy="4842457"/>
          </a:xfrm>
          <a:prstGeom prst="rect">
            <a:avLst/>
          </a:prstGeom>
          <a:noFill/>
          <a:ln w="28575">
            <a:solidFill>
              <a:srgbClr val="0070C0"/>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mc:AlternateContent xmlns:mc="http://schemas.openxmlformats.org/markup-compatibility/2006">
        <mc:Choice xmlns:a14="http://schemas.microsoft.com/office/drawing/2010/main" Requires="a14">
          <p:sp>
            <p:nvSpPr>
              <p:cNvPr id="8" name="文本框 7"/>
              <p:cNvSpPr txBox="1"/>
              <p:nvPr/>
            </p:nvSpPr>
            <p:spPr>
              <a:xfrm>
                <a:off x="750570" y="1289685"/>
                <a:ext cx="10149205" cy="4199890"/>
              </a:xfrm>
              <a:prstGeom prst="rect">
                <a:avLst/>
              </a:prstGeom>
              <a:noFill/>
            </p:spPr>
            <p:txBody>
              <a:bodyPr wrap="square" rtlCol="0">
                <a:spAutoFit/>
              </a:bodyPr>
              <a:lstStyle/>
              <a:p>
                <a:pPr>
                  <a:lnSpc>
                    <a:spcPct val="150000"/>
                  </a:lnSpc>
                </a:pPr>
                <a:r>
                  <a:rPr lang="en-US" altLang="zh-CN" sz="3200" b="1" dirty="0">
                    <a:solidFill>
                      <a:schemeClr val="bg1"/>
                    </a:solidFill>
                    <a:latin typeface="微软雅黑" panose="020B0503020204020204" charset="-122"/>
                    <a:ea typeface="微软雅黑" panose="020B0503020204020204" charset="-122"/>
                  </a:rPr>
                  <a:t>【</a:t>
                </a:r>
                <a:r>
                  <a:rPr lang="zh-CN" altLang="en-US" sz="3200" b="1" dirty="0">
                    <a:solidFill>
                      <a:schemeClr val="bg1"/>
                    </a:solidFill>
                    <a:latin typeface="微软雅黑" panose="020B0503020204020204" charset="-122"/>
                    <a:ea typeface="微软雅黑" panose="020B0503020204020204" charset="-122"/>
                  </a:rPr>
                  <a:t>例</a:t>
                </a:r>
                <a:r>
                  <a:rPr lang="en-US" altLang="zh-CN" sz="3200" b="1" dirty="0">
                    <a:solidFill>
                      <a:schemeClr val="bg1"/>
                    </a:solidFill>
                    <a:latin typeface="微软雅黑" panose="020B0503020204020204" charset="-122"/>
                    <a:ea typeface="微软雅黑" panose="020B0503020204020204" charset="-122"/>
                  </a:rPr>
                  <a:t>5】</a:t>
                </a:r>
                <a:r>
                  <a:rPr lang="zh-CN" altLang="en-US" sz="3200" b="1" dirty="0">
                    <a:solidFill>
                      <a:schemeClr val="bg1"/>
                    </a:solidFill>
                    <a:latin typeface="微软雅黑" panose="020B0503020204020204" charset="-122"/>
                    <a:ea typeface="微软雅黑" panose="020B0503020204020204" charset="-122"/>
                  </a:rPr>
                  <a:t>求由方程</a:t>
                </a:r>
                <a14:m>
                  <m:oMath xmlns:m="http://schemas.openxmlformats.org/officeDocument/2006/math">
                    <m:r>
                      <a:rPr lang="en-US" altLang="zh-CN" sz="3200" b="1" i="1" dirty="0" smtClean="0">
                        <a:solidFill>
                          <a:schemeClr val="bg1"/>
                        </a:solidFill>
                        <a:latin typeface="Cambria Math" panose="02040503050406030204"/>
                        <a:ea typeface="微软雅黑" panose="020B0503020204020204" charset="-122"/>
                      </a:rPr>
                      <m:t>𝒆</m:t>
                    </m:r>
                    <m:r>
                      <a:rPr lang="en-US" altLang="zh-CN" sz="3200" b="1" i="1" baseline="30000" dirty="0" err="1">
                        <a:solidFill>
                          <a:schemeClr val="bg1"/>
                        </a:solidFill>
                        <a:latin typeface="Cambria Math" panose="02040503050406030204"/>
                        <a:ea typeface="微软雅黑" panose="020B0503020204020204" charset="-122"/>
                      </a:rPr>
                      <m:t>𝒛</m:t>
                    </m:r>
                    <m:r>
                      <a:rPr lang="en-US" altLang="zh-CN" sz="3200" b="1" i="1" dirty="0">
                        <a:solidFill>
                          <a:schemeClr val="bg1"/>
                        </a:solidFill>
                        <a:latin typeface="Cambria Math" panose="02040503050406030204"/>
                        <a:ea typeface="微软雅黑" panose="020B0503020204020204" charset="-122"/>
                      </a:rPr>
                      <m:t>−</m:t>
                    </m:r>
                    <m:r>
                      <a:rPr lang="en-US" altLang="zh-CN" sz="3200" b="1" i="1" dirty="0">
                        <a:solidFill>
                          <a:schemeClr val="bg1"/>
                        </a:solidFill>
                        <a:latin typeface="Cambria Math" panose="02040503050406030204"/>
                        <a:ea typeface="微软雅黑" panose="020B0503020204020204" charset="-122"/>
                      </a:rPr>
                      <m:t>𝒙𝒚𝒛</m:t>
                    </m:r>
                    <m:r>
                      <a:rPr lang="en-US" altLang="zh-CN" sz="3200" b="1" i="1" dirty="0">
                        <a:solidFill>
                          <a:schemeClr val="bg1"/>
                        </a:solidFill>
                        <a:latin typeface="Cambria Math" panose="02040503050406030204"/>
                        <a:ea typeface="微软雅黑" panose="020B0503020204020204" charset="-122"/>
                      </a:rPr>
                      <m:t>=</m:t>
                    </m:r>
                    <m:r>
                      <a:rPr lang="en-US" altLang="zh-CN" sz="3200" b="1" i="1" dirty="0">
                        <a:solidFill>
                          <a:schemeClr val="bg1"/>
                        </a:solidFill>
                        <a:latin typeface="Cambria Math" panose="02040503050406030204"/>
                        <a:ea typeface="微软雅黑" panose="020B0503020204020204" charset="-122"/>
                      </a:rPr>
                      <m:t>𝟎</m:t>
                    </m:r>
                  </m:oMath>
                </a14:m>
                <a:r>
                  <a:rPr lang="zh-CN" altLang="en-US" sz="3200" b="1" dirty="0">
                    <a:solidFill>
                      <a:schemeClr val="bg1"/>
                    </a:solidFill>
                    <a:latin typeface="微软雅黑" panose="020B0503020204020204" charset="-122"/>
                    <a:ea typeface="微软雅黑" panose="020B0503020204020204" charset="-122"/>
                  </a:rPr>
                  <a:t>所确定的隐函数</a:t>
                </a:r>
                <a14:m>
                  <m:oMath xmlns:m="http://schemas.openxmlformats.org/officeDocument/2006/math">
                    <m:r>
                      <a:rPr lang="en-US" altLang="zh-CN" sz="3200" b="1" i="1" dirty="0" smtClean="0">
                        <a:solidFill>
                          <a:schemeClr val="bg1"/>
                        </a:solidFill>
                        <a:latin typeface="Cambria Math" panose="02040503050406030204"/>
                        <a:ea typeface="微软雅黑" panose="020B0503020204020204" charset="-122"/>
                      </a:rPr>
                      <m:t>𝒛</m:t>
                    </m:r>
                    <m:r>
                      <a:rPr lang="en-US" altLang="zh-CN" sz="3200" b="1" i="1" dirty="0" smtClean="0">
                        <a:solidFill>
                          <a:schemeClr val="bg1"/>
                        </a:solidFill>
                        <a:latin typeface="Cambria Math" panose="02040503050406030204"/>
                        <a:ea typeface="微软雅黑" panose="020B0503020204020204" charset="-122"/>
                      </a:rPr>
                      <m:t>=</m:t>
                    </m:r>
                    <m:r>
                      <a:rPr lang="en-US" altLang="zh-CN" sz="3200" b="1" i="1" dirty="0" smtClean="0">
                        <a:solidFill>
                          <a:schemeClr val="bg1"/>
                        </a:solidFill>
                        <a:latin typeface="Cambria Math" panose="02040503050406030204"/>
                        <a:ea typeface="微软雅黑" panose="020B0503020204020204" charset="-122"/>
                      </a:rPr>
                      <m:t>𝒛</m:t>
                    </m:r>
                    <m:r>
                      <a:rPr lang="en-US" altLang="zh-CN" sz="3200" b="1" i="1" dirty="0" smtClean="0">
                        <a:solidFill>
                          <a:schemeClr val="bg1"/>
                        </a:solidFill>
                        <a:latin typeface="Cambria Math" panose="02040503050406030204"/>
                        <a:ea typeface="微软雅黑" panose="020B0503020204020204" charset="-122"/>
                      </a:rPr>
                      <m:t>(</m:t>
                    </m:r>
                    <m:r>
                      <a:rPr lang="en-US" altLang="zh-CN" sz="3200" b="1" i="1" dirty="0" err="1" smtClean="0">
                        <a:solidFill>
                          <a:schemeClr val="bg1"/>
                        </a:solidFill>
                        <a:latin typeface="Cambria Math" panose="02040503050406030204"/>
                        <a:ea typeface="微软雅黑" panose="020B0503020204020204" charset="-122"/>
                      </a:rPr>
                      <m:t>𝒙</m:t>
                    </m:r>
                    <m:r>
                      <a:rPr lang="en-US" altLang="zh-CN" sz="3200" b="1" i="1" dirty="0" err="1" smtClean="0">
                        <a:solidFill>
                          <a:schemeClr val="bg1"/>
                        </a:solidFill>
                        <a:latin typeface="Cambria Math" panose="02040503050406030204"/>
                        <a:ea typeface="微软雅黑" panose="020B0503020204020204" charset="-122"/>
                      </a:rPr>
                      <m:t>,</m:t>
                    </m:r>
                    <m:r>
                      <a:rPr lang="en-US" altLang="zh-CN" sz="3200" b="1" i="1" dirty="0" err="1" smtClean="0">
                        <a:solidFill>
                          <a:schemeClr val="bg1"/>
                        </a:solidFill>
                        <a:latin typeface="Cambria Math" panose="02040503050406030204"/>
                        <a:ea typeface="微软雅黑" panose="020B0503020204020204" charset="-122"/>
                      </a:rPr>
                      <m:t>𝒚</m:t>
                    </m:r>
                    <m:r>
                      <a:rPr lang="en-US" altLang="zh-CN" sz="3200" b="1" i="1" dirty="0" smtClean="0">
                        <a:solidFill>
                          <a:schemeClr val="bg1"/>
                        </a:solidFill>
                        <a:latin typeface="Cambria Math" panose="02040503050406030204"/>
                        <a:ea typeface="微软雅黑" panose="020B0503020204020204" charset="-122"/>
                      </a:rPr>
                      <m:t>)</m:t>
                    </m:r>
                  </m:oMath>
                </a14:m>
                <a:r>
                  <a:rPr lang="zh-CN" altLang="en-US" sz="3200" b="1" dirty="0">
                    <a:solidFill>
                      <a:schemeClr val="bg1"/>
                    </a:solidFill>
                    <a:latin typeface="微软雅黑" panose="020B0503020204020204" charset="-122"/>
                    <a:ea typeface="微软雅黑" panose="020B0503020204020204" charset="-122"/>
                  </a:rPr>
                  <a:t>的两个偏导数</a:t>
                </a:r>
                <a14:m>
                  <m:oMath xmlns:m="http://schemas.openxmlformats.org/officeDocument/2006/math">
                    <m:f>
                      <m:fPr>
                        <m:ctrlPr>
                          <a:rPr lang="en-US" altLang="zh-CN" sz="3200" b="1" i="1" smtClean="0">
                            <a:solidFill>
                              <a:schemeClr val="bg1"/>
                            </a:solidFill>
                            <a:latin typeface="Cambria Math" panose="02040503050406030204" pitchFamily="18" charset="0"/>
                            <a:ea typeface="微软雅黑" panose="020B0503020204020204" charset="-122"/>
                          </a:rPr>
                        </m:ctrlPr>
                      </m:fPr>
                      <m:num>
                        <m:r>
                          <a:rPr lang="zh-CN" altLang="en-US" sz="3200" b="1" i="1" smtClean="0">
                            <a:solidFill>
                              <a:schemeClr val="bg1"/>
                            </a:solidFill>
                            <a:latin typeface="Cambria Math" panose="02040503050406030204"/>
                            <a:ea typeface="微软雅黑" panose="020B0503020204020204" charset="-122"/>
                          </a:rPr>
                          <m:t>𝝏</m:t>
                        </m:r>
                        <m:r>
                          <a:rPr lang="en-US" altLang="zh-CN" sz="3200" b="1" i="1" smtClean="0">
                            <a:solidFill>
                              <a:schemeClr val="bg1"/>
                            </a:solidFill>
                            <a:latin typeface="Cambria Math" panose="02040503050406030204"/>
                            <a:ea typeface="微软雅黑" panose="020B0503020204020204" charset="-122"/>
                          </a:rPr>
                          <m:t>𝒛</m:t>
                        </m:r>
                      </m:num>
                      <m:den>
                        <m:r>
                          <a:rPr lang="zh-CN" altLang="en-US" sz="3200" b="1" i="1" smtClean="0">
                            <a:solidFill>
                              <a:schemeClr val="bg1"/>
                            </a:solidFill>
                            <a:latin typeface="Cambria Math" panose="02040503050406030204"/>
                            <a:ea typeface="微软雅黑" panose="020B0503020204020204" charset="-122"/>
                          </a:rPr>
                          <m:t>𝝏</m:t>
                        </m:r>
                        <m:r>
                          <a:rPr lang="en-US" altLang="zh-CN" sz="3200" b="1" i="1" smtClean="0">
                            <a:solidFill>
                              <a:schemeClr val="bg1"/>
                            </a:solidFill>
                            <a:latin typeface="Cambria Math" panose="02040503050406030204"/>
                            <a:ea typeface="微软雅黑" panose="020B0503020204020204" charset="-122"/>
                          </a:rPr>
                          <m:t>𝒙</m:t>
                        </m:r>
                      </m:den>
                    </m:f>
                  </m:oMath>
                </a14:m>
                <a:r>
                  <a:rPr lang="zh-CN" altLang="en-US" sz="3200" b="1" dirty="0">
                    <a:solidFill>
                      <a:schemeClr val="bg1"/>
                    </a:solidFill>
                    <a:latin typeface="微软雅黑" panose="020B0503020204020204" charset="-122"/>
                    <a:ea typeface="微软雅黑" panose="020B0503020204020204" charset="-122"/>
                  </a:rPr>
                  <a:t>，</a:t>
                </a:r>
                <a14:m>
                  <m:oMath xmlns:m="http://schemas.openxmlformats.org/officeDocument/2006/math">
                    <m:f>
                      <m:fPr>
                        <m:ctrlPr>
                          <a:rPr lang="en-US" altLang="zh-CN" sz="3200" b="1" i="1">
                            <a:solidFill>
                              <a:schemeClr val="bg1"/>
                            </a:solidFill>
                            <a:latin typeface="Cambria Math" panose="02040503050406030204" pitchFamily="18" charset="0"/>
                            <a:ea typeface="微软雅黑" panose="020B0503020204020204" charset="-122"/>
                          </a:rPr>
                        </m:ctrlPr>
                      </m:fPr>
                      <m:num>
                        <m:r>
                          <a:rPr lang="zh-CN" altLang="en-US" sz="3200" b="1" i="1">
                            <a:solidFill>
                              <a:schemeClr val="bg1"/>
                            </a:solidFill>
                            <a:latin typeface="Cambria Math" panose="02040503050406030204"/>
                            <a:ea typeface="微软雅黑" panose="020B0503020204020204" charset="-122"/>
                          </a:rPr>
                          <m:t>𝝏</m:t>
                        </m:r>
                        <m:r>
                          <a:rPr lang="en-US" altLang="zh-CN" sz="3200" b="1" i="1">
                            <a:solidFill>
                              <a:schemeClr val="bg1"/>
                            </a:solidFill>
                            <a:latin typeface="Cambria Math" panose="02040503050406030204"/>
                            <a:ea typeface="微软雅黑" panose="020B0503020204020204" charset="-122"/>
                          </a:rPr>
                          <m:t>𝒛</m:t>
                        </m:r>
                      </m:num>
                      <m:den>
                        <m:r>
                          <a:rPr lang="zh-CN" altLang="en-US" sz="3200" b="1" i="1">
                            <a:solidFill>
                              <a:schemeClr val="bg1"/>
                            </a:solidFill>
                            <a:latin typeface="Cambria Math" panose="02040503050406030204"/>
                            <a:ea typeface="微软雅黑" panose="020B0503020204020204" charset="-122"/>
                          </a:rPr>
                          <m:t>𝝏</m:t>
                        </m:r>
                        <m:r>
                          <a:rPr lang="en-US" altLang="zh-CN" sz="3200" b="1" i="1" smtClean="0">
                            <a:solidFill>
                              <a:schemeClr val="bg1"/>
                            </a:solidFill>
                            <a:latin typeface="Cambria Math" panose="02040503050406030204"/>
                            <a:ea typeface="微软雅黑" panose="020B0503020204020204" charset="-122"/>
                          </a:rPr>
                          <m:t>𝒚</m:t>
                        </m:r>
                      </m:den>
                    </m:f>
                  </m:oMath>
                </a14:m>
                <a:r>
                  <a:rPr lang="en-US" altLang="zh-CN" sz="3200" b="1" dirty="0">
                    <a:solidFill>
                      <a:schemeClr val="bg1"/>
                    </a:solidFill>
                    <a:latin typeface="微软雅黑" panose="020B0503020204020204" charset="-122"/>
                    <a:ea typeface="微软雅黑" panose="020B0503020204020204" charset="-122"/>
                  </a:rPr>
                  <a:t>.</a:t>
                </a:r>
                <a:endParaRPr lang="en-US" altLang="zh-CN" sz="3200" b="1" dirty="0">
                  <a:solidFill>
                    <a:schemeClr val="bg1"/>
                  </a:solidFill>
                  <a:latin typeface="微软雅黑" panose="020B0503020204020204" charset="-122"/>
                  <a:ea typeface="微软雅黑" panose="020B0503020204020204" charset="-122"/>
                </a:endParaRPr>
              </a:p>
              <a:p>
                <a:pPr>
                  <a:lnSpc>
                    <a:spcPct val="150000"/>
                  </a:lnSpc>
                </a:pPr>
                <a:r>
                  <a:rPr lang="zh-CN" altLang="en-US" sz="3200" b="1" dirty="0">
                    <a:solidFill>
                      <a:schemeClr val="bg1"/>
                    </a:solidFill>
                    <a:latin typeface="微软雅黑" panose="020B0503020204020204" charset="-122"/>
                    <a:ea typeface="微软雅黑" panose="020B0503020204020204" charset="-122"/>
                  </a:rPr>
                  <a:t>解   令</a:t>
                </a:r>
                <a14:m>
                  <m:oMath xmlns:m="http://schemas.openxmlformats.org/officeDocument/2006/math">
                    <m:r>
                      <a:rPr lang="en-US" altLang="zh-CN" sz="3200" b="1" i="1" dirty="0" smtClean="0">
                        <a:solidFill>
                          <a:schemeClr val="bg1"/>
                        </a:solidFill>
                        <a:latin typeface="Cambria Math" panose="02040503050406030204"/>
                        <a:ea typeface="微软雅黑" panose="020B0503020204020204" charset="-122"/>
                      </a:rPr>
                      <m:t>𝑭</m:t>
                    </m:r>
                    <m:r>
                      <a:rPr lang="en-US" altLang="zh-CN" sz="3200" b="1" i="1" dirty="0" smtClean="0">
                        <a:solidFill>
                          <a:schemeClr val="bg1"/>
                        </a:solidFill>
                        <a:latin typeface="Cambria Math" panose="02040503050406030204"/>
                        <a:ea typeface="微软雅黑" panose="020B0503020204020204" charset="-122"/>
                      </a:rPr>
                      <m:t>(</m:t>
                    </m:r>
                    <m:r>
                      <a:rPr lang="en-US" altLang="zh-CN" sz="3200" b="1" i="1" dirty="0" err="1">
                        <a:solidFill>
                          <a:schemeClr val="bg1"/>
                        </a:solidFill>
                        <a:latin typeface="Cambria Math" panose="02040503050406030204"/>
                        <a:ea typeface="微软雅黑" panose="020B0503020204020204" charset="-122"/>
                      </a:rPr>
                      <m:t>𝒙</m:t>
                    </m:r>
                    <m:r>
                      <a:rPr lang="en-US" altLang="zh-CN" sz="3200" b="1" i="1" dirty="0" err="1">
                        <a:solidFill>
                          <a:schemeClr val="bg1"/>
                        </a:solidFill>
                        <a:latin typeface="Cambria Math" panose="02040503050406030204"/>
                        <a:ea typeface="微软雅黑" panose="020B0503020204020204" charset="-122"/>
                      </a:rPr>
                      <m:t>,</m:t>
                    </m:r>
                    <m:r>
                      <a:rPr lang="en-US" altLang="zh-CN" sz="3200" b="1" i="1" dirty="0" err="1">
                        <a:solidFill>
                          <a:schemeClr val="bg1"/>
                        </a:solidFill>
                        <a:latin typeface="Cambria Math" panose="02040503050406030204"/>
                        <a:ea typeface="微软雅黑" panose="020B0503020204020204" charset="-122"/>
                      </a:rPr>
                      <m:t>𝒚</m:t>
                    </m:r>
                    <m:r>
                      <a:rPr lang="en-US" altLang="zh-CN" sz="3200" b="1" i="1" dirty="0" err="1">
                        <a:solidFill>
                          <a:schemeClr val="bg1"/>
                        </a:solidFill>
                        <a:latin typeface="Cambria Math" panose="02040503050406030204"/>
                        <a:ea typeface="微软雅黑" panose="020B0503020204020204" charset="-122"/>
                      </a:rPr>
                      <m:t>,</m:t>
                    </m:r>
                    <m:r>
                      <a:rPr lang="en-US" altLang="zh-CN" sz="3200" b="1" i="1" dirty="0" err="1">
                        <a:solidFill>
                          <a:schemeClr val="bg1"/>
                        </a:solidFill>
                        <a:latin typeface="Cambria Math" panose="02040503050406030204"/>
                        <a:ea typeface="微软雅黑" panose="020B0503020204020204" charset="-122"/>
                      </a:rPr>
                      <m:t>𝒛</m:t>
                    </m:r>
                    <m:r>
                      <a:rPr lang="en-US" altLang="zh-CN" sz="3200" b="1" i="1" dirty="0">
                        <a:solidFill>
                          <a:schemeClr val="bg1"/>
                        </a:solidFill>
                        <a:latin typeface="Cambria Math" panose="02040503050406030204"/>
                        <a:ea typeface="微软雅黑" panose="020B0503020204020204" charset="-122"/>
                      </a:rPr>
                      <m:t>)=</m:t>
                    </m:r>
                    <m:r>
                      <a:rPr lang="en-US" altLang="zh-CN" sz="3200" b="1" i="0" dirty="0" err="1" smtClean="0">
                        <a:solidFill>
                          <a:schemeClr val="bg1"/>
                        </a:solidFill>
                        <a:latin typeface="Cambria Math" panose="02040503050406030204"/>
                        <a:ea typeface="微软雅黑" panose="020B0503020204020204" charset="-122"/>
                      </a:rPr>
                      <m:t>𝐞</m:t>
                    </m:r>
                    <m:r>
                      <a:rPr lang="en-US" altLang="zh-CN" sz="3200" b="1" i="1" baseline="30000" dirty="0" err="1" smtClean="0">
                        <a:solidFill>
                          <a:schemeClr val="bg1"/>
                        </a:solidFill>
                        <a:latin typeface="Cambria Math" panose="02040503050406030204"/>
                        <a:ea typeface="微软雅黑" panose="020B0503020204020204" charset="-122"/>
                      </a:rPr>
                      <m:t>𝒛</m:t>
                    </m:r>
                    <m:r>
                      <a:rPr lang="en-US" altLang="zh-CN" sz="3200" b="1" i="1" dirty="0" smtClean="0">
                        <a:solidFill>
                          <a:schemeClr val="bg1"/>
                        </a:solidFill>
                        <a:latin typeface="Cambria Math" panose="02040503050406030204"/>
                        <a:ea typeface="微软雅黑" panose="020B0503020204020204" charset="-122"/>
                      </a:rPr>
                      <m:t>−</m:t>
                    </m:r>
                    <m:r>
                      <a:rPr lang="en-US" altLang="zh-CN" sz="3200" b="1" i="1" dirty="0" smtClean="0">
                        <a:solidFill>
                          <a:schemeClr val="bg1"/>
                        </a:solidFill>
                        <a:latin typeface="Cambria Math" panose="02040503050406030204"/>
                        <a:ea typeface="微软雅黑" panose="020B0503020204020204" charset="-122"/>
                      </a:rPr>
                      <m:t>𝒙𝒚𝒛</m:t>
                    </m:r>
                  </m:oMath>
                </a14:m>
                <a:r>
                  <a:rPr lang="zh-CN" altLang="en-US" sz="3200" b="1" dirty="0">
                    <a:solidFill>
                      <a:schemeClr val="bg1"/>
                    </a:solidFill>
                    <a:latin typeface="微软雅黑" panose="020B0503020204020204" charset="-122"/>
                    <a:ea typeface="微软雅黑" panose="020B0503020204020204" charset="-122"/>
                  </a:rPr>
                  <a:t>，则</a:t>
                </a:r>
                <a14:m>
                  <m:oMath xmlns:m="http://schemas.openxmlformats.org/officeDocument/2006/math">
                    <m:r>
                      <a:rPr lang="en-US" altLang="zh-CN" sz="3200" b="1" i="1" dirty="0" smtClean="0">
                        <a:solidFill>
                          <a:schemeClr val="bg1"/>
                        </a:solidFill>
                        <a:latin typeface="Cambria Math" panose="02040503050406030204"/>
                        <a:ea typeface="微软雅黑" panose="020B0503020204020204" charset="-122"/>
                      </a:rPr>
                      <m:t>𝑭</m:t>
                    </m:r>
                    <m:r>
                      <a:rPr lang="en-US" altLang="zh-CN" sz="3200" b="1" i="1" baseline="-25000" dirty="0">
                        <a:solidFill>
                          <a:schemeClr val="bg1"/>
                        </a:solidFill>
                        <a:latin typeface="Cambria Math" panose="02040503050406030204"/>
                        <a:ea typeface="微软雅黑" panose="020B0503020204020204" charset="-122"/>
                      </a:rPr>
                      <m:t>𝒙</m:t>
                    </m:r>
                    <m:r>
                      <a:rPr lang="en-US" altLang="zh-CN" sz="3200" b="1" i="1" dirty="0">
                        <a:solidFill>
                          <a:schemeClr val="bg1"/>
                        </a:solidFill>
                        <a:latin typeface="Cambria Math" panose="02040503050406030204"/>
                        <a:ea typeface="微软雅黑" panose="020B0503020204020204" charset="-122"/>
                      </a:rPr>
                      <m:t>=−</m:t>
                    </m:r>
                    <m:r>
                      <a:rPr lang="en-US" altLang="zh-CN" sz="3200" b="1" i="1" dirty="0" err="1" smtClean="0">
                        <a:solidFill>
                          <a:schemeClr val="bg1"/>
                        </a:solidFill>
                        <a:latin typeface="Cambria Math" panose="02040503050406030204"/>
                        <a:ea typeface="微软雅黑" panose="020B0503020204020204" charset="-122"/>
                      </a:rPr>
                      <m:t>𝒚𝒛</m:t>
                    </m:r>
                    <m:r>
                      <a:rPr lang="zh-CN" altLang="en-US" sz="3200" b="1" i="1" dirty="0" smtClean="0">
                        <a:solidFill>
                          <a:schemeClr val="bg1"/>
                        </a:solidFill>
                        <a:latin typeface="Cambria Math" panose="02040503050406030204"/>
                        <a:ea typeface="微软雅黑" panose="020B0503020204020204" charset="-122"/>
                      </a:rPr>
                      <m:t>，</m:t>
                    </m:r>
                    <m:r>
                      <a:rPr lang="en-US" altLang="zh-CN" sz="3200" b="1" i="1" dirty="0" smtClean="0">
                        <a:solidFill>
                          <a:schemeClr val="bg1"/>
                        </a:solidFill>
                        <a:latin typeface="Cambria Math" panose="02040503050406030204"/>
                        <a:ea typeface="微软雅黑" panose="020B0503020204020204" charset="-122"/>
                      </a:rPr>
                      <m:t>𝑭</m:t>
                    </m:r>
                    <m:r>
                      <a:rPr lang="en-US" altLang="zh-CN" sz="3200" b="1" i="1" baseline="-25000" dirty="0" smtClean="0">
                        <a:solidFill>
                          <a:schemeClr val="bg1"/>
                        </a:solidFill>
                        <a:latin typeface="Cambria Math" panose="02040503050406030204"/>
                        <a:ea typeface="微软雅黑" panose="020B0503020204020204" charset="-122"/>
                      </a:rPr>
                      <m:t>𝒚</m:t>
                    </m:r>
                    <m:r>
                      <a:rPr lang="en-US" altLang="zh-CN" sz="3200" b="1" i="1" dirty="0">
                        <a:solidFill>
                          <a:schemeClr val="bg1"/>
                        </a:solidFill>
                        <a:latin typeface="Cambria Math" panose="02040503050406030204"/>
                        <a:ea typeface="微软雅黑" panose="020B0503020204020204" charset="-122"/>
                      </a:rPr>
                      <m:t>=−</m:t>
                    </m:r>
                    <m:r>
                      <a:rPr lang="en-US" altLang="zh-CN" sz="3200" b="1" i="1" dirty="0" err="1" smtClean="0">
                        <a:solidFill>
                          <a:schemeClr val="bg1"/>
                        </a:solidFill>
                        <a:latin typeface="Cambria Math" panose="02040503050406030204"/>
                        <a:ea typeface="微软雅黑" panose="020B0503020204020204" charset="-122"/>
                      </a:rPr>
                      <m:t>𝒙𝒛</m:t>
                    </m:r>
                    <m:r>
                      <a:rPr lang="zh-CN" altLang="en-US" sz="3200" b="1" i="1" dirty="0" smtClean="0">
                        <a:solidFill>
                          <a:schemeClr val="bg1"/>
                        </a:solidFill>
                        <a:latin typeface="Cambria Math" panose="02040503050406030204"/>
                        <a:ea typeface="微软雅黑" panose="020B0503020204020204" charset="-122"/>
                      </a:rPr>
                      <m:t>，</m:t>
                    </m:r>
                    <m:r>
                      <a:rPr lang="en-US" altLang="zh-CN" sz="3200" b="1" i="1" dirty="0" smtClean="0">
                        <a:solidFill>
                          <a:schemeClr val="bg1"/>
                        </a:solidFill>
                        <a:latin typeface="Cambria Math" panose="02040503050406030204"/>
                        <a:ea typeface="微软雅黑" panose="020B0503020204020204" charset="-122"/>
                      </a:rPr>
                      <m:t>𝑭</m:t>
                    </m:r>
                    <m:r>
                      <a:rPr lang="en-US" altLang="zh-CN" sz="3200" b="1" i="1" baseline="-25000" dirty="0" smtClean="0">
                        <a:solidFill>
                          <a:schemeClr val="bg1"/>
                        </a:solidFill>
                        <a:latin typeface="Cambria Math" panose="02040503050406030204"/>
                        <a:ea typeface="微软雅黑" panose="020B0503020204020204" charset="-122"/>
                      </a:rPr>
                      <m:t>𝒛</m:t>
                    </m:r>
                    <m:r>
                      <a:rPr lang="en-US" altLang="zh-CN" sz="3200" b="1" i="1" dirty="0" smtClean="0">
                        <a:solidFill>
                          <a:schemeClr val="bg1"/>
                        </a:solidFill>
                        <a:latin typeface="Cambria Math" panose="02040503050406030204"/>
                        <a:ea typeface="微软雅黑" panose="020B0503020204020204" charset="-122"/>
                      </a:rPr>
                      <m:t>=</m:t>
                    </m:r>
                    <m:r>
                      <a:rPr lang="en-US" altLang="zh-CN" sz="3200" b="1" i="0" dirty="0" err="1" smtClean="0">
                        <a:solidFill>
                          <a:schemeClr val="bg1"/>
                        </a:solidFill>
                        <a:latin typeface="Cambria Math" panose="02040503050406030204"/>
                        <a:ea typeface="微软雅黑" panose="020B0503020204020204" charset="-122"/>
                      </a:rPr>
                      <m:t>𝐞</m:t>
                    </m:r>
                    <m:r>
                      <a:rPr lang="en-US" altLang="zh-CN" sz="3200" b="1" i="1" baseline="30000" dirty="0" err="1" smtClean="0">
                        <a:solidFill>
                          <a:schemeClr val="bg1"/>
                        </a:solidFill>
                        <a:latin typeface="Cambria Math" panose="02040503050406030204"/>
                        <a:ea typeface="微软雅黑" panose="020B0503020204020204" charset="-122"/>
                      </a:rPr>
                      <m:t>𝒛</m:t>
                    </m:r>
                    <m:r>
                      <a:rPr lang="en-US" altLang="zh-CN" sz="3200" b="1" i="1" dirty="0" err="1" smtClean="0">
                        <a:solidFill>
                          <a:schemeClr val="bg1"/>
                        </a:solidFill>
                        <a:latin typeface="Cambria Math" panose="02040503050406030204"/>
                        <a:ea typeface="微软雅黑" panose="020B0503020204020204" charset="-122"/>
                      </a:rPr>
                      <m:t>−</m:t>
                    </m:r>
                    <m:r>
                      <a:rPr lang="en-US" altLang="zh-CN" sz="3200" b="1" i="1" dirty="0" err="1" smtClean="0">
                        <a:solidFill>
                          <a:schemeClr val="bg1"/>
                        </a:solidFill>
                        <a:latin typeface="Cambria Math" panose="02040503050406030204"/>
                        <a:ea typeface="微软雅黑" panose="020B0503020204020204" charset="-122"/>
                      </a:rPr>
                      <m:t>𝒙𝒚</m:t>
                    </m:r>
                  </m:oMath>
                </a14:m>
                <a:r>
                  <a:rPr lang="zh-CN" altLang="en-US" sz="3200" b="1" dirty="0">
                    <a:solidFill>
                      <a:schemeClr val="bg1"/>
                    </a:solidFill>
                    <a:latin typeface="微软雅黑" panose="020B0503020204020204" charset="-122"/>
                    <a:ea typeface="微软雅黑" panose="020B0503020204020204" charset="-122"/>
                  </a:rPr>
                  <a:t>，由二元隐函数的偏导数公式，得</a:t>
                </a:r>
                <a:endParaRPr lang="en-US" altLang="zh-CN" sz="3200" b="1" dirty="0">
                  <a:solidFill>
                    <a:schemeClr val="bg1"/>
                  </a:solidFill>
                  <a:latin typeface="微软雅黑" panose="020B0503020204020204" charset="-122"/>
                  <a:ea typeface="微软雅黑" panose="020B0503020204020204" charset="-122"/>
                </a:endParaRPr>
              </a:p>
              <a:p>
                <a:pPr>
                  <a:lnSpc>
                    <a:spcPct val="150000"/>
                  </a:lnSpc>
                </a:pPr>
                <a:endParaRPr lang="en-US" altLang="zh-CN" sz="3200" b="1" dirty="0">
                  <a:solidFill>
                    <a:schemeClr val="bg1"/>
                  </a:solidFill>
                  <a:latin typeface="微软雅黑" panose="020B0503020204020204" charset="-122"/>
                  <a:ea typeface="微软雅黑" panose="020B0503020204020204" charset="-122"/>
                </a:endParaRPr>
              </a:p>
            </p:txBody>
          </p:sp>
        </mc:Choice>
        <mc:Fallback>
          <p:sp>
            <p:nvSpPr>
              <p:cNvPr id="8" name="文本框 7"/>
              <p:cNvSpPr txBox="1">
                <a:spLocks noRot="1" noChangeAspect="1" noMove="1" noResize="1" noEditPoints="1" noAdjustHandles="1" noChangeArrowheads="1" noChangeShapeType="1" noTextEdit="1"/>
              </p:cNvSpPr>
              <p:nvPr/>
            </p:nvSpPr>
            <p:spPr>
              <a:xfrm>
                <a:off x="750570" y="1289685"/>
                <a:ext cx="10149205" cy="4199890"/>
              </a:xfrm>
              <a:prstGeom prst="rect">
                <a:avLst/>
              </a:prstGeom>
              <a:blipFill rotWithShape="1">
                <a:blip r:embed="rId1"/>
                <a:stretch>
                  <a:fillRect t="-1331"/>
                </a:stretch>
              </a:blipFill>
            </p:spPr>
            <p:txBody>
              <a:bodyPr/>
              <a:lstStyle/>
              <a:p>
                <a:r>
                  <a:rPr lang="zh-CN" altLang="en-US">
                    <a:noFill/>
                  </a:rPr>
                  <a:t> </a:t>
                </a:r>
              </a:p>
            </p:txBody>
          </p:sp>
        </mc:Fallback>
      </mc:AlternateContent>
      <p:sp>
        <p:nvSpPr>
          <p:cNvPr id="11" name="矩形: 圆角 133"/>
          <p:cNvSpPr/>
          <p:nvPr/>
        </p:nvSpPr>
        <p:spPr>
          <a:xfrm rot="2700000">
            <a:off x="481528" y="324463"/>
            <a:ext cx="608141" cy="608141"/>
          </a:xfrm>
          <a:prstGeom prst="roundRect">
            <a:avLst/>
          </a:prstGeom>
          <a:solidFill>
            <a:schemeClr val="accent1"/>
          </a:solidFill>
          <a:ln w="38100">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Arial" panose="020B0604020202020204"/>
              <a:ea typeface="微软雅黑" panose="020B0503020204020204" charset="-122"/>
              <a:cs typeface="+mn-cs"/>
            </a:endParaRPr>
          </a:p>
        </p:txBody>
      </p:sp>
      <p:cxnSp>
        <p:nvCxnSpPr>
          <p:cNvPr id="12" name="直接连接符 11"/>
          <p:cNvCxnSpPr/>
          <p:nvPr/>
        </p:nvCxnSpPr>
        <p:spPr>
          <a:xfrm>
            <a:off x="1046328" y="1023585"/>
            <a:ext cx="11145672"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4" name="任意多边形: 形状 137"/>
          <p:cNvSpPr/>
          <p:nvPr/>
        </p:nvSpPr>
        <p:spPr>
          <a:xfrm rot="2700000">
            <a:off x="10236192" y="807057"/>
            <a:ext cx="433056" cy="433056"/>
          </a:xfrm>
          <a:custGeom>
            <a:avLst/>
            <a:gdLst>
              <a:gd name="connsiteX0" fmla="*/ 29688 w 542085"/>
              <a:gd name="connsiteY0" fmla="*/ 29687 h 542085"/>
              <a:gd name="connsiteX1" fmla="*/ 101359 w 542085"/>
              <a:gd name="connsiteY1" fmla="*/ 0 h 542085"/>
              <a:gd name="connsiteX2" fmla="*/ 506782 w 542085"/>
              <a:gd name="connsiteY2" fmla="*/ 0 h 542085"/>
              <a:gd name="connsiteX3" fmla="*/ 542085 w 542085"/>
              <a:gd name="connsiteY3" fmla="*/ 7127 h 542085"/>
              <a:gd name="connsiteX4" fmla="*/ 7127 w 542085"/>
              <a:gd name="connsiteY4" fmla="*/ 542085 h 542085"/>
              <a:gd name="connsiteX5" fmla="*/ 0 w 542085"/>
              <a:gd name="connsiteY5" fmla="*/ 506782 h 542085"/>
              <a:gd name="connsiteX6" fmla="*/ 0 w 542085"/>
              <a:gd name="connsiteY6" fmla="*/ 101359 h 542085"/>
              <a:gd name="connsiteX7" fmla="*/ 29688 w 542085"/>
              <a:gd name="connsiteY7" fmla="*/ 29687 h 542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2085" h="542085">
                <a:moveTo>
                  <a:pt x="29688" y="29687"/>
                </a:moveTo>
                <a:cubicBezTo>
                  <a:pt x="48030" y="11345"/>
                  <a:pt x="73370" y="0"/>
                  <a:pt x="101359" y="0"/>
                </a:cubicBezTo>
                <a:lnTo>
                  <a:pt x="506782" y="0"/>
                </a:lnTo>
                <a:lnTo>
                  <a:pt x="542085" y="7127"/>
                </a:lnTo>
                <a:lnTo>
                  <a:pt x="7127" y="542085"/>
                </a:lnTo>
                <a:lnTo>
                  <a:pt x="0" y="506782"/>
                </a:lnTo>
                <a:lnTo>
                  <a:pt x="0" y="101359"/>
                </a:lnTo>
                <a:cubicBezTo>
                  <a:pt x="0" y="73369"/>
                  <a:pt x="11345" y="48029"/>
                  <a:pt x="29688" y="29687"/>
                </a:cubicBezTo>
                <a:close/>
              </a:path>
            </a:pathLst>
          </a:cu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Arial" panose="020B0604020202020204"/>
              <a:ea typeface="微软雅黑" panose="020B0503020204020204" charset="-122"/>
              <a:cs typeface="+mn-cs"/>
            </a:endParaRPr>
          </a:p>
        </p:txBody>
      </p:sp>
      <p:sp>
        <p:nvSpPr>
          <p:cNvPr id="15" name="任意多边形: 形状 138"/>
          <p:cNvSpPr/>
          <p:nvPr/>
        </p:nvSpPr>
        <p:spPr>
          <a:xfrm rot="2700000">
            <a:off x="10688014" y="807057"/>
            <a:ext cx="433056" cy="433056"/>
          </a:xfrm>
          <a:custGeom>
            <a:avLst/>
            <a:gdLst>
              <a:gd name="connsiteX0" fmla="*/ 29688 w 542085"/>
              <a:gd name="connsiteY0" fmla="*/ 29687 h 542085"/>
              <a:gd name="connsiteX1" fmla="*/ 101359 w 542085"/>
              <a:gd name="connsiteY1" fmla="*/ 0 h 542085"/>
              <a:gd name="connsiteX2" fmla="*/ 506782 w 542085"/>
              <a:gd name="connsiteY2" fmla="*/ 0 h 542085"/>
              <a:gd name="connsiteX3" fmla="*/ 542085 w 542085"/>
              <a:gd name="connsiteY3" fmla="*/ 7127 h 542085"/>
              <a:gd name="connsiteX4" fmla="*/ 7127 w 542085"/>
              <a:gd name="connsiteY4" fmla="*/ 542085 h 542085"/>
              <a:gd name="connsiteX5" fmla="*/ 0 w 542085"/>
              <a:gd name="connsiteY5" fmla="*/ 506782 h 542085"/>
              <a:gd name="connsiteX6" fmla="*/ 0 w 542085"/>
              <a:gd name="connsiteY6" fmla="*/ 101359 h 542085"/>
              <a:gd name="connsiteX7" fmla="*/ 29688 w 542085"/>
              <a:gd name="connsiteY7" fmla="*/ 29687 h 542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2085" h="542085">
                <a:moveTo>
                  <a:pt x="29688" y="29687"/>
                </a:moveTo>
                <a:cubicBezTo>
                  <a:pt x="48030" y="11345"/>
                  <a:pt x="73370" y="0"/>
                  <a:pt x="101359" y="0"/>
                </a:cubicBezTo>
                <a:lnTo>
                  <a:pt x="506782" y="0"/>
                </a:lnTo>
                <a:lnTo>
                  <a:pt x="542085" y="7127"/>
                </a:lnTo>
                <a:lnTo>
                  <a:pt x="7127" y="542085"/>
                </a:lnTo>
                <a:lnTo>
                  <a:pt x="0" y="506782"/>
                </a:lnTo>
                <a:lnTo>
                  <a:pt x="0" y="101359"/>
                </a:lnTo>
                <a:cubicBezTo>
                  <a:pt x="0" y="73369"/>
                  <a:pt x="11345" y="48029"/>
                  <a:pt x="29688" y="29687"/>
                </a:cubicBezTo>
                <a:close/>
              </a:path>
            </a:pathLst>
          </a:cu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Arial" panose="020B0604020202020204"/>
              <a:ea typeface="微软雅黑" panose="020B0503020204020204" charset="-122"/>
              <a:cs typeface="+mn-cs"/>
            </a:endParaRPr>
          </a:p>
        </p:txBody>
      </p:sp>
      <p:sp>
        <p:nvSpPr>
          <p:cNvPr id="16" name="任意多边形: 形状 139"/>
          <p:cNvSpPr/>
          <p:nvPr/>
        </p:nvSpPr>
        <p:spPr>
          <a:xfrm rot="2700000">
            <a:off x="11139835" y="807057"/>
            <a:ext cx="433056" cy="433056"/>
          </a:xfrm>
          <a:custGeom>
            <a:avLst/>
            <a:gdLst>
              <a:gd name="connsiteX0" fmla="*/ 29688 w 542085"/>
              <a:gd name="connsiteY0" fmla="*/ 29687 h 542085"/>
              <a:gd name="connsiteX1" fmla="*/ 101359 w 542085"/>
              <a:gd name="connsiteY1" fmla="*/ 0 h 542085"/>
              <a:gd name="connsiteX2" fmla="*/ 506782 w 542085"/>
              <a:gd name="connsiteY2" fmla="*/ 0 h 542085"/>
              <a:gd name="connsiteX3" fmla="*/ 542085 w 542085"/>
              <a:gd name="connsiteY3" fmla="*/ 7127 h 542085"/>
              <a:gd name="connsiteX4" fmla="*/ 7127 w 542085"/>
              <a:gd name="connsiteY4" fmla="*/ 542085 h 542085"/>
              <a:gd name="connsiteX5" fmla="*/ 0 w 542085"/>
              <a:gd name="connsiteY5" fmla="*/ 506782 h 542085"/>
              <a:gd name="connsiteX6" fmla="*/ 0 w 542085"/>
              <a:gd name="connsiteY6" fmla="*/ 101359 h 542085"/>
              <a:gd name="connsiteX7" fmla="*/ 29688 w 542085"/>
              <a:gd name="connsiteY7" fmla="*/ 29687 h 542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2085" h="542085">
                <a:moveTo>
                  <a:pt x="29688" y="29687"/>
                </a:moveTo>
                <a:cubicBezTo>
                  <a:pt x="48030" y="11345"/>
                  <a:pt x="73370" y="0"/>
                  <a:pt x="101359" y="0"/>
                </a:cubicBezTo>
                <a:lnTo>
                  <a:pt x="506782" y="0"/>
                </a:lnTo>
                <a:lnTo>
                  <a:pt x="542085" y="7127"/>
                </a:lnTo>
                <a:lnTo>
                  <a:pt x="7127" y="542085"/>
                </a:lnTo>
                <a:lnTo>
                  <a:pt x="0" y="506782"/>
                </a:lnTo>
                <a:lnTo>
                  <a:pt x="0" y="101359"/>
                </a:lnTo>
                <a:cubicBezTo>
                  <a:pt x="0" y="73369"/>
                  <a:pt x="11345" y="48029"/>
                  <a:pt x="29688" y="29687"/>
                </a:cubicBezTo>
                <a:close/>
              </a:path>
            </a:pathLst>
          </a:cu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Arial" panose="020B0604020202020204"/>
              <a:ea typeface="微软雅黑" panose="020B0503020204020204" charset="-122"/>
              <a:cs typeface="+mn-cs"/>
            </a:endParaRPr>
          </a:p>
        </p:txBody>
      </p:sp>
      <p:sp>
        <p:nvSpPr>
          <p:cNvPr id="13" name="文本框 135"/>
          <p:cNvSpPr txBox="1"/>
          <p:nvPr/>
        </p:nvSpPr>
        <p:spPr>
          <a:xfrm>
            <a:off x="1403349" y="366923"/>
            <a:ext cx="4264309" cy="584775"/>
          </a:xfrm>
          <a:prstGeom prst="rect">
            <a:avLst/>
          </a:prstGeom>
          <a:noFill/>
        </p:spPr>
        <p:txBody>
          <a:bodyPr wrap="none" rtlCol="0">
            <a:spAutoFit/>
            <a:scene3d>
              <a:camera prst="orthographicFront"/>
              <a:lightRig rig="threePt" dir="t"/>
            </a:scene3d>
            <a:sp3d contourW="6350"/>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chemeClr val="bg1"/>
                </a:solidFill>
                <a:effectLst/>
                <a:uLnTx/>
                <a:uFillTx/>
                <a:latin typeface="Arial" panose="020B0604020202020204"/>
                <a:ea typeface="微软雅黑" panose="020B0503020204020204" charset="-122"/>
                <a:cs typeface="+mn-cs"/>
              </a:rPr>
              <a:t>5.5  </a:t>
            </a:r>
            <a:r>
              <a:rPr kumimoji="0" lang="zh-CN" altLang="en-US" sz="3200" b="1" i="0" u="none" strike="noStrike" kern="1200" cap="none" spc="0" normalizeH="0" baseline="0" noProof="0" dirty="0">
                <a:ln>
                  <a:noFill/>
                </a:ln>
                <a:solidFill>
                  <a:schemeClr val="bg1"/>
                </a:solidFill>
                <a:effectLst/>
                <a:uLnTx/>
                <a:uFillTx/>
                <a:latin typeface="Arial" panose="020B0604020202020204"/>
                <a:ea typeface="微软雅黑" panose="020B0503020204020204" charset="-122"/>
                <a:cs typeface="+mn-cs"/>
              </a:rPr>
              <a:t>隐函数的求导法则</a:t>
            </a:r>
            <a:endParaRPr kumimoji="0" lang="zh-CN" altLang="en-US" sz="3200" b="1" i="0" u="none" strike="noStrike" kern="1200" cap="none" spc="0" normalizeH="0" baseline="0" noProof="0" dirty="0">
              <a:ln>
                <a:noFill/>
              </a:ln>
              <a:solidFill>
                <a:schemeClr val="bg1"/>
              </a:solidFill>
              <a:effectLst/>
              <a:uLnTx/>
              <a:uFillTx/>
              <a:latin typeface="Arial" panose="020B0604020202020204"/>
              <a:ea typeface="微软雅黑" panose="020B0503020204020204" charset="-122"/>
              <a:cs typeface="+mn-cs"/>
            </a:endParaRPr>
          </a:p>
        </p:txBody>
      </p:sp>
      <p:pic>
        <p:nvPicPr>
          <p:cNvPr id="18" name="图片 17"/>
          <p:cNvPicPr>
            <a:picLocks noChangeAspect="1"/>
          </p:cNvPicPr>
          <p:nvPr/>
        </p:nvPicPr>
        <p:blipFill>
          <a:blip r:embed="rId2"/>
          <a:stretch>
            <a:fillRect/>
          </a:stretch>
        </p:blipFill>
        <p:spPr>
          <a:xfrm>
            <a:off x="3432175" y="4869180"/>
            <a:ext cx="3209290" cy="1697355"/>
          </a:xfrm>
          <a:prstGeom prst="rect">
            <a:avLst/>
          </a:prstGeom>
        </p:spPr>
      </p:pic>
    </p:spTree>
  </p:cSld>
  <p:clrMapOvr>
    <a:masterClrMapping/>
  </p:clrMapOvr>
  <p:transition spd="slow">
    <p:pull/>
  </p:transition>
</p:sld>
</file>

<file path=ppt/slides/slide75.xml><?xml version="1.0" encoding="utf-8"?>
<p:sld xmlns:a="http://schemas.openxmlformats.org/drawingml/2006/main" xmlns:r="http://schemas.openxmlformats.org/officeDocument/2006/relationships" xmlns:p="http://schemas.openxmlformats.org/presentationml/2006/main">
  <p:cSld>
    <p:bg>
      <p:bgPr>
        <a:gradFill>
          <a:gsLst>
            <a:gs pos="0">
              <a:srgbClr val="0D1B2A"/>
            </a:gs>
            <a:gs pos="60000">
              <a:srgbClr val="1B263B"/>
            </a:gs>
            <a:gs pos="100000">
              <a:srgbClr val="102A43"/>
            </a:gs>
          </a:gsLst>
          <a:lin ang="2700000" scaled="0"/>
        </a:gradFill>
        <a:effectLst/>
      </p:bgPr>
    </p:bg>
    <p:spTree>
      <p:nvGrpSpPr>
        <p:cNvPr id="1" name=""/>
        <p:cNvGrpSpPr/>
        <p:nvPr/>
      </p:nvGrpSpPr>
      <p:grpSpPr>
        <a:xfrm>
          <a:off x="0" y="0"/>
          <a:ext cx="0" cy="0"/>
          <a:chOff x="0" y="0"/>
          <a:chExt cx="0" cy="0"/>
        </a:xfrm>
      </p:grpSpPr>
      <p:sp>
        <p:nvSpPr>
          <p:cNvPr id="7" name="矩形 6"/>
          <p:cNvSpPr/>
          <p:nvPr/>
        </p:nvSpPr>
        <p:spPr>
          <a:xfrm>
            <a:off x="592455" y="1223645"/>
            <a:ext cx="8810625" cy="4842510"/>
          </a:xfrm>
          <a:prstGeom prst="rect">
            <a:avLst/>
          </a:prstGeom>
          <a:noFill/>
          <a:ln w="28575">
            <a:solidFill>
              <a:srgbClr val="0070C0"/>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8" name="文本框 7"/>
          <p:cNvSpPr txBox="1"/>
          <p:nvPr/>
        </p:nvSpPr>
        <p:spPr>
          <a:xfrm>
            <a:off x="750570" y="1289685"/>
            <a:ext cx="10068560" cy="2280285"/>
          </a:xfrm>
          <a:prstGeom prst="rect">
            <a:avLst/>
          </a:prstGeom>
          <a:noFill/>
        </p:spPr>
        <p:txBody>
          <a:bodyPr wrap="square" rtlCol="0">
            <a:noAutofit/>
          </a:bodyPr>
          <a:lstStyle/>
          <a:p>
            <a:pPr lvl="0">
              <a:lnSpc>
                <a:spcPct val="150000"/>
              </a:lnSpc>
              <a:spcBef>
                <a:spcPct val="0"/>
              </a:spcBef>
            </a:pPr>
            <a:r>
              <a:rPr lang="en-US" altLang="zh-CN" sz="2400" b="1" dirty="0">
                <a:solidFill>
                  <a:schemeClr val="bg1"/>
                </a:solidFill>
                <a:latin typeface="微软雅黑" panose="020B0503020204020204" charset="-122"/>
                <a:ea typeface="微软雅黑" panose="020B0503020204020204" charset="-122"/>
              </a:rPr>
              <a:t>1</a:t>
            </a:r>
            <a:r>
              <a:rPr lang="zh-CN" altLang="en-US" sz="2400" b="1" dirty="0">
                <a:solidFill>
                  <a:schemeClr val="bg1"/>
                </a:solidFill>
                <a:latin typeface="微软雅黑" panose="020B0503020204020204" charset="-122"/>
                <a:ea typeface="微软雅黑" panose="020B0503020204020204" charset="-122"/>
              </a:rPr>
              <a:t>.</a:t>
            </a:r>
            <a:r>
              <a:rPr lang="zh-CN" altLang="en-US" sz="2400" b="1" dirty="0">
                <a:solidFill>
                  <a:schemeClr val="bg1"/>
                </a:solidFill>
                <a:latin typeface="Times New Roman" panose="02020603050405020304" pitchFamily="18" charset="0"/>
                <a:ea typeface="楷体" panose="02010609060101010101" pitchFamily="49" charset="-122"/>
              </a:rPr>
              <a:t>定理</a:t>
            </a:r>
            <a:r>
              <a:rPr lang="en-US" altLang="zh-CN" sz="2400" b="1" dirty="0">
                <a:solidFill>
                  <a:schemeClr val="bg1"/>
                </a:solidFill>
                <a:latin typeface="Times New Roman" panose="02020603050405020304" pitchFamily="18" charset="0"/>
                <a:ea typeface="楷体" panose="02010609060101010101" pitchFamily="49" charset="-122"/>
              </a:rPr>
              <a:t> </a:t>
            </a:r>
            <a:r>
              <a:rPr lang="zh-CN" altLang="en-US" sz="2400" b="1" dirty="0">
                <a:solidFill>
                  <a:schemeClr val="bg1"/>
                </a:solidFill>
                <a:latin typeface="Times New Roman" panose="02020603050405020304" pitchFamily="18" charset="0"/>
                <a:ea typeface="楷体" panose="02010609060101010101" pitchFamily="49" charset="-122"/>
              </a:rPr>
              <a:t>（极值存在的充分条件）</a:t>
            </a:r>
            <a:endParaRPr lang="en-US" altLang="zh-CN" sz="2400" b="1" dirty="0">
              <a:solidFill>
                <a:schemeClr val="bg1"/>
              </a:solidFill>
              <a:latin typeface="Times New Roman" panose="02020603050405020304" pitchFamily="18" charset="0"/>
              <a:ea typeface="楷体" panose="02010609060101010101" pitchFamily="49" charset="-122"/>
            </a:endParaRPr>
          </a:p>
          <a:p>
            <a:pPr lvl="0">
              <a:lnSpc>
                <a:spcPct val="150000"/>
              </a:lnSpc>
              <a:spcBef>
                <a:spcPct val="0"/>
              </a:spcBef>
            </a:pPr>
            <a:r>
              <a:rPr lang="en-US" altLang="zh-CN" sz="2400" b="1" dirty="0">
                <a:solidFill>
                  <a:schemeClr val="bg1"/>
                </a:solidFill>
                <a:latin typeface="Times New Roman" panose="02020603050405020304" pitchFamily="18" charset="0"/>
                <a:ea typeface="楷体" panose="02010609060101010101" pitchFamily="49" charset="-122"/>
              </a:rPr>
              <a:t>        </a:t>
            </a:r>
            <a:r>
              <a:rPr lang="zh-CN" altLang="en-US" sz="2400" b="1" dirty="0">
                <a:solidFill>
                  <a:schemeClr val="bg1"/>
                </a:solidFill>
                <a:latin typeface="Times New Roman" panose="02020603050405020304" pitchFamily="18" charset="0"/>
                <a:ea typeface="楷体" panose="02010609060101010101" pitchFamily="49" charset="-122"/>
              </a:rPr>
              <a:t>设  </a:t>
            </a:r>
            <a:r>
              <a:rPr lang="en-US" altLang="zh-CN" sz="2400" b="1" dirty="0">
                <a:solidFill>
                  <a:schemeClr val="bg1"/>
                </a:solidFill>
                <a:latin typeface="Times New Roman" panose="02020603050405020304" pitchFamily="18" charset="0"/>
                <a:ea typeface="楷体" panose="02010609060101010101" pitchFamily="49" charset="-122"/>
              </a:rPr>
              <a:t>                </a:t>
            </a:r>
            <a:r>
              <a:rPr lang="zh-CN" altLang="en-US" sz="2400" b="1" dirty="0">
                <a:solidFill>
                  <a:schemeClr val="bg1"/>
                </a:solidFill>
                <a:latin typeface="Times New Roman" panose="02020603050405020304" pitchFamily="18" charset="0"/>
                <a:ea typeface="楷体" panose="02010609060101010101" pitchFamily="49" charset="-122"/>
              </a:rPr>
              <a:t>为函数</a:t>
            </a:r>
            <a:r>
              <a:rPr lang="en-US" altLang="zh-CN" sz="2400" b="1" dirty="0">
                <a:solidFill>
                  <a:schemeClr val="bg1"/>
                </a:solidFill>
                <a:latin typeface="Times New Roman" panose="02020603050405020304" pitchFamily="18" charset="0"/>
                <a:ea typeface="楷体" panose="02010609060101010101" pitchFamily="49" charset="-122"/>
              </a:rPr>
              <a:t>                    </a:t>
            </a:r>
            <a:r>
              <a:rPr lang="zh-CN" altLang="en-US" sz="2400" b="1" dirty="0">
                <a:solidFill>
                  <a:schemeClr val="bg1"/>
                </a:solidFill>
                <a:latin typeface="Times New Roman" panose="02020603050405020304" pitchFamily="18" charset="0"/>
                <a:ea typeface="楷体" panose="02010609060101010101" pitchFamily="49" charset="-122"/>
              </a:rPr>
              <a:t>的驻点，且函数在点</a:t>
            </a:r>
            <a:r>
              <a:rPr lang="en-US" altLang="zh-CN" sz="2400" b="1" i="1" dirty="0">
                <a:solidFill>
                  <a:schemeClr val="bg1"/>
                </a:solidFill>
                <a:latin typeface="Times New Roman" panose="02020603050405020304" pitchFamily="18" charset="0"/>
                <a:ea typeface="楷体" panose="02010609060101010101" pitchFamily="49" charset="-122"/>
              </a:rPr>
              <a:t>P</a:t>
            </a:r>
            <a:r>
              <a:rPr lang="en-US" altLang="zh-CN" sz="2400" b="1" baseline="-25000" dirty="0">
                <a:solidFill>
                  <a:schemeClr val="bg1"/>
                </a:solidFill>
                <a:latin typeface="Times New Roman" panose="02020603050405020304" pitchFamily="18" charset="0"/>
                <a:ea typeface="楷体" panose="02010609060101010101" pitchFamily="49" charset="-122"/>
              </a:rPr>
              <a:t>0 </a:t>
            </a:r>
            <a:r>
              <a:rPr lang="zh-CN" altLang="en-US" sz="2400" b="1" dirty="0">
                <a:solidFill>
                  <a:schemeClr val="bg1"/>
                </a:solidFill>
                <a:latin typeface="Times New Roman" panose="02020603050405020304" pitchFamily="18" charset="0"/>
                <a:ea typeface="楷体" panose="02010609060101010101" pitchFamily="49" charset="-122"/>
              </a:rPr>
              <a:t>的某邻域内二阶偏导数连续。令</a:t>
            </a:r>
            <a:endParaRPr lang="en-US" altLang="zh-CN" sz="2400" b="1" dirty="0">
              <a:solidFill>
                <a:schemeClr val="bg1"/>
              </a:solidFill>
              <a:latin typeface="Times New Roman" panose="02020603050405020304" pitchFamily="18" charset="0"/>
              <a:ea typeface="楷体" panose="02010609060101010101" pitchFamily="49" charset="-122"/>
            </a:endParaRPr>
          </a:p>
          <a:p>
            <a:pPr lvl="0">
              <a:lnSpc>
                <a:spcPct val="150000"/>
              </a:lnSpc>
              <a:spcBef>
                <a:spcPct val="0"/>
              </a:spcBef>
            </a:pPr>
            <a:r>
              <a:rPr lang="en-US" altLang="zh-CN" sz="2000" b="1" dirty="0">
                <a:solidFill>
                  <a:schemeClr val="bg1"/>
                </a:solidFill>
                <a:latin typeface="Times New Roman" panose="02020603050405020304" pitchFamily="18" charset="0"/>
                <a:ea typeface="楷体" panose="02010609060101010101" pitchFamily="49" charset="-122"/>
              </a:rPr>
              <a:t>                              </a:t>
            </a:r>
            <a:r>
              <a:rPr lang="zh-CN" altLang="en-US" sz="2000" b="1" dirty="0">
                <a:solidFill>
                  <a:schemeClr val="bg1"/>
                </a:solidFill>
                <a:latin typeface="Times New Roman" panose="02020603050405020304" pitchFamily="18" charset="0"/>
                <a:ea typeface="楷体" panose="02010609060101010101" pitchFamily="49" charset="-122"/>
              </a:rPr>
              <a:t>，</a:t>
            </a:r>
            <a:r>
              <a:rPr lang="en-US" altLang="zh-CN" sz="2000" b="1" dirty="0">
                <a:solidFill>
                  <a:schemeClr val="bg1"/>
                </a:solidFill>
                <a:latin typeface="Times New Roman" panose="02020603050405020304" pitchFamily="18" charset="0"/>
                <a:ea typeface="楷体" panose="02010609060101010101" pitchFamily="49" charset="-122"/>
              </a:rPr>
              <a:t>                        </a:t>
            </a:r>
            <a:r>
              <a:rPr lang="zh-CN" altLang="en-US" sz="2000" b="1" dirty="0">
                <a:solidFill>
                  <a:schemeClr val="bg1"/>
                </a:solidFill>
                <a:latin typeface="Times New Roman" panose="02020603050405020304" pitchFamily="18" charset="0"/>
                <a:ea typeface="楷体" panose="02010609060101010101" pitchFamily="49" charset="-122"/>
              </a:rPr>
              <a:t>，</a:t>
            </a:r>
            <a:r>
              <a:rPr lang="en-US" altLang="zh-CN" sz="2000" b="1" dirty="0">
                <a:solidFill>
                  <a:schemeClr val="bg1"/>
                </a:solidFill>
                <a:latin typeface="Times New Roman" panose="02020603050405020304" pitchFamily="18" charset="0"/>
                <a:ea typeface="楷体" panose="02010609060101010101" pitchFamily="49" charset="-122"/>
              </a:rPr>
              <a:t>                         </a:t>
            </a:r>
            <a:endParaRPr lang="en-US" altLang="zh-CN" sz="2000" b="1" dirty="0">
              <a:solidFill>
                <a:schemeClr val="bg1"/>
              </a:solidFill>
              <a:latin typeface="微软雅黑" panose="020B0503020204020204" charset="-122"/>
              <a:ea typeface="微软雅黑" panose="020B0503020204020204" charset="-122"/>
            </a:endParaRPr>
          </a:p>
        </p:txBody>
      </p:sp>
      <p:sp>
        <p:nvSpPr>
          <p:cNvPr id="11" name="矩形: 圆角 133"/>
          <p:cNvSpPr/>
          <p:nvPr/>
        </p:nvSpPr>
        <p:spPr>
          <a:xfrm rot="2700000">
            <a:off x="481528" y="324463"/>
            <a:ext cx="608141" cy="608141"/>
          </a:xfrm>
          <a:prstGeom prst="roundRect">
            <a:avLst/>
          </a:prstGeom>
          <a:solidFill>
            <a:schemeClr val="accent1"/>
          </a:solidFill>
          <a:ln w="38100">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Arial" panose="020B0604020202020204"/>
              <a:ea typeface="微软雅黑" panose="020B0503020204020204" charset="-122"/>
              <a:cs typeface="+mn-cs"/>
            </a:endParaRPr>
          </a:p>
        </p:txBody>
      </p:sp>
      <p:cxnSp>
        <p:nvCxnSpPr>
          <p:cNvPr id="12" name="直接连接符 11"/>
          <p:cNvCxnSpPr/>
          <p:nvPr/>
        </p:nvCxnSpPr>
        <p:spPr>
          <a:xfrm>
            <a:off x="1046328" y="1023585"/>
            <a:ext cx="11145672"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4" name="任意多边形: 形状 137"/>
          <p:cNvSpPr/>
          <p:nvPr/>
        </p:nvSpPr>
        <p:spPr>
          <a:xfrm rot="2700000">
            <a:off x="10236192" y="807057"/>
            <a:ext cx="433056" cy="433056"/>
          </a:xfrm>
          <a:custGeom>
            <a:avLst/>
            <a:gdLst>
              <a:gd name="connsiteX0" fmla="*/ 29688 w 542085"/>
              <a:gd name="connsiteY0" fmla="*/ 29687 h 542085"/>
              <a:gd name="connsiteX1" fmla="*/ 101359 w 542085"/>
              <a:gd name="connsiteY1" fmla="*/ 0 h 542085"/>
              <a:gd name="connsiteX2" fmla="*/ 506782 w 542085"/>
              <a:gd name="connsiteY2" fmla="*/ 0 h 542085"/>
              <a:gd name="connsiteX3" fmla="*/ 542085 w 542085"/>
              <a:gd name="connsiteY3" fmla="*/ 7127 h 542085"/>
              <a:gd name="connsiteX4" fmla="*/ 7127 w 542085"/>
              <a:gd name="connsiteY4" fmla="*/ 542085 h 542085"/>
              <a:gd name="connsiteX5" fmla="*/ 0 w 542085"/>
              <a:gd name="connsiteY5" fmla="*/ 506782 h 542085"/>
              <a:gd name="connsiteX6" fmla="*/ 0 w 542085"/>
              <a:gd name="connsiteY6" fmla="*/ 101359 h 542085"/>
              <a:gd name="connsiteX7" fmla="*/ 29688 w 542085"/>
              <a:gd name="connsiteY7" fmla="*/ 29687 h 542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2085" h="542085">
                <a:moveTo>
                  <a:pt x="29688" y="29687"/>
                </a:moveTo>
                <a:cubicBezTo>
                  <a:pt x="48030" y="11345"/>
                  <a:pt x="73370" y="0"/>
                  <a:pt x="101359" y="0"/>
                </a:cubicBezTo>
                <a:lnTo>
                  <a:pt x="506782" y="0"/>
                </a:lnTo>
                <a:lnTo>
                  <a:pt x="542085" y="7127"/>
                </a:lnTo>
                <a:lnTo>
                  <a:pt x="7127" y="542085"/>
                </a:lnTo>
                <a:lnTo>
                  <a:pt x="0" y="506782"/>
                </a:lnTo>
                <a:lnTo>
                  <a:pt x="0" y="101359"/>
                </a:lnTo>
                <a:cubicBezTo>
                  <a:pt x="0" y="73369"/>
                  <a:pt x="11345" y="48029"/>
                  <a:pt x="29688" y="29687"/>
                </a:cubicBezTo>
                <a:close/>
              </a:path>
            </a:pathLst>
          </a:cu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Arial" panose="020B0604020202020204"/>
              <a:ea typeface="微软雅黑" panose="020B0503020204020204" charset="-122"/>
              <a:cs typeface="+mn-cs"/>
            </a:endParaRPr>
          </a:p>
        </p:txBody>
      </p:sp>
      <p:sp>
        <p:nvSpPr>
          <p:cNvPr id="15" name="任意多边形: 形状 138"/>
          <p:cNvSpPr/>
          <p:nvPr/>
        </p:nvSpPr>
        <p:spPr>
          <a:xfrm rot="2700000">
            <a:off x="10688014" y="807057"/>
            <a:ext cx="433056" cy="433056"/>
          </a:xfrm>
          <a:custGeom>
            <a:avLst/>
            <a:gdLst>
              <a:gd name="connsiteX0" fmla="*/ 29688 w 542085"/>
              <a:gd name="connsiteY0" fmla="*/ 29687 h 542085"/>
              <a:gd name="connsiteX1" fmla="*/ 101359 w 542085"/>
              <a:gd name="connsiteY1" fmla="*/ 0 h 542085"/>
              <a:gd name="connsiteX2" fmla="*/ 506782 w 542085"/>
              <a:gd name="connsiteY2" fmla="*/ 0 h 542085"/>
              <a:gd name="connsiteX3" fmla="*/ 542085 w 542085"/>
              <a:gd name="connsiteY3" fmla="*/ 7127 h 542085"/>
              <a:gd name="connsiteX4" fmla="*/ 7127 w 542085"/>
              <a:gd name="connsiteY4" fmla="*/ 542085 h 542085"/>
              <a:gd name="connsiteX5" fmla="*/ 0 w 542085"/>
              <a:gd name="connsiteY5" fmla="*/ 506782 h 542085"/>
              <a:gd name="connsiteX6" fmla="*/ 0 w 542085"/>
              <a:gd name="connsiteY6" fmla="*/ 101359 h 542085"/>
              <a:gd name="connsiteX7" fmla="*/ 29688 w 542085"/>
              <a:gd name="connsiteY7" fmla="*/ 29687 h 542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2085" h="542085">
                <a:moveTo>
                  <a:pt x="29688" y="29687"/>
                </a:moveTo>
                <a:cubicBezTo>
                  <a:pt x="48030" y="11345"/>
                  <a:pt x="73370" y="0"/>
                  <a:pt x="101359" y="0"/>
                </a:cubicBezTo>
                <a:lnTo>
                  <a:pt x="506782" y="0"/>
                </a:lnTo>
                <a:lnTo>
                  <a:pt x="542085" y="7127"/>
                </a:lnTo>
                <a:lnTo>
                  <a:pt x="7127" y="542085"/>
                </a:lnTo>
                <a:lnTo>
                  <a:pt x="0" y="506782"/>
                </a:lnTo>
                <a:lnTo>
                  <a:pt x="0" y="101359"/>
                </a:lnTo>
                <a:cubicBezTo>
                  <a:pt x="0" y="73369"/>
                  <a:pt x="11345" y="48029"/>
                  <a:pt x="29688" y="29687"/>
                </a:cubicBezTo>
                <a:close/>
              </a:path>
            </a:pathLst>
          </a:cu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Arial" panose="020B0604020202020204"/>
              <a:ea typeface="微软雅黑" panose="020B0503020204020204" charset="-122"/>
              <a:cs typeface="+mn-cs"/>
            </a:endParaRPr>
          </a:p>
        </p:txBody>
      </p:sp>
      <p:sp>
        <p:nvSpPr>
          <p:cNvPr id="16" name="任意多边形: 形状 139"/>
          <p:cNvSpPr/>
          <p:nvPr/>
        </p:nvSpPr>
        <p:spPr>
          <a:xfrm rot="2700000">
            <a:off x="11139835" y="807057"/>
            <a:ext cx="433056" cy="433056"/>
          </a:xfrm>
          <a:custGeom>
            <a:avLst/>
            <a:gdLst>
              <a:gd name="connsiteX0" fmla="*/ 29688 w 542085"/>
              <a:gd name="connsiteY0" fmla="*/ 29687 h 542085"/>
              <a:gd name="connsiteX1" fmla="*/ 101359 w 542085"/>
              <a:gd name="connsiteY1" fmla="*/ 0 h 542085"/>
              <a:gd name="connsiteX2" fmla="*/ 506782 w 542085"/>
              <a:gd name="connsiteY2" fmla="*/ 0 h 542085"/>
              <a:gd name="connsiteX3" fmla="*/ 542085 w 542085"/>
              <a:gd name="connsiteY3" fmla="*/ 7127 h 542085"/>
              <a:gd name="connsiteX4" fmla="*/ 7127 w 542085"/>
              <a:gd name="connsiteY4" fmla="*/ 542085 h 542085"/>
              <a:gd name="connsiteX5" fmla="*/ 0 w 542085"/>
              <a:gd name="connsiteY5" fmla="*/ 506782 h 542085"/>
              <a:gd name="connsiteX6" fmla="*/ 0 w 542085"/>
              <a:gd name="connsiteY6" fmla="*/ 101359 h 542085"/>
              <a:gd name="connsiteX7" fmla="*/ 29688 w 542085"/>
              <a:gd name="connsiteY7" fmla="*/ 29687 h 542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2085" h="542085">
                <a:moveTo>
                  <a:pt x="29688" y="29687"/>
                </a:moveTo>
                <a:cubicBezTo>
                  <a:pt x="48030" y="11345"/>
                  <a:pt x="73370" y="0"/>
                  <a:pt x="101359" y="0"/>
                </a:cubicBezTo>
                <a:lnTo>
                  <a:pt x="506782" y="0"/>
                </a:lnTo>
                <a:lnTo>
                  <a:pt x="542085" y="7127"/>
                </a:lnTo>
                <a:lnTo>
                  <a:pt x="7127" y="542085"/>
                </a:lnTo>
                <a:lnTo>
                  <a:pt x="0" y="506782"/>
                </a:lnTo>
                <a:lnTo>
                  <a:pt x="0" y="101359"/>
                </a:lnTo>
                <a:cubicBezTo>
                  <a:pt x="0" y="73369"/>
                  <a:pt x="11345" y="48029"/>
                  <a:pt x="29688" y="29687"/>
                </a:cubicBezTo>
                <a:close/>
              </a:path>
            </a:pathLst>
          </a:cu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Arial" panose="020B0604020202020204"/>
              <a:ea typeface="微软雅黑" panose="020B0503020204020204" charset="-122"/>
              <a:cs typeface="+mn-cs"/>
            </a:endParaRPr>
          </a:p>
        </p:txBody>
      </p:sp>
      <p:sp>
        <p:nvSpPr>
          <p:cNvPr id="13" name="文本框 135"/>
          <p:cNvSpPr txBox="1"/>
          <p:nvPr/>
        </p:nvSpPr>
        <p:spPr>
          <a:xfrm>
            <a:off x="1403349" y="366923"/>
            <a:ext cx="3033203" cy="584775"/>
          </a:xfrm>
          <a:prstGeom prst="rect">
            <a:avLst/>
          </a:prstGeom>
          <a:noFill/>
        </p:spPr>
        <p:txBody>
          <a:bodyPr wrap="none" rtlCol="0">
            <a:spAutoFit/>
            <a:scene3d>
              <a:camera prst="orthographicFront"/>
              <a:lightRig rig="threePt" dir="t"/>
            </a:scene3d>
            <a:sp3d contourW="6350"/>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chemeClr val="bg1"/>
                </a:solidFill>
                <a:effectLst/>
                <a:uLnTx/>
                <a:uFillTx/>
                <a:latin typeface="Arial" panose="020B0604020202020204"/>
                <a:ea typeface="微软雅黑" panose="020B0503020204020204" charset="-122"/>
                <a:cs typeface="+mn-cs"/>
              </a:rPr>
              <a:t>5.6  </a:t>
            </a:r>
            <a:r>
              <a:rPr kumimoji="0" lang="zh-CN" altLang="en-US" sz="3200" b="1" i="0" u="none" strike="noStrike" kern="1200" cap="none" spc="0" normalizeH="0" baseline="0" noProof="0" dirty="0">
                <a:ln>
                  <a:noFill/>
                </a:ln>
                <a:solidFill>
                  <a:schemeClr val="bg1"/>
                </a:solidFill>
                <a:effectLst/>
                <a:uLnTx/>
                <a:uFillTx/>
                <a:latin typeface="Arial" panose="020B0604020202020204"/>
                <a:ea typeface="微软雅黑" panose="020B0503020204020204" charset="-122"/>
                <a:cs typeface="+mn-cs"/>
              </a:rPr>
              <a:t>无条件极值</a:t>
            </a:r>
            <a:endParaRPr kumimoji="0" lang="zh-CN" altLang="en-US" sz="3200" b="1" i="0" u="none" strike="noStrike" kern="1200" cap="none" spc="0" normalizeH="0" baseline="0" noProof="0" dirty="0">
              <a:ln>
                <a:noFill/>
              </a:ln>
              <a:solidFill>
                <a:schemeClr val="bg1"/>
              </a:solidFill>
              <a:effectLst/>
              <a:uLnTx/>
              <a:uFillTx/>
              <a:latin typeface="Arial" panose="020B0604020202020204"/>
              <a:ea typeface="微软雅黑" panose="020B0503020204020204" charset="-122"/>
              <a:cs typeface="+mn-cs"/>
            </a:endParaRPr>
          </a:p>
        </p:txBody>
      </p:sp>
      <mc:AlternateContent xmlns:mc="http://schemas.openxmlformats.org/markup-compatibility/2006">
        <mc:Choice xmlns:a14="http://schemas.microsoft.com/office/drawing/2010/main" Requires="a14">
          <p:sp>
            <p:nvSpPr>
              <p:cNvPr id="2" name="对象 19"/>
              <p:cNvSpPr txBox="1"/>
              <p:nvPr/>
            </p:nvSpPr>
            <p:spPr>
              <a:xfrm>
                <a:off x="1847850" y="1988503"/>
                <a:ext cx="1193800" cy="393700"/>
              </a:xfrm>
              <a:prstGeom prst="rect">
                <a:avLst/>
              </a:prstGeom>
              <a:noFill/>
              <a:ln w="38100">
                <a:noFill/>
                <a:miter/>
              </a:ln>
            </p:spPr>
            <p:txBody>
              <a:bodyPr>
                <a:normAutofit fontScale="85000" lnSpcReduction="10000"/>
              </a:bodyPr>
              <a:lstStyle/>
              <a:p>
                <a14:m>
                  <m:oMathPara xmlns:m="http://schemas.openxmlformats.org/officeDocument/2006/math">
                    <m:oMathParaPr>
                      <m:jc m:val="left"/>
                    </m:oMathParaPr>
                    <m:oMath xmlns:m="http://schemas.openxmlformats.org/officeDocument/2006/math">
                      <m:sSub>
                        <m:sSubPr>
                          <m:ctrlPr>
                            <a:rPr lang="zh-CN" altLang="en-US" i="1" smtClean="0">
                              <a:solidFill>
                                <a:schemeClr val="bg1"/>
                              </a:solidFill>
                              <a:latin typeface="Cambria Math" panose="02040503050406030204" pitchFamily="18" charset="0"/>
                            </a:rPr>
                          </m:ctrlPr>
                        </m:sSubPr>
                        <m:e>
                          <m:r>
                            <a:rPr lang="zh-CN" altLang="en-US" i="1">
                              <a:solidFill>
                                <a:schemeClr val="bg1"/>
                              </a:solidFill>
                              <a:latin typeface="Cambria Math" panose="02040503050406030204" pitchFamily="18" charset="0"/>
                            </a:rPr>
                            <m:t>𝑃</m:t>
                          </m:r>
                        </m:e>
                        <m:sub>
                          <m:r>
                            <a:rPr lang="zh-CN" altLang="en-US" i="1">
                              <a:solidFill>
                                <a:schemeClr val="bg1"/>
                              </a:solidFill>
                              <a:latin typeface="Cambria Math" panose="02040503050406030204" pitchFamily="18" charset="0"/>
                            </a:rPr>
                            <m:t>0</m:t>
                          </m:r>
                        </m:sub>
                      </m:sSub>
                      <m:d>
                        <m:dPr>
                          <m:ctrlPr>
                            <a:rPr lang="zh-CN" altLang="en-US" i="1">
                              <a:solidFill>
                                <a:schemeClr val="bg1"/>
                              </a:solidFill>
                              <a:latin typeface="Cambria Math" panose="02040503050406030204" pitchFamily="18" charset="0"/>
                            </a:rPr>
                          </m:ctrlPr>
                        </m:dPr>
                        <m:e>
                          <m:sSub>
                            <m:sSubPr>
                              <m:ctrlPr>
                                <a:rPr lang="zh-CN" altLang="en-US" i="1">
                                  <a:solidFill>
                                    <a:schemeClr val="bg1"/>
                                  </a:solidFill>
                                  <a:latin typeface="Cambria Math" panose="02040503050406030204" pitchFamily="18" charset="0"/>
                                </a:rPr>
                              </m:ctrlPr>
                            </m:sSubPr>
                            <m:e>
                              <m:r>
                                <a:rPr lang="zh-CN" altLang="en-US" i="1">
                                  <a:solidFill>
                                    <a:schemeClr val="bg1"/>
                                  </a:solidFill>
                                  <a:latin typeface="Cambria Math" panose="02040503050406030204" pitchFamily="18" charset="0"/>
                                </a:rPr>
                                <m:t>𝑥</m:t>
                              </m:r>
                            </m:e>
                            <m:sub>
                              <m:r>
                                <a:rPr lang="zh-CN" altLang="en-US" i="1">
                                  <a:solidFill>
                                    <a:schemeClr val="bg1"/>
                                  </a:solidFill>
                                  <a:latin typeface="Cambria Math" panose="02040503050406030204" pitchFamily="18" charset="0"/>
                                </a:rPr>
                                <m:t>0</m:t>
                              </m:r>
                            </m:sub>
                          </m:sSub>
                          <m:r>
                            <a:rPr lang="zh-CN" altLang="en-US" i="1">
                              <a:solidFill>
                                <a:schemeClr val="bg1"/>
                              </a:solidFill>
                              <a:latin typeface="Cambria Math" panose="02040503050406030204" pitchFamily="18" charset="0"/>
                            </a:rPr>
                            <m:t> </m:t>
                          </m:r>
                          <m:r>
                            <a:rPr lang="zh-CN" altLang="en-US" i="1">
                              <a:solidFill>
                                <a:schemeClr val="bg1"/>
                              </a:solidFill>
                              <a:latin typeface="Cambria Math" panose="02040503050406030204" pitchFamily="18" charset="0"/>
                            </a:rPr>
                            <m:t>，</m:t>
                          </m:r>
                          <m:r>
                            <a:rPr lang="zh-CN" altLang="en-US" i="1">
                              <a:solidFill>
                                <a:schemeClr val="bg1"/>
                              </a:solidFill>
                              <a:latin typeface="Cambria Math" panose="02040503050406030204" pitchFamily="18" charset="0"/>
                            </a:rPr>
                            <m:t> </m:t>
                          </m:r>
                          <m:sSub>
                            <m:sSubPr>
                              <m:ctrlPr>
                                <a:rPr lang="zh-CN" altLang="en-US" i="1">
                                  <a:solidFill>
                                    <a:schemeClr val="bg1"/>
                                  </a:solidFill>
                                  <a:latin typeface="Cambria Math" panose="02040503050406030204" pitchFamily="18" charset="0"/>
                                </a:rPr>
                              </m:ctrlPr>
                            </m:sSubPr>
                            <m:e>
                              <m:r>
                                <a:rPr lang="zh-CN" altLang="en-US" i="1">
                                  <a:solidFill>
                                    <a:schemeClr val="bg1"/>
                                  </a:solidFill>
                                  <a:latin typeface="Cambria Math" panose="02040503050406030204" pitchFamily="18" charset="0"/>
                                </a:rPr>
                                <m:t>𝑦</m:t>
                              </m:r>
                            </m:e>
                            <m:sub>
                              <m:r>
                                <a:rPr lang="zh-CN" altLang="en-US" i="1">
                                  <a:solidFill>
                                    <a:schemeClr val="bg1"/>
                                  </a:solidFill>
                                  <a:latin typeface="Cambria Math" panose="02040503050406030204" pitchFamily="18" charset="0"/>
                                </a:rPr>
                                <m:t>0</m:t>
                              </m:r>
                            </m:sub>
                          </m:sSub>
                        </m:e>
                      </m:d>
                    </m:oMath>
                  </m:oMathPara>
                </a14:m>
                <a:endParaRPr lang="zh-CN" altLang="en-US" dirty="0">
                  <a:solidFill>
                    <a:schemeClr val="bg1"/>
                  </a:solidFill>
                </a:endParaRPr>
              </a:p>
            </p:txBody>
          </p:sp>
        </mc:Choice>
        <mc:Fallback>
          <p:sp>
            <p:nvSpPr>
              <p:cNvPr id="2" name="对象 19"/>
              <p:cNvSpPr txBox="1">
                <a:spLocks noRot="1" noChangeAspect="1" noMove="1" noResize="1" noEditPoints="1" noAdjustHandles="1" noChangeArrowheads="1" noChangeShapeType="1" noTextEdit="1"/>
              </p:cNvSpPr>
              <p:nvPr/>
            </p:nvSpPr>
            <p:spPr>
              <a:xfrm>
                <a:off x="1847850" y="1988503"/>
                <a:ext cx="1193800" cy="393700"/>
              </a:xfrm>
              <a:prstGeom prst="rect">
                <a:avLst/>
              </a:prstGeom>
              <a:blipFill rotWithShape="1">
                <a:blip r:embed="rId1"/>
                <a:stretch>
                  <a:fillRect t="-81" b="81"/>
                </a:stretch>
              </a:blipFill>
              <a:ln w="38100">
                <a:noFill/>
                <a:miter/>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对象 20"/>
              <p:cNvSpPr txBox="1"/>
              <p:nvPr/>
            </p:nvSpPr>
            <p:spPr>
              <a:xfrm>
                <a:off x="4079875" y="2031683"/>
                <a:ext cx="1358900" cy="393700"/>
              </a:xfrm>
              <a:prstGeom prst="rect">
                <a:avLst/>
              </a:prstGeom>
              <a:noFill/>
              <a:ln w="38100">
                <a:noFill/>
                <a:miter/>
              </a:ln>
            </p:spPr>
            <p:txBody>
              <a:bodyPr>
                <a:normAutofit fontScale="85000" lnSpcReduction="10000"/>
              </a:bodyPr>
              <a:lstStyle/>
              <a:p>
                <a14:m>
                  <m:oMathPara xmlns:m="http://schemas.openxmlformats.org/officeDocument/2006/math">
                    <m:oMathParaPr>
                      <m:jc m:val="left"/>
                    </m:oMathParaPr>
                    <m:oMath xmlns:m="http://schemas.openxmlformats.org/officeDocument/2006/math">
                      <m:r>
                        <a:rPr lang="zh-CN" altLang="en-US" i="1" smtClean="0">
                          <a:solidFill>
                            <a:schemeClr val="bg1"/>
                          </a:solidFill>
                          <a:latin typeface="Cambria Math" panose="02040503050406030204" pitchFamily="18" charset="0"/>
                        </a:rPr>
                        <m:t>𝑧</m:t>
                      </m:r>
                      <m:r>
                        <a:rPr lang="zh-CN" altLang="en-US" i="1" smtClean="0">
                          <a:solidFill>
                            <a:schemeClr val="bg1"/>
                          </a:solidFill>
                          <a:latin typeface="Cambria Math" panose="02040503050406030204" pitchFamily="18" charset="0"/>
                        </a:rPr>
                        <m:t>=</m:t>
                      </m:r>
                      <m:r>
                        <a:rPr lang="zh-CN" altLang="en-US" i="1" smtClean="0">
                          <a:solidFill>
                            <a:schemeClr val="bg1"/>
                          </a:solidFill>
                          <a:latin typeface="Cambria Math" panose="02040503050406030204" pitchFamily="18" charset="0"/>
                        </a:rPr>
                        <m:t>𝑓</m:t>
                      </m:r>
                      <m:d>
                        <m:dPr>
                          <m:ctrlPr>
                            <a:rPr lang="zh-CN" altLang="en-US" i="1">
                              <a:solidFill>
                                <a:schemeClr val="bg1"/>
                              </a:solidFill>
                              <a:latin typeface="Cambria Math" panose="02040503050406030204" pitchFamily="18" charset="0"/>
                            </a:rPr>
                          </m:ctrlPr>
                        </m:dPr>
                        <m:e>
                          <m:r>
                            <a:rPr lang="zh-CN" altLang="en-US" i="1">
                              <a:solidFill>
                                <a:schemeClr val="bg1"/>
                              </a:solidFill>
                              <a:latin typeface="Cambria Math" panose="02040503050406030204" pitchFamily="18" charset="0"/>
                            </a:rPr>
                            <m:t>𝑥</m:t>
                          </m:r>
                          <m:r>
                            <a:rPr lang="zh-CN" altLang="en-US" i="1">
                              <a:solidFill>
                                <a:schemeClr val="bg1"/>
                              </a:solidFill>
                              <a:latin typeface="Cambria Math" panose="02040503050406030204" pitchFamily="18" charset="0"/>
                            </a:rPr>
                            <m:t> </m:t>
                          </m:r>
                          <m:r>
                            <a:rPr lang="zh-CN" altLang="en-US" i="1">
                              <a:solidFill>
                                <a:schemeClr val="bg1"/>
                              </a:solidFill>
                              <a:latin typeface="Cambria Math" panose="02040503050406030204" pitchFamily="18" charset="0"/>
                            </a:rPr>
                            <m:t>，</m:t>
                          </m:r>
                          <m:r>
                            <a:rPr lang="zh-CN" altLang="en-US" i="1">
                              <a:solidFill>
                                <a:schemeClr val="bg1"/>
                              </a:solidFill>
                              <a:latin typeface="Cambria Math" panose="02040503050406030204" pitchFamily="18" charset="0"/>
                            </a:rPr>
                            <m:t> </m:t>
                          </m:r>
                          <m:r>
                            <a:rPr lang="zh-CN" altLang="en-US" i="1">
                              <a:solidFill>
                                <a:schemeClr val="bg1"/>
                              </a:solidFill>
                              <a:latin typeface="Cambria Math" panose="02040503050406030204" pitchFamily="18" charset="0"/>
                            </a:rPr>
                            <m:t>𝑦</m:t>
                          </m:r>
                        </m:e>
                      </m:d>
                    </m:oMath>
                  </m:oMathPara>
                </a14:m>
                <a:endParaRPr lang="zh-CN" altLang="en-US" dirty="0">
                  <a:solidFill>
                    <a:schemeClr val="bg1"/>
                  </a:solidFill>
                </a:endParaRPr>
              </a:p>
            </p:txBody>
          </p:sp>
        </mc:Choice>
        <mc:Fallback>
          <p:sp>
            <p:nvSpPr>
              <p:cNvPr id="5" name="对象 20"/>
              <p:cNvSpPr txBox="1">
                <a:spLocks noRot="1" noChangeAspect="1" noMove="1" noResize="1" noEditPoints="1" noAdjustHandles="1" noChangeArrowheads="1" noChangeShapeType="1" noTextEdit="1"/>
              </p:cNvSpPr>
              <p:nvPr/>
            </p:nvSpPr>
            <p:spPr>
              <a:xfrm>
                <a:off x="4079875" y="2031683"/>
                <a:ext cx="1358900" cy="393700"/>
              </a:xfrm>
              <a:prstGeom prst="rect">
                <a:avLst/>
              </a:prstGeom>
              <a:blipFill rotWithShape="1">
                <a:blip r:embed="rId2"/>
                <a:stretch>
                  <a:fillRect t="-81" b="81"/>
                </a:stretch>
              </a:blipFill>
              <a:ln w="38100">
                <a:noFill/>
                <a:miter/>
              </a:ln>
            </p:spPr>
            <p:txBody>
              <a:bodyPr/>
              <a:lstStyle/>
              <a:p>
                <a:r>
                  <a:rPr lang="zh-CN" altLang="en-US">
                    <a:noFill/>
                  </a:rPr>
                  <a:t> </a:t>
                </a:r>
              </a:p>
            </p:txBody>
          </p:sp>
        </mc:Fallback>
      </mc:AlternateContent>
      <p:graphicFrame>
        <p:nvGraphicFramePr>
          <p:cNvPr id="6" name="对象 29"/>
          <p:cNvGraphicFramePr>
            <a:graphicFrameLocks noChangeAspect="1"/>
          </p:cNvGraphicFramePr>
          <p:nvPr/>
        </p:nvGraphicFramePr>
        <p:xfrm>
          <a:off x="912166" y="3040503"/>
          <a:ext cx="1739847" cy="393775"/>
        </p:xfrm>
        <a:graphic>
          <a:graphicData uri="http://schemas.openxmlformats.org/presentationml/2006/ole">
            <mc:AlternateContent xmlns:mc="http://schemas.openxmlformats.org/markup-compatibility/2006">
              <mc:Choice xmlns:v="urn:schemas-microsoft-com:vml" Requires="v">
                <p:oleObj spid="_x0000_s3" name="" r:id="rId3" imgW="1739900" imgH="393700" progId="Equation.DSMT4">
                  <p:embed/>
                </p:oleObj>
              </mc:Choice>
              <mc:Fallback>
                <p:oleObj name="" r:id="rId3" imgW="1739900" imgH="393700" progId="Equation.DSMT4">
                  <p:embed/>
                  <p:pic>
                    <p:nvPicPr>
                      <p:cNvPr id="0" name="对象 29"/>
                      <p:cNvPicPr/>
                      <p:nvPr/>
                    </p:nvPicPr>
                    <p:blipFill>
                      <a:blip r:embed="rId4"/>
                      <a:stretch>
                        <a:fillRect/>
                      </a:stretch>
                    </p:blipFill>
                    <p:spPr>
                      <a:xfrm>
                        <a:off x="912166" y="3040503"/>
                        <a:ext cx="1739847" cy="393775"/>
                      </a:xfrm>
                      <a:prstGeom prst="rect">
                        <a:avLst/>
                      </a:prstGeom>
                      <a:solidFill>
                        <a:srgbClr val="FFFF89"/>
                      </a:solidFill>
                      <a:ln w="38100">
                        <a:noFill/>
                        <a:miter/>
                      </a:ln>
                    </p:spPr>
                  </p:pic>
                </p:oleObj>
              </mc:Fallback>
            </mc:AlternateContent>
          </a:graphicData>
        </a:graphic>
      </p:graphicFrame>
      <p:graphicFrame>
        <p:nvGraphicFramePr>
          <p:cNvPr id="9" name="对象 37"/>
          <p:cNvGraphicFramePr>
            <a:graphicFrameLocks noChangeAspect="1"/>
          </p:cNvGraphicFramePr>
          <p:nvPr/>
        </p:nvGraphicFramePr>
        <p:xfrm>
          <a:off x="2894170" y="3006213"/>
          <a:ext cx="1739847" cy="406477"/>
        </p:xfrm>
        <a:graphic>
          <a:graphicData uri="http://schemas.openxmlformats.org/presentationml/2006/ole">
            <mc:AlternateContent xmlns:mc="http://schemas.openxmlformats.org/markup-compatibility/2006">
              <mc:Choice xmlns:v="urn:schemas-microsoft-com:vml" Requires="v">
                <p:oleObj spid="_x0000_s4" name="" r:id="rId5" imgW="1739900" imgH="406400" progId="Equation.DSMT4">
                  <p:embed/>
                </p:oleObj>
              </mc:Choice>
              <mc:Fallback>
                <p:oleObj name="" r:id="rId5" imgW="1739900" imgH="406400" progId="Equation.DSMT4">
                  <p:embed/>
                  <p:pic>
                    <p:nvPicPr>
                      <p:cNvPr id="0" name="对象 37"/>
                      <p:cNvPicPr/>
                      <p:nvPr/>
                    </p:nvPicPr>
                    <p:blipFill>
                      <a:blip r:embed="rId6"/>
                      <a:stretch>
                        <a:fillRect/>
                      </a:stretch>
                    </p:blipFill>
                    <p:spPr>
                      <a:xfrm>
                        <a:off x="2894170" y="3006213"/>
                        <a:ext cx="1739847" cy="406477"/>
                      </a:xfrm>
                      <a:prstGeom prst="rect">
                        <a:avLst/>
                      </a:prstGeom>
                      <a:solidFill>
                        <a:srgbClr val="FFFF89"/>
                      </a:solidFill>
                      <a:ln w="38100">
                        <a:noFill/>
                        <a:miter/>
                      </a:ln>
                    </p:spPr>
                  </p:pic>
                </p:oleObj>
              </mc:Fallback>
            </mc:AlternateContent>
          </a:graphicData>
        </a:graphic>
      </p:graphicFrame>
      <p:graphicFrame>
        <p:nvGraphicFramePr>
          <p:cNvPr id="17" name="对象 38"/>
          <p:cNvGraphicFramePr>
            <a:graphicFrameLocks noChangeAspect="1"/>
          </p:cNvGraphicFramePr>
          <p:nvPr/>
        </p:nvGraphicFramePr>
        <p:xfrm>
          <a:off x="4876552" y="3035421"/>
          <a:ext cx="1752546" cy="406477"/>
        </p:xfrm>
        <a:graphic>
          <a:graphicData uri="http://schemas.openxmlformats.org/presentationml/2006/ole">
            <mc:AlternateContent xmlns:mc="http://schemas.openxmlformats.org/markup-compatibility/2006">
              <mc:Choice xmlns:v="urn:schemas-microsoft-com:vml" Requires="v">
                <p:oleObj spid="_x0000_s18" name="" r:id="rId7" imgW="1752600" imgH="406400" progId="Equation.DSMT4">
                  <p:embed/>
                </p:oleObj>
              </mc:Choice>
              <mc:Fallback>
                <p:oleObj name="" r:id="rId7" imgW="1752600" imgH="406400" progId="Equation.DSMT4">
                  <p:embed/>
                  <p:pic>
                    <p:nvPicPr>
                      <p:cNvPr id="0" name="对象 38"/>
                      <p:cNvPicPr/>
                      <p:nvPr/>
                    </p:nvPicPr>
                    <p:blipFill>
                      <a:blip r:embed="rId8"/>
                      <a:stretch>
                        <a:fillRect/>
                      </a:stretch>
                    </p:blipFill>
                    <p:spPr>
                      <a:xfrm>
                        <a:off x="4876552" y="3035421"/>
                        <a:ext cx="1752546" cy="406477"/>
                      </a:xfrm>
                      <a:prstGeom prst="rect">
                        <a:avLst/>
                      </a:prstGeom>
                      <a:solidFill>
                        <a:srgbClr val="FFFF89"/>
                      </a:solidFill>
                      <a:ln w="38100">
                        <a:noFill/>
                        <a:miter/>
                      </a:ln>
                    </p:spPr>
                  </p:pic>
                </p:oleObj>
              </mc:Fallback>
            </mc:AlternateContent>
          </a:graphicData>
        </a:graphic>
      </p:graphicFrame>
      <mc:AlternateContent xmlns:mc="http://schemas.openxmlformats.org/markup-compatibility/2006">
        <mc:Choice xmlns:a14="http://schemas.microsoft.com/office/drawing/2010/main" Requires="a14">
          <p:sp>
            <p:nvSpPr>
              <p:cNvPr id="19" name="对象 40"/>
              <p:cNvSpPr txBox="1"/>
              <p:nvPr/>
            </p:nvSpPr>
            <p:spPr>
              <a:xfrm>
                <a:off x="6816163" y="2996878"/>
                <a:ext cx="1422400" cy="475234"/>
              </a:xfrm>
              <a:prstGeom prst="rect">
                <a:avLst/>
              </a:prstGeom>
              <a:solidFill>
                <a:srgbClr val="FFFF89"/>
              </a:solidFill>
              <a:ln w="38100">
                <a:noFill/>
                <a:miter/>
              </a:ln>
            </p:spPr>
            <p:txBody>
              <a:bodyPr>
                <a:normAutofit fontScale="92500"/>
              </a:bodyPr>
              <a:lstStyle/>
              <a:p>
                <a14:m>
                  <m:oMathPara xmlns:m="http://schemas.openxmlformats.org/officeDocument/2006/math">
                    <m:oMathParaPr>
                      <m:jc m:val="left"/>
                    </m:oMathParaPr>
                    <m:oMath xmlns:m="http://schemas.openxmlformats.org/officeDocument/2006/math">
                      <m:r>
                        <m:rPr>
                          <m:sty m:val="p"/>
                        </m:rPr>
                        <a:rPr lang="zh-CN" altLang="en-US" i="1" smtClean="0">
                          <a:solidFill>
                            <a:srgbClr val="000000"/>
                          </a:solidFill>
                          <a:latin typeface="Cambria Math" panose="02040503050406030204" pitchFamily="18" charset="0"/>
                        </a:rPr>
                        <m:t>Δ</m:t>
                      </m:r>
                      <m:r>
                        <a:rPr lang="zh-CN" altLang="en-US" i="1" smtClean="0">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𝐵</m:t>
                          </m:r>
                        </m:e>
                        <m:sup>
                          <m:r>
                            <a:rPr lang="zh-CN" altLang="en-US" i="1">
                              <a:solidFill>
                                <a:srgbClr val="000000"/>
                              </a:solidFill>
                              <a:latin typeface="Cambria Math" panose="02040503050406030204" pitchFamily="18" charset="0"/>
                            </a:rPr>
                            <m:t>2</m:t>
                          </m:r>
                        </m:sup>
                      </m:sSup>
                      <m:r>
                        <a:rPr lang="en-US" altLang="zh-CN" b="0" i="1" smtClean="0">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𝐴𝐶</m:t>
                      </m:r>
                    </m:oMath>
                  </m:oMathPara>
                </a14:m>
                <a:endParaRPr lang="zh-CN" altLang="en-US" dirty="0"/>
              </a:p>
            </p:txBody>
          </p:sp>
        </mc:Choice>
        <mc:Fallback>
          <p:sp>
            <p:nvSpPr>
              <p:cNvPr id="19" name="对象 40"/>
              <p:cNvSpPr txBox="1">
                <a:spLocks noRot="1" noChangeAspect="1" noMove="1" noResize="1" noEditPoints="1" noAdjustHandles="1" noChangeArrowheads="1" noChangeShapeType="1" noTextEdit="1"/>
              </p:cNvSpPr>
              <p:nvPr/>
            </p:nvSpPr>
            <p:spPr>
              <a:xfrm>
                <a:off x="6816163" y="2996878"/>
                <a:ext cx="1422400" cy="475234"/>
              </a:xfrm>
              <a:prstGeom prst="rect">
                <a:avLst/>
              </a:prstGeom>
              <a:blipFill rotWithShape="1">
                <a:blip r:embed="rId9"/>
                <a:stretch>
                  <a:fillRect l="-5" t="-66" r="5" b="119"/>
                </a:stretch>
              </a:blipFill>
              <a:ln w="38100">
                <a:noFill/>
                <a:miter/>
              </a:ln>
            </p:spPr>
            <p:txBody>
              <a:bodyPr/>
              <a:lstStyle/>
              <a:p>
                <a:r>
                  <a:rPr lang="zh-CN" altLang="en-US">
                    <a:noFill/>
                  </a:rPr>
                  <a:t> </a:t>
                </a:r>
              </a:p>
            </p:txBody>
          </p:sp>
        </mc:Fallback>
      </mc:AlternateContent>
      <p:sp>
        <p:nvSpPr>
          <p:cNvPr id="22" name="矩形 365"/>
          <p:cNvSpPr/>
          <p:nvPr/>
        </p:nvSpPr>
        <p:spPr>
          <a:xfrm>
            <a:off x="674370" y="3505835"/>
            <a:ext cx="10233660" cy="3067050"/>
          </a:xfrm>
          <a:prstGeom prst="rect">
            <a:avLst/>
          </a:prstGeom>
          <a:noFill/>
          <a:ln w="9525">
            <a:noFill/>
          </a:ln>
        </p:spPr>
        <p:txBody>
          <a:bodyPr>
            <a:no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0" lvl="0" indent="0">
              <a:lnSpc>
                <a:spcPct val="150000"/>
              </a:lnSpc>
              <a:spcBef>
                <a:spcPct val="0"/>
              </a:spcBef>
              <a:buNone/>
            </a:pPr>
            <a:r>
              <a:rPr lang="zh-CN" altLang="en-US" sz="2200" b="1" dirty="0">
                <a:solidFill>
                  <a:schemeClr val="bg1"/>
                </a:solidFill>
                <a:latin typeface="Times New Roman" panose="02020603050405020304" pitchFamily="18" charset="0"/>
                <a:ea typeface="楷体" panose="02010609060101010101" pitchFamily="49" charset="-122"/>
              </a:rPr>
              <a:t>则  </a:t>
            </a:r>
            <a:r>
              <a:rPr lang="en-US" altLang="zh-CN" sz="2200" b="1" dirty="0">
                <a:solidFill>
                  <a:schemeClr val="bg1"/>
                </a:solidFill>
                <a:latin typeface="Times New Roman" panose="02020603050405020304" pitchFamily="18" charset="0"/>
                <a:ea typeface="楷体" panose="02010609060101010101" pitchFamily="49" charset="-122"/>
              </a:rPr>
              <a:t>(1)</a:t>
            </a:r>
            <a:r>
              <a:rPr lang="zh-CN" altLang="en-US" sz="2200" b="1" dirty="0">
                <a:solidFill>
                  <a:schemeClr val="bg1"/>
                </a:solidFill>
                <a:latin typeface="Times New Roman" panose="02020603050405020304" pitchFamily="18" charset="0"/>
                <a:ea typeface="楷体" panose="02010609060101010101" pitchFamily="49" charset="-122"/>
              </a:rPr>
              <a:t>当 </a:t>
            </a:r>
            <a:r>
              <a:rPr lang="en-US" altLang="zh-CN" sz="2200" b="1" dirty="0">
                <a:solidFill>
                  <a:schemeClr val="bg1"/>
                </a:solidFill>
                <a:latin typeface="Times New Roman" panose="02020603050405020304" pitchFamily="18" charset="0"/>
                <a:ea typeface="楷体" panose="02010609060101010101" pitchFamily="49" charset="-122"/>
              </a:rPr>
              <a:t>          </a:t>
            </a:r>
            <a:r>
              <a:rPr lang="zh-CN" altLang="en-US" sz="2200" b="1" dirty="0">
                <a:solidFill>
                  <a:schemeClr val="bg1"/>
                </a:solidFill>
                <a:latin typeface="Times New Roman" panose="02020603050405020304" pitchFamily="18" charset="0"/>
                <a:ea typeface="楷体" panose="02010609060101010101" pitchFamily="49" charset="-122"/>
              </a:rPr>
              <a:t>且</a:t>
            </a:r>
            <a:r>
              <a:rPr lang="en-US" altLang="zh-CN" sz="2200" b="1" i="1" dirty="0">
                <a:solidFill>
                  <a:schemeClr val="bg1"/>
                </a:solidFill>
                <a:latin typeface="Times New Roman" panose="02020603050405020304" pitchFamily="18" charset="0"/>
                <a:ea typeface="楷体" panose="02010609060101010101" pitchFamily="49" charset="-122"/>
              </a:rPr>
              <a:t>          </a:t>
            </a:r>
            <a:r>
              <a:rPr lang="zh-CN" altLang="en-US" sz="2200" b="1" dirty="0">
                <a:solidFill>
                  <a:schemeClr val="bg1"/>
                </a:solidFill>
                <a:latin typeface="Times New Roman" panose="02020603050405020304" pitchFamily="18" charset="0"/>
                <a:ea typeface="楷体" panose="02010609060101010101" pitchFamily="49" charset="-122"/>
              </a:rPr>
              <a:t>时，</a:t>
            </a:r>
            <a:r>
              <a:rPr lang="en-US" altLang="zh-CN" sz="2200" b="1" dirty="0">
                <a:solidFill>
                  <a:schemeClr val="bg1"/>
                </a:solidFill>
                <a:latin typeface="Times New Roman" panose="02020603050405020304" pitchFamily="18" charset="0"/>
                <a:ea typeface="楷体" panose="02010609060101010101" pitchFamily="49" charset="-122"/>
              </a:rPr>
              <a:t>                </a:t>
            </a:r>
            <a:r>
              <a:rPr lang="zh-CN" altLang="en-US" sz="2200" b="1" dirty="0">
                <a:solidFill>
                  <a:schemeClr val="bg1"/>
                </a:solidFill>
                <a:latin typeface="Times New Roman" panose="02020603050405020304" pitchFamily="18" charset="0"/>
                <a:ea typeface="楷体" panose="02010609060101010101" pitchFamily="49" charset="-122"/>
              </a:rPr>
              <a:t>是极小值；</a:t>
            </a:r>
            <a:endParaRPr lang="en-US" altLang="zh-CN" sz="2200" b="1" dirty="0">
              <a:solidFill>
                <a:schemeClr val="bg1"/>
              </a:solidFill>
              <a:latin typeface="Times New Roman" panose="02020603050405020304" pitchFamily="18" charset="0"/>
              <a:ea typeface="楷体" panose="02010609060101010101" pitchFamily="49" charset="-122"/>
            </a:endParaRPr>
          </a:p>
          <a:p>
            <a:pPr marL="0" lvl="0" indent="0">
              <a:lnSpc>
                <a:spcPct val="150000"/>
              </a:lnSpc>
              <a:spcBef>
                <a:spcPct val="0"/>
              </a:spcBef>
              <a:buNone/>
            </a:pPr>
            <a:r>
              <a:rPr lang="zh-CN" altLang="en-US" sz="2200" b="1" dirty="0">
                <a:solidFill>
                  <a:schemeClr val="bg1"/>
                </a:solidFill>
                <a:latin typeface="Times New Roman" panose="02020603050405020304" pitchFamily="18" charset="0"/>
                <a:ea typeface="楷体" panose="02010609060101010101" pitchFamily="49" charset="-122"/>
              </a:rPr>
              <a:t>           当 </a:t>
            </a:r>
            <a:r>
              <a:rPr lang="en-US" altLang="zh-CN" sz="2200" b="1" dirty="0">
                <a:solidFill>
                  <a:schemeClr val="bg1"/>
                </a:solidFill>
                <a:latin typeface="Times New Roman" panose="02020603050405020304" pitchFamily="18" charset="0"/>
                <a:ea typeface="楷体" panose="02010609060101010101" pitchFamily="49" charset="-122"/>
              </a:rPr>
              <a:t>          </a:t>
            </a:r>
            <a:r>
              <a:rPr lang="zh-CN" altLang="en-US" sz="2200" b="1" dirty="0">
                <a:solidFill>
                  <a:schemeClr val="bg1"/>
                </a:solidFill>
                <a:latin typeface="Times New Roman" panose="02020603050405020304" pitchFamily="18" charset="0"/>
                <a:ea typeface="楷体" panose="02010609060101010101" pitchFamily="49" charset="-122"/>
              </a:rPr>
              <a:t>且</a:t>
            </a:r>
            <a:r>
              <a:rPr lang="en-US" altLang="zh-CN" sz="2200" b="1" i="1" dirty="0">
                <a:solidFill>
                  <a:schemeClr val="bg1"/>
                </a:solidFill>
                <a:latin typeface="Times New Roman" panose="02020603050405020304" pitchFamily="18" charset="0"/>
                <a:ea typeface="楷体" panose="02010609060101010101" pitchFamily="49" charset="-122"/>
              </a:rPr>
              <a:t>          </a:t>
            </a:r>
            <a:r>
              <a:rPr lang="zh-CN" altLang="en-US" sz="2200" b="1" dirty="0">
                <a:solidFill>
                  <a:schemeClr val="bg1"/>
                </a:solidFill>
                <a:latin typeface="Times New Roman" panose="02020603050405020304" pitchFamily="18" charset="0"/>
                <a:ea typeface="楷体" panose="02010609060101010101" pitchFamily="49" charset="-122"/>
              </a:rPr>
              <a:t>时，</a:t>
            </a:r>
            <a:r>
              <a:rPr lang="en-US" altLang="zh-CN" sz="2200" b="1" dirty="0">
                <a:solidFill>
                  <a:schemeClr val="bg1"/>
                </a:solidFill>
                <a:latin typeface="Times New Roman" panose="02020603050405020304" pitchFamily="18" charset="0"/>
                <a:ea typeface="楷体" panose="02010609060101010101" pitchFamily="49" charset="-122"/>
              </a:rPr>
              <a:t>                </a:t>
            </a:r>
            <a:r>
              <a:rPr lang="zh-CN" altLang="en-US" sz="2200" b="1" dirty="0">
                <a:solidFill>
                  <a:schemeClr val="bg1"/>
                </a:solidFill>
                <a:latin typeface="Times New Roman" panose="02020603050405020304" pitchFamily="18" charset="0"/>
                <a:ea typeface="楷体" panose="02010609060101010101" pitchFamily="49" charset="-122"/>
              </a:rPr>
              <a:t>是极大值；</a:t>
            </a:r>
            <a:endParaRPr lang="en-US" altLang="zh-CN" sz="2200" b="1" dirty="0">
              <a:solidFill>
                <a:schemeClr val="bg1"/>
              </a:solidFill>
              <a:latin typeface="Times New Roman" panose="02020603050405020304" pitchFamily="18" charset="0"/>
              <a:ea typeface="楷体" panose="02010609060101010101" pitchFamily="49" charset="-122"/>
            </a:endParaRPr>
          </a:p>
          <a:p>
            <a:pPr marL="0" lvl="0" indent="0">
              <a:lnSpc>
                <a:spcPct val="150000"/>
              </a:lnSpc>
              <a:spcBef>
                <a:spcPct val="0"/>
              </a:spcBef>
              <a:buNone/>
            </a:pPr>
            <a:r>
              <a:rPr lang="en-US" altLang="zh-CN" sz="2200" b="1" dirty="0">
                <a:solidFill>
                  <a:schemeClr val="bg1"/>
                </a:solidFill>
                <a:latin typeface="Times New Roman" panose="02020603050405020304" pitchFamily="18" charset="0"/>
                <a:ea typeface="楷体" panose="02010609060101010101" pitchFamily="49" charset="-122"/>
              </a:rPr>
              <a:t>      (2)</a:t>
            </a:r>
            <a:r>
              <a:rPr lang="zh-CN" altLang="en-US" sz="2200" b="1" dirty="0">
                <a:solidFill>
                  <a:schemeClr val="bg1"/>
                </a:solidFill>
                <a:latin typeface="Times New Roman" panose="02020603050405020304" pitchFamily="18" charset="0"/>
                <a:ea typeface="楷体" panose="02010609060101010101" pitchFamily="49" charset="-122"/>
              </a:rPr>
              <a:t>当 </a:t>
            </a:r>
            <a:r>
              <a:rPr lang="en-US" altLang="zh-CN" sz="2200" b="1" dirty="0">
                <a:solidFill>
                  <a:schemeClr val="bg1"/>
                </a:solidFill>
                <a:latin typeface="Times New Roman" panose="02020603050405020304" pitchFamily="18" charset="0"/>
                <a:ea typeface="楷体" panose="02010609060101010101" pitchFamily="49" charset="-122"/>
              </a:rPr>
              <a:t>           </a:t>
            </a:r>
            <a:r>
              <a:rPr lang="zh-CN" altLang="en-US" sz="2200" b="1" dirty="0">
                <a:solidFill>
                  <a:schemeClr val="bg1"/>
                </a:solidFill>
                <a:latin typeface="Times New Roman" panose="02020603050405020304" pitchFamily="18" charset="0"/>
                <a:ea typeface="楷体" panose="02010609060101010101" pitchFamily="49" charset="-122"/>
              </a:rPr>
              <a:t>时，</a:t>
            </a:r>
            <a:r>
              <a:rPr lang="en-US" altLang="zh-CN" sz="2200" b="1" dirty="0">
                <a:solidFill>
                  <a:schemeClr val="bg1"/>
                </a:solidFill>
                <a:latin typeface="Times New Roman" panose="02020603050405020304" pitchFamily="18" charset="0"/>
                <a:ea typeface="楷体" panose="02010609060101010101" pitchFamily="49" charset="-122"/>
              </a:rPr>
              <a:t>                 </a:t>
            </a:r>
            <a:r>
              <a:rPr lang="zh-CN" altLang="en-US" sz="2200" b="1" dirty="0">
                <a:solidFill>
                  <a:schemeClr val="bg1"/>
                </a:solidFill>
                <a:latin typeface="Times New Roman" panose="02020603050405020304" pitchFamily="18" charset="0"/>
                <a:ea typeface="楷体" panose="02010609060101010101" pitchFamily="49" charset="-122"/>
              </a:rPr>
              <a:t>不是极值；</a:t>
            </a:r>
            <a:endParaRPr lang="en-US" altLang="zh-CN" sz="2200" b="1" dirty="0">
              <a:solidFill>
                <a:schemeClr val="bg1"/>
              </a:solidFill>
              <a:latin typeface="Times New Roman" panose="02020603050405020304" pitchFamily="18" charset="0"/>
              <a:ea typeface="楷体" panose="02010609060101010101" pitchFamily="49" charset="-122"/>
            </a:endParaRPr>
          </a:p>
          <a:p>
            <a:pPr marL="0" lvl="0" indent="0">
              <a:lnSpc>
                <a:spcPct val="150000"/>
              </a:lnSpc>
              <a:spcBef>
                <a:spcPct val="0"/>
              </a:spcBef>
              <a:buNone/>
            </a:pPr>
            <a:r>
              <a:rPr lang="en-US" altLang="zh-CN" sz="2200" b="1" dirty="0">
                <a:solidFill>
                  <a:schemeClr val="bg1"/>
                </a:solidFill>
                <a:latin typeface="Times New Roman" panose="02020603050405020304" pitchFamily="18" charset="0"/>
                <a:ea typeface="楷体" panose="02010609060101010101" pitchFamily="49" charset="-122"/>
              </a:rPr>
              <a:t>      (3)</a:t>
            </a:r>
            <a:r>
              <a:rPr lang="zh-CN" altLang="en-US" sz="2200" b="1" dirty="0">
                <a:solidFill>
                  <a:schemeClr val="bg1"/>
                </a:solidFill>
                <a:latin typeface="Times New Roman" panose="02020603050405020304" pitchFamily="18" charset="0"/>
                <a:ea typeface="楷体" panose="02010609060101010101" pitchFamily="49" charset="-122"/>
              </a:rPr>
              <a:t>当 </a:t>
            </a:r>
            <a:r>
              <a:rPr lang="en-US" altLang="zh-CN" sz="2200" b="1" dirty="0">
                <a:solidFill>
                  <a:schemeClr val="bg1"/>
                </a:solidFill>
                <a:latin typeface="Times New Roman" panose="02020603050405020304" pitchFamily="18" charset="0"/>
                <a:ea typeface="楷体" panose="02010609060101010101" pitchFamily="49" charset="-122"/>
              </a:rPr>
              <a:t>           </a:t>
            </a:r>
            <a:r>
              <a:rPr lang="zh-CN" altLang="en-US" sz="2200" b="1" dirty="0">
                <a:solidFill>
                  <a:schemeClr val="bg1"/>
                </a:solidFill>
                <a:latin typeface="Times New Roman" panose="02020603050405020304" pitchFamily="18" charset="0"/>
                <a:ea typeface="楷体" panose="02010609060101010101" pitchFamily="49" charset="-122"/>
              </a:rPr>
              <a:t>时，不能肯定函数在点 </a:t>
            </a:r>
            <a:r>
              <a:rPr lang="en-US" altLang="zh-CN" sz="2200" b="1" i="1" dirty="0">
                <a:solidFill>
                  <a:schemeClr val="bg1"/>
                </a:solidFill>
                <a:latin typeface="Times New Roman" panose="02020603050405020304" pitchFamily="18" charset="0"/>
                <a:ea typeface="楷体" panose="02010609060101010101" pitchFamily="49" charset="-122"/>
              </a:rPr>
              <a:t>P</a:t>
            </a:r>
            <a:r>
              <a:rPr lang="en-US" altLang="zh-CN" sz="2200" b="1" baseline="-25000" dirty="0">
                <a:solidFill>
                  <a:schemeClr val="bg1"/>
                </a:solidFill>
                <a:latin typeface="Times New Roman" panose="02020603050405020304" pitchFamily="18" charset="0"/>
                <a:ea typeface="楷体" panose="02010609060101010101" pitchFamily="49" charset="-122"/>
              </a:rPr>
              <a:t>0 </a:t>
            </a:r>
            <a:r>
              <a:rPr lang="zh-CN" altLang="en-US" sz="2200" b="1" dirty="0">
                <a:solidFill>
                  <a:schemeClr val="bg1"/>
                </a:solidFill>
                <a:latin typeface="Times New Roman" panose="02020603050405020304" pitchFamily="18" charset="0"/>
                <a:ea typeface="楷体" panose="02010609060101010101" pitchFamily="49" charset="-122"/>
              </a:rPr>
              <a:t>是否取得极值。</a:t>
            </a:r>
            <a:endParaRPr lang="en-US" altLang="zh-CN" sz="2200" b="1" dirty="0">
              <a:solidFill>
                <a:schemeClr val="bg1"/>
              </a:solidFill>
              <a:latin typeface="Times New Roman" panose="02020603050405020304" pitchFamily="18" charset="0"/>
              <a:ea typeface="楷体" panose="02010609060101010101" pitchFamily="49" charset="-122"/>
            </a:endParaRPr>
          </a:p>
        </p:txBody>
      </p:sp>
      <mc:AlternateContent xmlns:mc="http://schemas.openxmlformats.org/markup-compatibility/2006">
        <mc:Choice xmlns:a14="http://schemas.microsoft.com/office/drawing/2010/main" Requires="a14">
          <p:sp>
            <p:nvSpPr>
              <p:cNvPr id="23" name="对象 43"/>
              <p:cNvSpPr txBox="1"/>
              <p:nvPr/>
            </p:nvSpPr>
            <p:spPr>
              <a:xfrm>
                <a:off x="1847850" y="3682999"/>
                <a:ext cx="719758" cy="259677"/>
              </a:xfrm>
              <a:prstGeom prst="rect">
                <a:avLst/>
              </a:prstGeom>
              <a:solidFill>
                <a:srgbClr val="B4F6B6"/>
              </a:solidFill>
              <a:ln w="38100">
                <a:noFill/>
                <a:miter/>
              </a:ln>
            </p:spPr>
            <p:txBody>
              <a:bodyPr>
                <a:noAutofit/>
              </a:bodyPr>
              <a:lstStyle/>
              <a:p>
                <a14:m>
                  <m:oMathPara xmlns:m="http://schemas.openxmlformats.org/officeDocument/2006/math">
                    <m:oMathParaPr>
                      <m:jc m:val="left"/>
                    </m:oMathParaPr>
                    <m:oMath xmlns:m="http://schemas.openxmlformats.org/officeDocument/2006/math">
                      <m:r>
                        <m:rPr>
                          <m:sty m:val="p"/>
                        </m:rPr>
                        <a:rPr lang="zh-CN" altLang="en-US" sz="1600" i="1" smtClean="0">
                          <a:solidFill>
                            <a:srgbClr val="000000"/>
                          </a:solidFill>
                          <a:latin typeface="Cambria Math" panose="02040503050406030204" pitchFamily="18" charset="0"/>
                        </a:rPr>
                        <m:t>Δ</m:t>
                      </m:r>
                      <m:r>
                        <a:rPr lang="en-US" altLang="zh-CN" sz="1600" b="0" i="1" smtClean="0">
                          <a:solidFill>
                            <a:srgbClr val="000000"/>
                          </a:solidFill>
                          <a:latin typeface="Cambria Math" panose="02040503050406030204" pitchFamily="18" charset="0"/>
                        </a:rPr>
                        <m:t>&lt;</m:t>
                      </m:r>
                      <m:r>
                        <a:rPr lang="zh-CN" altLang="en-US" sz="1600" i="1">
                          <a:solidFill>
                            <a:srgbClr val="000000"/>
                          </a:solidFill>
                          <a:latin typeface="Cambria Math" panose="02040503050406030204" pitchFamily="18" charset="0"/>
                        </a:rPr>
                        <m:t>0</m:t>
                      </m:r>
                    </m:oMath>
                  </m:oMathPara>
                </a14:m>
                <a:endParaRPr lang="zh-CN" altLang="en-US" sz="1600" dirty="0"/>
              </a:p>
            </p:txBody>
          </p:sp>
        </mc:Choice>
        <mc:Fallback>
          <p:sp>
            <p:nvSpPr>
              <p:cNvPr id="23" name="对象 43"/>
              <p:cNvSpPr txBox="1">
                <a:spLocks noRot="1" noChangeAspect="1" noMove="1" noResize="1" noEditPoints="1" noAdjustHandles="1" noChangeArrowheads="1" noChangeShapeType="1" noTextEdit="1"/>
              </p:cNvSpPr>
              <p:nvPr/>
            </p:nvSpPr>
            <p:spPr>
              <a:xfrm>
                <a:off x="1847850" y="3682999"/>
                <a:ext cx="719758" cy="259677"/>
              </a:xfrm>
              <a:prstGeom prst="rect">
                <a:avLst/>
              </a:prstGeom>
              <a:blipFill rotWithShape="1">
                <a:blip r:embed="rId10"/>
                <a:stretch>
                  <a:fillRect t="-244" r="42" b="-11264"/>
                </a:stretch>
              </a:blipFill>
              <a:ln w="38100">
                <a:noFill/>
                <a:miter/>
              </a:ln>
            </p:spPr>
            <p:txBody>
              <a:bodyPr/>
              <a:lstStyle/>
              <a:p>
                <a:r>
                  <a:rPr lang="zh-CN" altLang="en-US">
                    <a:noFill/>
                  </a:rPr>
                  <a:t> </a:t>
                </a:r>
              </a:p>
            </p:txBody>
          </p:sp>
        </mc:Fallback>
      </mc:AlternateContent>
      <p:graphicFrame>
        <p:nvGraphicFramePr>
          <p:cNvPr id="24" name="对象 44"/>
          <p:cNvGraphicFramePr>
            <a:graphicFrameLocks noChangeAspect="1"/>
          </p:cNvGraphicFramePr>
          <p:nvPr/>
        </p:nvGraphicFramePr>
        <p:xfrm>
          <a:off x="2869808" y="3675925"/>
          <a:ext cx="634981" cy="266751"/>
        </p:xfrm>
        <a:graphic>
          <a:graphicData uri="http://schemas.openxmlformats.org/presentationml/2006/ole">
            <mc:AlternateContent xmlns:mc="http://schemas.openxmlformats.org/markup-compatibility/2006">
              <mc:Choice xmlns:v="urn:schemas-microsoft-com:vml" Requires="v">
                <p:oleObj spid="_x0000_s20" name="" r:id="rId11" imgW="634365" imgH="266700" progId="Equation.DSMT4">
                  <p:embed/>
                </p:oleObj>
              </mc:Choice>
              <mc:Fallback>
                <p:oleObj name="" r:id="rId11" imgW="634365" imgH="266700" progId="Equation.DSMT4">
                  <p:embed/>
                  <p:pic>
                    <p:nvPicPr>
                      <p:cNvPr id="0" name="对象 44"/>
                      <p:cNvPicPr/>
                      <p:nvPr/>
                    </p:nvPicPr>
                    <p:blipFill>
                      <a:blip r:embed="rId12"/>
                      <a:stretch>
                        <a:fillRect/>
                      </a:stretch>
                    </p:blipFill>
                    <p:spPr>
                      <a:xfrm>
                        <a:off x="2869808" y="3675925"/>
                        <a:ext cx="634981" cy="266751"/>
                      </a:xfrm>
                      <a:prstGeom prst="rect">
                        <a:avLst/>
                      </a:prstGeom>
                      <a:solidFill>
                        <a:srgbClr val="B4F6B6"/>
                      </a:solidFill>
                      <a:ln w="38100">
                        <a:noFill/>
                        <a:miter/>
                      </a:ln>
                    </p:spPr>
                  </p:pic>
                </p:oleObj>
              </mc:Fallback>
            </mc:AlternateContent>
          </a:graphicData>
        </a:graphic>
      </p:graphicFrame>
      <p:graphicFrame>
        <p:nvGraphicFramePr>
          <p:cNvPr id="25" name="对象 45"/>
          <p:cNvGraphicFramePr>
            <a:graphicFrameLocks noChangeAspect="1"/>
          </p:cNvGraphicFramePr>
          <p:nvPr/>
        </p:nvGraphicFramePr>
        <p:xfrm>
          <a:off x="4077414" y="3613769"/>
          <a:ext cx="1142965" cy="393775"/>
        </p:xfrm>
        <a:graphic>
          <a:graphicData uri="http://schemas.openxmlformats.org/presentationml/2006/ole">
            <mc:AlternateContent xmlns:mc="http://schemas.openxmlformats.org/markup-compatibility/2006">
              <mc:Choice xmlns:v="urn:schemas-microsoft-com:vml" Requires="v">
                <p:oleObj spid="_x0000_s21" name="" r:id="rId13" imgW="1143000" imgH="393700" progId="Equation.DSMT4">
                  <p:embed/>
                </p:oleObj>
              </mc:Choice>
              <mc:Fallback>
                <p:oleObj name="" r:id="rId13" imgW="1143000" imgH="393700" progId="Equation.DSMT4">
                  <p:embed/>
                  <p:pic>
                    <p:nvPicPr>
                      <p:cNvPr id="0" name="对象 45"/>
                      <p:cNvPicPr/>
                      <p:nvPr/>
                    </p:nvPicPr>
                    <p:blipFill>
                      <a:blip r:embed="rId14"/>
                      <a:stretch>
                        <a:fillRect/>
                      </a:stretch>
                    </p:blipFill>
                    <p:spPr>
                      <a:xfrm>
                        <a:off x="4077414" y="3613769"/>
                        <a:ext cx="1142965" cy="393775"/>
                      </a:xfrm>
                      <a:prstGeom prst="rect">
                        <a:avLst/>
                      </a:prstGeom>
                      <a:solidFill>
                        <a:srgbClr val="87F18A"/>
                      </a:solidFill>
                      <a:ln w="38100">
                        <a:noFill/>
                        <a:miter/>
                      </a:ln>
                    </p:spPr>
                  </p:pic>
                </p:oleObj>
              </mc:Fallback>
            </mc:AlternateContent>
          </a:graphicData>
        </a:graphic>
      </p:graphicFrame>
      <p:graphicFrame>
        <p:nvGraphicFramePr>
          <p:cNvPr id="26" name="对象 46"/>
          <p:cNvGraphicFramePr>
            <a:graphicFrameLocks noChangeAspect="1"/>
          </p:cNvGraphicFramePr>
          <p:nvPr/>
        </p:nvGraphicFramePr>
        <p:xfrm>
          <a:off x="2869808" y="4175111"/>
          <a:ext cx="634981" cy="266751"/>
        </p:xfrm>
        <a:graphic>
          <a:graphicData uri="http://schemas.openxmlformats.org/presentationml/2006/ole">
            <mc:AlternateContent xmlns:mc="http://schemas.openxmlformats.org/markup-compatibility/2006">
              <mc:Choice xmlns:v="urn:schemas-microsoft-com:vml" Requires="v">
                <p:oleObj spid="_x0000_s27" name="" r:id="rId15" imgW="634365" imgH="266700" progId="Equation.DSMT4">
                  <p:embed/>
                </p:oleObj>
              </mc:Choice>
              <mc:Fallback>
                <p:oleObj name="" r:id="rId15" imgW="634365" imgH="266700" progId="Equation.DSMT4">
                  <p:embed/>
                  <p:pic>
                    <p:nvPicPr>
                      <p:cNvPr id="0" name="对象 46"/>
                      <p:cNvPicPr/>
                      <p:nvPr/>
                    </p:nvPicPr>
                    <p:blipFill>
                      <a:blip r:embed="rId16"/>
                      <a:stretch>
                        <a:fillRect/>
                      </a:stretch>
                    </p:blipFill>
                    <p:spPr>
                      <a:xfrm>
                        <a:off x="2869808" y="4175111"/>
                        <a:ext cx="634981" cy="266751"/>
                      </a:xfrm>
                      <a:prstGeom prst="rect">
                        <a:avLst/>
                      </a:prstGeom>
                      <a:solidFill>
                        <a:srgbClr val="6DD9FF"/>
                      </a:solidFill>
                      <a:ln w="38100">
                        <a:noFill/>
                        <a:miter/>
                      </a:ln>
                    </p:spPr>
                  </p:pic>
                </p:oleObj>
              </mc:Fallback>
            </mc:AlternateContent>
          </a:graphicData>
        </a:graphic>
      </p:graphicFrame>
      <mc:AlternateContent xmlns:mc="http://schemas.openxmlformats.org/markup-compatibility/2006">
        <mc:Choice xmlns:a14="http://schemas.microsoft.com/office/drawing/2010/main" Requires="a14">
          <p:sp>
            <p:nvSpPr>
              <p:cNvPr id="28" name="对象 47"/>
              <p:cNvSpPr txBox="1"/>
              <p:nvPr/>
            </p:nvSpPr>
            <p:spPr>
              <a:xfrm>
                <a:off x="1847850" y="4667250"/>
                <a:ext cx="622300" cy="266700"/>
              </a:xfrm>
              <a:prstGeom prst="rect">
                <a:avLst/>
              </a:prstGeom>
              <a:solidFill>
                <a:srgbClr val="C5C5F1"/>
              </a:solidFill>
              <a:ln w="38100">
                <a:noFill/>
                <a:miter/>
              </a:ln>
            </p:spPr>
            <p:txBody>
              <a:bodyPr>
                <a:noAutofit/>
              </a:bodyPr>
              <a:lstStyle/>
              <a:p>
                <a14:m>
                  <m:oMathPara xmlns:m="http://schemas.openxmlformats.org/officeDocument/2006/math">
                    <m:oMathParaPr>
                      <m:jc m:val="left"/>
                    </m:oMathParaPr>
                    <m:oMath xmlns:m="http://schemas.openxmlformats.org/officeDocument/2006/math">
                      <m:r>
                        <m:rPr>
                          <m:sty m:val="p"/>
                        </m:rPr>
                        <a:rPr lang="zh-CN" altLang="en-US" sz="1400" i="1" smtClean="0">
                          <a:solidFill>
                            <a:srgbClr val="000000"/>
                          </a:solidFill>
                          <a:latin typeface="Cambria Math" panose="02040503050406030204" pitchFamily="18" charset="0"/>
                        </a:rPr>
                        <m:t>Δ</m:t>
                      </m:r>
                      <m:r>
                        <a:rPr lang="en-US" altLang="zh-CN" sz="1400" b="0" i="1" smtClean="0">
                          <a:solidFill>
                            <a:srgbClr val="000000"/>
                          </a:solidFill>
                          <a:latin typeface="Cambria Math" panose="02040503050406030204" pitchFamily="18" charset="0"/>
                        </a:rPr>
                        <m:t>&gt;</m:t>
                      </m:r>
                      <m:r>
                        <a:rPr lang="zh-CN" altLang="en-US" sz="1400" i="1">
                          <a:solidFill>
                            <a:srgbClr val="000000"/>
                          </a:solidFill>
                          <a:latin typeface="Cambria Math" panose="02040503050406030204" pitchFamily="18" charset="0"/>
                        </a:rPr>
                        <m:t>0</m:t>
                      </m:r>
                    </m:oMath>
                  </m:oMathPara>
                </a14:m>
                <a:endParaRPr lang="zh-CN" altLang="en-US" sz="1400" dirty="0"/>
              </a:p>
            </p:txBody>
          </p:sp>
        </mc:Choice>
        <mc:Fallback>
          <p:sp>
            <p:nvSpPr>
              <p:cNvPr id="28" name="对象 47"/>
              <p:cNvSpPr txBox="1">
                <a:spLocks noRot="1" noChangeAspect="1" noMove="1" noResize="1" noEditPoints="1" noAdjustHandles="1" noChangeArrowheads="1" noChangeShapeType="1" noTextEdit="1"/>
              </p:cNvSpPr>
              <p:nvPr/>
            </p:nvSpPr>
            <p:spPr>
              <a:xfrm>
                <a:off x="1847850" y="4667250"/>
                <a:ext cx="622300" cy="266700"/>
              </a:xfrm>
              <a:prstGeom prst="rect">
                <a:avLst/>
              </a:prstGeom>
              <a:blipFill rotWithShape="1">
                <a:blip r:embed="rId17"/>
                <a:stretch>
                  <a:fillRect/>
                </a:stretch>
              </a:blipFill>
              <a:ln w="38100">
                <a:noFill/>
                <a:miter/>
              </a:ln>
            </p:spPr>
            <p:txBody>
              <a:bodyPr/>
              <a:lstStyle/>
              <a:p>
                <a:r>
                  <a:rPr lang="zh-CN" altLang="en-US">
                    <a:noFill/>
                  </a:rPr>
                  <a:t> </a:t>
                </a:r>
              </a:p>
            </p:txBody>
          </p:sp>
        </mc:Fallback>
      </mc:AlternateContent>
      <p:graphicFrame>
        <p:nvGraphicFramePr>
          <p:cNvPr id="29" name="对象 48"/>
          <p:cNvGraphicFramePr>
            <a:graphicFrameLocks noChangeAspect="1"/>
          </p:cNvGraphicFramePr>
          <p:nvPr/>
        </p:nvGraphicFramePr>
        <p:xfrm>
          <a:off x="1847528" y="5183040"/>
          <a:ext cx="622281" cy="266751"/>
        </p:xfrm>
        <a:graphic>
          <a:graphicData uri="http://schemas.openxmlformats.org/presentationml/2006/ole">
            <mc:AlternateContent xmlns:mc="http://schemas.openxmlformats.org/markup-compatibility/2006">
              <mc:Choice xmlns:v="urn:schemas-microsoft-com:vml" Requires="v">
                <p:oleObj spid="_x0000_s30" name="" r:id="rId18" imgW="622300" imgH="266700" progId="Equation.DSMT4">
                  <p:embed/>
                </p:oleObj>
              </mc:Choice>
              <mc:Fallback>
                <p:oleObj name="" r:id="rId18" imgW="622300" imgH="266700" progId="Equation.DSMT4">
                  <p:embed/>
                  <p:pic>
                    <p:nvPicPr>
                      <p:cNvPr id="0" name="对象 48"/>
                      <p:cNvPicPr/>
                      <p:nvPr/>
                    </p:nvPicPr>
                    <p:blipFill>
                      <a:blip r:embed="rId19"/>
                      <a:stretch>
                        <a:fillRect/>
                      </a:stretch>
                    </p:blipFill>
                    <p:spPr>
                      <a:xfrm>
                        <a:off x="1847528" y="5183040"/>
                        <a:ext cx="622281" cy="266751"/>
                      </a:xfrm>
                      <a:prstGeom prst="rect">
                        <a:avLst/>
                      </a:prstGeom>
                      <a:solidFill>
                        <a:srgbClr val="FF7547"/>
                      </a:solidFill>
                      <a:ln w="38100">
                        <a:noFill/>
                        <a:miter/>
                      </a:ln>
                    </p:spPr>
                  </p:pic>
                </p:oleObj>
              </mc:Fallback>
            </mc:AlternateContent>
          </a:graphicData>
        </a:graphic>
      </p:graphicFrame>
      <mc:AlternateContent xmlns:mc="http://schemas.openxmlformats.org/markup-compatibility/2006">
        <mc:Choice xmlns:a14="http://schemas.microsoft.com/office/drawing/2010/main" Requires="a14">
          <p:sp>
            <p:nvSpPr>
              <p:cNvPr id="31" name="对象 52"/>
              <p:cNvSpPr txBox="1"/>
              <p:nvPr/>
            </p:nvSpPr>
            <p:spPr>
              <a:xfrm>
                <a:off x="1847850" y="4175125"/>
                <a:ext cx="622300" cy="266700"/>
              </a:xfrm>
              <a:prstGeom prst="rect">
                <a:avLst/>
              </a:prstGeom>
              <a:solidFill>
                <a:srgbClr val="6DD9FF"/>
              </a:solidFill>
              <a:ln w="38100">
                <a:noFill/>
                <a:miter/>
              </a:ln>
            </p:spPr>
            <p:txBody>
              <a:bodyPr>
                <a:noAutofit/>
              </a:bodyPr>
              <a:lstStyle/>
              <a:p>
                <a14:m>
                  <m:oMathPara xmlns:m="http://schemas.openxmlformats.org/officeDocument/2006/math">
                    <m:oMathParaPr>
                      <m:jc m:val="left"/>
                    </m:oMathParaPr>
                    <m:oMath xmlns:m="http://schemas.openxmlformats.org/officeDocument/2006/math">
                      <m:r>
                        <m:rPr>
                          <m:sty m:val="p"/>
                        </m:rPr>
                        <a:rPr lang="zh-CN" altLang="en-US" sz="1400" i="1" smtClean="0">
                          <a:solidFill>
                            <a:srgbClr val="000000"/>
                          </a:solidFill>
                          <a:latin typeface="Cambria Math" panose="02040503050406030204" pitchFamily="18" charset="0"/>
                        </a:rPr>
                        <m:t>Δ</m:t>
                      </m:r>
                      <m:r>
                        <a:rPr lang="en-US" altLang="zh-CN" sz="1400" b="0" i="1" smtClean="0">
                          <a:solidFill>
                            <a:srgbClr val="000000"/>
                          </a:solidFill>
                          <a:latin typeface="Cambria Math" panose="02040503050406030204" pitchFamily="18" charset="0"/>
                        </a:rPr>
                        <m:t>&lt;</m:t>
                      </m:r>
                      <m:r>
                        <a:rPr lang="zh-CN" altLang="en-US" sz="1400" i="1">
                          <a:solidFill>
                            <a:srgbClr val="000000"/>
                          </a:solidFill>
                          <a:latin typeface="Cambria Math" panose="02040503050406030204" pitchFamily="18" charset="0"/>
                        </a:rPr>
                        <m:t>0</m:t>
                      </m:r>
                    </m:oMath>
                  </m:oMathPara>
                </a14:m>
                <a:endParaRPr lang="zh-CN" altLang="en-US" sz="1400" dirty="0"/>
              </a:p>
            </p:txBody>
          </p:sp>
        </mc:Choice>
        <mc:Fallback>
          <p:sp>
            <p:nvSpPr>
              <p:cNvPr id="31" name="对象 52"/>
              <p:cNvSpPr txBox="1">
                <a:spLocks noRot="1" noChangeAspect="1" noMove="1" noResize="1" noEditPoints="1" noAdjustHandles="1" noChangeArrowheads="1" noChangeShapeType="1" noTextEdit="1"/>
              </p:cNvSpPr>
              <p:nvPr/>
            </p:nvSpPr>
            <p:spPr>
              <a:xfrm>
                <a:off x="1847850" y="4175125"/>
                <a:ext cx="622300" cy="266700"/>
              </a:xfrm>
              <a:prstGeom prst="rect">
                <a:avLst/>
              </a:prstGeom>
              <a:blipFill rotWithShape="1">
                <a:blip r:embed="rId20"/>
                <a:stretch>
                  <a:fillRect/>
                </a:stretch>
              </a:blipFill>
              <a:ln w="38100">
                <a:noFill/>
                <a:miter/>
              </a:ln>
            </p:spPr>
            <p:txBody>
              <a:bodyPr/>
              <a:lstStyle/>
              <a:p>
                <a:r>
                  <a:rPr lang="zh-CN" altLang="en-US">
                    <a:noFill/>
                  </a:rPr>
                  <a:t> </a:t>
                </a:r>
              </a:p>
            </p:txBody>
          </p:sp>
        </mc:Fallback>
      </mc:AlternateContent>
      <p:graphicFrame>
        <p:nvGraphicFramePr>
          <p:cNvPr id="32" name="对象 53"/>
          <p:cNvGraphicFramePr>
            <a:graphicFrameLocks noChangeAspect="1"/>
          </p:cNvGraphicFramePr>
          <p:nvPr/>
        </p:nvGraphicFramePr>
        <p:xfrm>
          <a:off x="4077414" y="4111599"/>
          <a:ext cx="1142965" cy="393775"/>
        </p:xfrm>
        <a:graphic>
          <a:graphicData uri="http://schemas.openxmlformats.org/presentationml/2006/ole">
            <mc:AlternateContent xmlns:mc="http://schemas.openxmlformats.org/markup-compatibility/2006">
              <mc:Choice xmlns:v="urn:schemas-microsoft-com:vml" Requires="v">
                <p:oleObj spid="_x0000_s33" name="" r:id="rId21" imgW="1143000" imgH="393700" progId="Equation.DSMT4">
                  <p:embed/>
                </p:oleObj>
              </mc:Choice>
              <mc:Fallback>
                <p:oleObj name="" r:id="rId21" imgW="1143000" imgH="393700" progId="Equation.DSMT4">
                  <p:embed/>
                  <p:pic>
                    <p:nvPicPr>
                      <p:cNvPr id="0" name="对象 53"/>
                      <p:cNvPicPr/>
                      <p:nvPr/>
                    </p:nvPicPr>
                    <p:blipFill>
                      <a:blip r:embed="rId14"/>
                      <a:stretch>
                        <a:fillRect/>
                      </a:stretch>
                    </p:blipFill>
                    <p:spPr>
                      <a:xfrm>
                        <a:off x="4077414" y="4111599"/>
                        <a:ext cx="1142965" cy="393775"/>
                      </a:xfrm>
                      <a:prstGeom prst="rect">
                        <a:avLst/>
                      </a:prstGeom>
                      <a:solidFill>
                        <a:srgbClr val="2DC8FF"/>
                      </a:solidFill>
                      <a:ln w="38100">
                        <a:noFill/>
                        <a:miter/>
                      </a:ln>
                    </p:spPr>
                  </p:pic>
                </p:oleObj>
              </mc:Fallback>
            </mc:AlternateContent>
          </a:graphicData>
        </a:graphic>
      </p:graphicFrame>
      <p:graphicFrame>
        <p:nvGraphicFramePr>
          <p:cNvPr id="34" name="对象 54"/>
          <p:cNvGraphicFramePr>
            <a:graphicFrameLocks noChangeAspect="1"/>
          </p:cNvGraphicFramePr>
          <p:nvPr/>
        </p:nvGraphicFramePr>
        <p:xfrm>
          <a:off x="3204661" y="4667976"/>
          <a:ext cx="1142965" cy="393775"/>
        </p:xfrm>
        <a:graphic>
          <a:graphicData uri="http://schemas.openxmlformats.org/presentationml/2006/ole">
            <mc:AlternateContent xmlns:mc="http://schemas.openxmlformats.org/markup-compatibility/2006">
              <mc:Choice xmlns:v="urn:schemas-microsoft-com:vml" Requires="v">
                <p:oleObj spid="_x0000_s35" name="" r:id="rId22" imgW="1143000" imgH="393700" progId="Equation.DSMT4">
                  <p:embed/>
                </p:oleObj>
              </mc:Choice>
              <mc:Fallback>
                <p:oleObj name="" r:id="rId22" imgW="1143000" imgH="393700" progId="Equation.DSMT4">
                  <p:embed/>
                  <p:pic>
                    <p:nvPicPr>
                      <p:cNvPr id="0" name="对象 54"/>
                      <p:cNvPicPr/>
                      <p:nvPr/>
                    </p:nvPicPr>
                    <p:blipFill>
                      <a:blip r:embed="rId14"/>
                      <a:stretch>
                        <a:fillRect/>
                      </a:stretch>
                    </p:blipFill>
                    <p:spPr>
                      <a:xfrm>
                        <a:off x="3204661" y="4667976"/>
                        <a:ext cx="1142965" cy="393775"/>
                      </a:xfrm>
                      <a:prstGeom prst="rect">
                        <a:avLst/>
                      </a:prstGeom>
                      <a:solidFill>
                        <a:srgbClr val="A5A5E9"/>
                      </a:solidFill>
                      <a:ln w="38100">
                        <a:noFill/>
                        <a:miter/>
                      </a:ln>
                    </p:spPr>
                  </p:pic>
                </p:oleObj>
              </mc:Fallback>
            </mc:AlternateContent>
          </a:graphicData>
        </a:graphic>
      </p:graphicFrame>
    </p:spTree>
  </p:cSld>
  <p:clrMapOvr>
    <a:masterClrMapping/>
  </p:clrMapOvr>
  <p:transition spd="slow">
    <p:pull/>
  </p:transition>
</p:sld>
</file>

<file path=ppt/slides/slide76.xml><?xml version="1.0" encoding="utf-8"?>
<p:sld xmlns:a="http://schemas.openxmlformats.org/drawingml/2006/main" xmlns:r="http://schemas.openxmlformats.org/officeDocument/2006/relationships" xmlns:p="http://schemas.openxmlformats.org/presentationml/2006/main">
  <p:cSld>
    <p:bg>
      <p:bgPr>
        <a:gradFill>
          <a:gsLst>
            <a:gs pos="0">
              <a:srgbClr val="0D1B2A"/>
            </a:gs>
            <a:gs pos="60000">
              <a:srgbClr val="1B263B"/>
            </a:gs>
            <a:gs pos="100000">
              <a:srgbClr val="102A43"/>
            </a:gs>
          </a:gsLst>
          <a:lin ang="2700000" scaled="0"/>
        </a:gradFill>
        <a:effectLst/>
      </p:bgPr>
    </p:bg>
    <p:spTree>
      <p:nvGrpSpPr>
        <p:cNvPr id="1" name=""/>
        <p:cNvGrpSpPr/>
        <p:nvPr/>
      </p:nvGrpSpPr>
      <p:grpSpPr>
        <a:xfrm>
          <a:off x="0" y="0"/>
          <a:ext cx="0" cy="0"/>
          <a:chOff x="0" y="0"/>
          <a:chExt cx="0" cy="0"/>
        </a:xfrm>
      </p:grpSpPr>
      <p:sp>
        <p:nvSpPr>
          <p:cNvPr id="7" name="矩形 6"/>
          <p:cNvSpPr/>
          <p:nvPr/>
        </p:nvSpPr>
        <p:spPr>
          <a:xfrm>
            <a:off x="592455" y="1223645"/>
            <a:ext cx="9840595" cy="4842510"/>
          </a:xfrm>
          <a:prstGeom prst="rect">
            <a:avLst/>
          </a:prstGeom>
          <a:noFill/>
          <a:ln w="28575">
            <a:solidFill>
              <a:srgbClr val="0070C0"/>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8" name="文本框 7"/>
          <p:cNvSpPr txBox="1"/>
          <p:nvPr/>
        </p:nvSpPr>
        <p:spPr>
          <a:xfrm>
            <a:off x="750507" y="1289571"/>
            <a:ext cx="7388782" cy="1938020"/>
          </a:xfrm>
          <a:prstGeom prst="rect">
            <a:avLst/>
          </a:prstGeom>
          <a:noFill/>
        </p:spPr>
        <p:txBody>
          <a:bodyPr wrap="square" rtlCol="0">
            <a:spAutoFit/>
          </a:bodyPr>
          <a:lstStyle/>
          <a:p>
            <a:pPr lvl="0">
              <a:lnSpc>
                <a:spcPct val="150000"/>
              </a:lnSpc>
              <a:spcBef>
                <a:spcPct val="0"/>
              </a:spcBef>
            </a:pPr>
            <a:r>
              <a:rPr kumimoji="0" lang="zh-CN" altLang="en-US" sz="2000" b="1" i="0" u="none" strike="noStrike" kern="1200" cap="none" spc="0" normalizeH="0" baseline="0" noProof="0" dirty="0">
                <a:ln>
                  <a:noFill/>
                </a:ln>
                <a:solidFill>
                  <a:schemeClr val="bg1"/>
                </a:solidFill>
                <a:effectLst/>
                <a:uLnTx/>
                <a:uFillTx/>
                <a:latin typeface="Times New Roman" panose="02020603050405020304" pitchFamily="18" charset="0"/>
                <a:ea typeface="楷体" panose="02010609060101010101" pitchFamily="49" charset="-122"/>
                <a:cs typeface="Times New Roman" panose="02020603050405020304" pitchFamily="18" charset="0"/>
              </a:rPr>
              <a:t>设二元函 数    </a:t>
            </a:r>
            <a:r>
              <a:rPr kumimoji="0" lang="en-US" altLang="zh-CN" sz="2000" b="1" i="0" u="none" strike="noStrike" kern="1200" cap="none" spc="0" normalizeH="0" baseline="0" noProof="0" dirty="0">
                <a:ln>
                  <a:noFill/>
                </a:ln>
                <a:solidFill>
                  <a:schemeClr val="bg1"/>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sz="2000" b="1" i="0" u="none" strike="noStrike" kern="1200" cap="none" spc="0" normalizeH="0" baseline="0" noProof="0" dirty="0">
                <a:ln>
                  <a:noFill/>
                </a:ln>
                <a:solidFill>
                  <a:schemeClr val="bg1"/>
                </a:solidFill>
                <a:effectLst/>
                <a:uLnTx/>
                <a:uFillTx/>
                <a:latin typeface="Times New Roman" panose="02020603050405020304" pitchFamily="18" charset="0"/>
                <a:ea typeface="楷体" panose="02010609060101010101" pitchFamily="49" charset="-122"/>
                <a:cs typeface="Times New Roman" panose="02020603050405020304" pitchFamily="18" charset="0"/>
              </a:rPr>
              <a:t>和    </a:t>
            </a:r>
            <a:r>
              <a:rPr kumimoji="0" lang="en-US" altLang="zh-CN" sz="2000" b="1" i="0" u="none" strike="noStrike" kern="1200" cap="none" spc="0" normalizeH="0" baseline="0" noProof="0" dirty="0">
                <a:ln>
                  <a:noFill/>
                </a:ln>
                <a:solidFill>
                  <a:schemeClr val="bg1"/>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sz="2000" b="1" i="0" u="none" strike="noStrike" kern="1200" cap="none" spc="0" normalizeH="0" baseline="0" noProof="0" dirty="0">
                <a:ln>
                  <a:noFill/>
                </a:ln>
                <a:solidFill>
                  <a:schemeClr val="bg1"/>
                </a:solidFill>
                <a:effectLst/>
                <a:uLnTx/>
                <a:uFillTx/>
                <a:latin typeface="Times New Roman" panose="02020603050405020304" pitchFamily="18" charset="0"/>
                <a:ea typeface="楷体" panose="02010609060101010101" pitchFamily="49" charset="-122"/>
                <a:cs typeface="Times New Roman" panose="02020603050405020304" pitchFamily="18" charset="0"/>
              </a:rPr>
              <a:t>在 所 考 虑 的 区 域 内 有 连 续 的 一 阶 偏 导 数，且</a:t>
            </a:r>
            <a:r>
              <a:rPr kumimoji="0" lang="en-US" altLang="zh-CN" sz="2000" b="1" i="0" u="none" strike="noStrike" kern="1200" cap="none" spc="0" normalizeH="0" baseline="0" noProof="0" dirty="0">
                <a:ln>
                  <a:noFill/>
                </a:ln>
                <a:solidFill>
                  <a:schemeClr val="bg1"/>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sz="2000" b="1" i="0" u="none" strike="noStrike" kern="1200" cap="none" spc="0" normalizeH="0" baseline="0" noProof="0" dirty="0">
                <a:ln>
                  <a:noFill/>
                </a:ln>
                <a:solidFill>
                  <a:schemeClr val="bg1"/>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sz="2000" b="1" i="0" u="none" strike="noStrike" kern="1200" cap="none" spc="0" normalizeH="0" baseline="0" noProof="0" dirty="0">
                <a:ln>
                  <a:noFill/>
                </a:ln>
                <a:solidFill>
                  <a:schemeClr val="bg1"/>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sz="2000" b="1" i="0" u="none" strike="noStrike" kern="1200" cap="none" spc="0" normalizeH="0" baseline="0" noProof="0" dirty="0">
                <a:ln>
                  <a:noFill/>
                </a:ln>
                <a:solidFill>
                  <a:schemeClr val="bg1"/>
                </a:solidFill>
                <a:effectLst/>
                <a:uLnTx/>
                <a:uFillTx/>
                <a:latin typeface="Times New Roman" panose="02020603050405020304" pitchFamily="18" charset="0"/>
                <a:ea typeface="楷体" panose="02010609060101010101" pitchFamily="49" charset="-122"/>
                <a:cs typeface="Times New Roman" panose="02020603050405020304" pitchFamily="18" charset="0"/>
              </a:rPr>
              <a:t>不同时为零，求函数</a:t>
            </a:r>
            <a:r>
              <a:rPr kumimoji="0" lang="en-US" altLang="zh-CN" sz="2000" b="1" i="0" u="none" strike="noStrike" kern="1200" cap="none" spc="0" normalizeH="0" baseline="0" noProof="0" dirty="0">
                <a:ln>
                  <a:noFill/>
                </a:ln>
                <a:solidFill>
                  <a:schemeClr val="bg1"/>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sz="2000" b="1" i="0" u="none" strike="noStrike" kern="1200" cap="none" spc="0" normalizeH="0" baseline="0" noProof="0" dirty="0">
                <a:ln>
                  <a:noFill/>
                </a:ln>
                <a:solidFill>
                  <a:schemeClr val="bg1"/>
                </a:solidFill>
                <a:effectLst/>
                <a:uLnTx/>
                <a:uFillTx/>
                <a:latin typeface="Times New Roman" panose="02020603050405020304" pitchFamily="18" charset="0"/>
                <a:ea typeface="楷体" panose="02010609060101010101" pitchFamily="49" charset="-122"/>
                <a:cs typeface="Times New Roman" panose="02020603050405020304" pitchFamily="18" charset="0"/>
              </a:rPr>
              <a:t>在约束条件 </a:t>
            </a:r>
            <a:r>
              <a:rPr kumimoji="0" lang="en-US" altLang="zh-CN" sz="2000" b="1" i="0" u="none" strike="noStrike" kern="1200" cap="none" spc="0" normalizeH="0" baseline="0" noProof="0" dirty="0">
                <a:ln>
                  <a:noFill/>
                </a:ln>
                <a:solidFill>
                  <a:schemeClr val="bg1"/>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sz="2000" b="1" i="0" u="none" strike="noStrike" kern="1200" cap="none" spc="0" normalizeH="0" baseline="0" noProof="0" dirty="0">
                <a:ln>
                  <a:noFill/>
                </a:ln>
                <a:solidFill>
                  <a:schemeClr val="bg1"/>
                </a:solidFill>
                <a:effectLst/>
                <a:uLnTx/>
                <a:uFillTx/>
                <a:latin typeface="Times New Roman" panose="02020603050405020304" pitchFamily="18" charset="0"/>
                <a:ea typeface="楷体" panose="02010609060101010101" pitchFamily="49" charset="-122"/>
                <a:cs typeface="Times New Roman" panose="02020603050405020304" pitchFamily="18" charset="0"/>
              </a:rPr>
              <a:t>下的极值，可用下</a:t>
            </a:r>
            <a:endParaRPr kumimoji="0" lang="zh-CN" altLang="en-US" sz="2000" b="1" i="0" u="none" strike="noStrike" kern="1200" cap="none" spc="0" normalizeH="0" baseline="0" noProof="0" dirty="0">
              <a:ln>
                <a:noFill/>
              </a:ln>
              <a:solidFill>
                <a:schemeClr val="bg1"/>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bg1"/>
                </a:solidFill>
                <a:effectLst/>
                <a:uLnTx/>
                <a:uFillTx/>
                <a:latin typeface="Times New Roman" panose="02020603050405020304" pitchFamily="18" charset="0"/>
                <a:ea typeface="楷体" panose="02010609060101010101" pitchFamily="49" charset="-122"/>
                <a:cs typeface="Times New Roman" panose="02020603050405020304" pitchFamily="18" charset="0"/>
              </a:rPr>
              <a:t>面步骤来求：</a:t>
            </a:r>
            <a:endParaRPr kumimoji="0" lang="zh-CN" altLang="en-US" sz="2000" b="1" i="0" u="none" strike="noStrike" kern="1200" cap="none" spc="0" normalizeH="0" baseline="0" noProof="0" dirty="0">
              <a:ln>
                <a:noFill/>
              </a:ln>
              <a:solidFill>
                <a:schemeClr val="bg1"/>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1" name="矩形: 圆角 133"/>
          <p:cNvSpPr/>
          <p:nvPr/>
        </p:nvSpPr>
        <p:spPr>
          <a:xfrm rot="2700000">
            <a:off x="481528" y="324463"/>
            <a:ext cx="608141" cy="608141"/>
          </a:xfrm>
          <a:prstGeom prst="roundRect">
            <a:avLst/>
          </a:prstGeom>
          <a:solidFill>
            <a:schemeClr val="accent1"/>
          </a:solidFill>
          <a:ln w="38100">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Arial" panose="020B0604020202020204"/>
              <a:ea typeface="微软雅黑" panose="020B0503020204020204" charset="-122"/>
              <a:cs typeface="+mn-cs"/>
            </a:endParaRPr>
          </a:p>
        </p:txBody>
      </p:sp>
      <p:cxnSp>
        <p:nvCxnSpPr>
          <p:cNvPr id="12" name="直接连接符 11"/>
          <p:cNvCxnSpPr/>
          <p:nvPr/>
        </p:nvCxnSpPr>
        <p:spPr>
          <a:xfrm>
            <a:off x="1046328" y="1023585"/>
            <a:ext cx="11145672"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4" name="任意多边形: 形状 137"/>
          <p:cNvSpPr/>
          <p:nvPr/>
        </p:nvSpPr>
        <p:spPr>
          <a:xfrm rot="2700000">
            <a:off x="10236192" y="807057"/>
            <a:ext cx="433056" cy="433056"/>
          </a:xfrm>
          <a:custGeom>
            <a:avLst/>
            <a:gdLst>
              <a:gd name="connsiteX0" fmla="*/ 29688 w 542085"/>
              <a:gd name="connsiteY0" fmla="*/ 29687 h 542085"/>
              <a:gd name="connsiteX1" fmla="*/ 101359 w 542085"/>
              <a:gd name="connsiteY1" fmla="*/ 0 h 542085"/>
              <a:gd name="connsiteX2" fmla="*/ 506782 w 542085"/>
              <a:gd name="connsiteY2" fmla="*/ 0 h 542085"/>
              <a:gd name="connsiteX3" fmla="*/ 542085 w 542085"/>
              <a:gd name="connsiteY3" fmla="*/ 7127 h 542085"/>
              <a:gd name="connsiteX4" fmla="*/ 7127 w 542085"/>
              <a:gd name="connsiteY4" fmla="*/ 542085 h 542085"/>
              <a:gd name="connsiteX5" fmla="*/ 0 w 542085"/>
              <a:gd name="connsiteY5" fmla="*/ 506782 h 542085"/>
              <a:gd name="connsiteX6" fmla="*/ 0 w 542085"/>
              <a:gd name="connsiteY6" fmla="*/ 101359 h 542085"/>
              <a:gd name="connsiteX7" fmla="*/ 29688 w 542085"/>
              <a:gd name="connsiteY7" fmla="*/ 29687 h 542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2085" h="542085">
                <a:moveTo>
                  <a:pt x="29688" y="29687"/>
                </a:moveTo>
                <a:cubicBezTo>
                  <a:pt x="48030" y="11345"/>
                  <a:pt x="73370" y="0"/>
                  <a:pt x="101359" y="0"/>
                </a:cubicBezTo>
                <a:lnTo>
                  <a:pt x="506782" y="0"/>
                </a:lnTo>
                <a:lnTo>
                  <a:pt x="542085" y="7127"/>
                </a:lnTo>
                <a:lnTo>
                  <a:pt x="7127" y="542085"/>
                </a:lnTo>
                <a:lnTo>
                  <a:pt x="0" y="506782"/>
                </a:lnTo>
                <a:lnTo>
                  <a:pt x="0" y="101359"/>
                </a:lnTo>
                <a:cubicBezTo>
                  <a:pt x="0" y="73369"/>
                  <a:pt x="11345" y="48029"/>
                  <a:pt x="29688" y="29687"/>
                </a:cubicBezTo>
                <a:close/>
              </a:path>
            </a:pathLst>
          </a:cu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Arial" panose="020B0604020202020204"/>
              <a:ea typeface="微软雅黑" panose="020B0503020204020204" charset="-122"/>
              <a:cs typeface="+mn-cs"/>
            </a:endParaRPr>
          </a:p>
        </p:txBody>
      </p:sp>
      <p:sp>
        <p:nvSpPr>
          <p:cNvPr id="15" name="任意多边形: 形状 138"/>
          <p:cNvSpPr/>
          <p:nvPr/>
        </p:nvSpPr>
        <p:spPr>
          <a:xfrm rot="2700000">
            <a:off x="10688014" y="807057"/>
            <a:ext cx="433056" cy="433056"/>
          </a:xfrm>
          <a:custGeom>
            <a:avLst/>
            <a:gdLst>
              <a:gd name="connsiteX0" fmla="*/ 29688 w 542085"/>
              <a:gd name="connsiteY0" fmla="*/ 29687 h 542085"/>
              <a:gd name="connsiteX1" fmla="*/ 101359 w 542085"/>
              <a:gd name="connsiteY1" fmla="*/ 0 h 542085"/>
              <a:gd name="connsiteX2" fmla="*/ 506782 w 542085"/>
              <a:gd name="connsiteY2" fmla="*/ 0 h 542085"/>
              <a:gd name="connsiteX3" fmla="*/ 542085 w 542085"/>
              <a:gd name="connsiteY3" fmla="*/ 7127 h 542085"/>
              <a:gd name="connsiteX4" fmla="*/ 7127 w 542085"/>
              <a:gd name="connsiteY4" fmla="*/ 542085 h 542085"/>
              <a:gd name="connsiteX5" fmla="*/ 0 w 542085"/>
              <a:gd name="connsiteY5" fmla="*/ 506782 h 542085"/>
              <a:gd name="connsiteX6" fmla="*/ 0 w 542085"/>
              <a:gd name="connsiteY6" fmla="*/ 101359 h 542085"/>
              <a:gd name="connsiteX7" fmla="*/ 29688 w 542085"/>
              <a:gd name="connsiteY7" fmla="*/ 29687 h 542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2085" h="542085">
                <a:moveTo>
                  <a:pt x="29688" y="29687"/>
                </a:moveTo>
                <a:cubicBezTo>
                  <a:pt x="48030" y="11345"/>
                  <a:pt x="73370" y="0"/>
                  <a:pt x="101359" y="0"/>
                </a:cubicBezTo>
                <a:lnTo>
                  <a:pt x="506782" y="0"/>
                </a:lnTo>
                <a:lnTo>
                  <a:pt x="542085" y="7127"/>
                </a:lnTo>
                <a:lnTo>
                  <a:pt x="7127" y="542085"/>
                </a:lnTo>
                <a:lnTo>
                  <a:pt x="0" y="506782"/>
                </a:lnTo>
                <a:lnTo>
                  <a:pt x="0" y="101359"/>
                </a:lnTo>
                <a:cubicBezTo>
                  <a:pt x="0" y="73369"/>
                  <a:pt x="11345" y="48029"/>
                  <a:pt x="29688" y="29687"/>
                </a:cubicBezTo>
                <a:close/>
              </a:path>
            </a:pathLst>
          </a:cu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Arial" panose="020B0604020202020204"/>
              <a:ea typeface="微软雅黑" panose="020B0503020204020204" charset="-122"/>
              <a:cs typeface="+mn-cs"/>
            </a:endParaRPr>
          </a:p>
        </p:txBody>
      </p:sp>
      <p:sp>
        <p:nvSpPr>
          <p:cNvPr id="16" name="任意多边形: 形状 139"/>
          <p:cNvSpPr/>
          <p:nvPr/>
        </p:nvSpPr>
        <p:spPr>
          <a:xfrm rot="2700000">
            <a:off x="11139835" y="807057"/>
            <a:ext cx="433056" cy="433056"/>
          </a:xfrm>
          <a:custGeom>
            <a:avLst/>
            <a:gdLst>
              <a:gd name="connsiteX0" fmla="*/ 29688 w 542085"/>
              <a:gd name="connsiteY0" fmla="*/ 29687 h 542085"/>
              <a:gd name="connsiteX1" fmla="*/ 101359 w 542085"/>
              <a:gd name="connsiteY1" fmla="*/ 0 h 542085"/>
              <a:gd name="connsiteX2" fmla="*/ 506782 w 542085"/>
              <a:gd name="connsiteY2" fmla="*/ 0 h 542085"/>
              <a:gd name="connsiteX3" fmla="*/ 542085 w 542085"/>
              <a:gd name="connsiteY3" fmla="*/ 7127 h 542085"/>
              <a:gd name="connsiteX4" fmla="*/ 7127 w 542085"/>
              <a:gd name="connsiteY4" fmla="*/ 542085 h 542085"/>
              <a:gd name="connsiteX5" fmla="*/ 0 w 542085"/>
              <a:gd name="connsiteY5" fmla="*/ 506782 h 542085"/>
              <a:gd name="connsiteX6" fmla="*/ 0 w 542085"/>
              <a:gd name="connsiteY6" fmla="*/ 101359 h 542085"/>
              <a:gd name="connsiteX7" fmla="*/ 29688 w 542085"/>
              <a:gd name="connsiteY7" fmla="*/ 29687 h 542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2085" h="542085">
                <a:moveTo>
                  <a:pt x="29688" y="29687"/>
                </a:moveTo>
                <a:cubicBezTo>
                  <a:pt x="48030" y="11345"/>
                  <a:pt x="73370" y="0"/>
                  <a:pt x="101359" y="0"/>
                </a:cubicBezTo>
                <a:lnTo>
                  <a:pt x="506782" y="0"/>
                </a:lnTo>
                <a:lnTo>
                  <a:pt x="542085" y="7127"/>
                </a:lnTo>
                <a:lnTo>
                  <a:pt x="7127" y="542085"/>
                </a:lnTo>
                <a:lnTo>
                  <a:pt x="0" y="506782"/>
                </a:lnTo>
                <a:lnTo>
                  <a:pt x="0" y="101359"/>
                </a:lnTo>
                <a:cubicBezTo>
                  <a:pt x="0" y="73369"/>
                  <a:pt x="11345" y="48029"/>
                  <a:pt x="29688" y="29687"/>
                </a:cubicBezTo>
                <a:close/>
              </a:path>
            </a:pathLst>
          </a:cu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Arial" panose="020B0604020202020204"/>
              <a:ea typeface="微软雅黑" panose="020B0503020204020204" charset="-122"/>
              <a:cs typeface="+mn-cs"/>
            </a:endParaRPr>
          </a:p>
        </p:txBody>
      </p:sp>
      <p:sp>
        <p:nvSpPr>
          <p:cNvPr id="13" name="文本框 135"/>
          <p:cNvSpPr txBox="1"/>
          <p:nvPr/>
        </p:nvSpPr>
        <p:spPr>
          <a:xfrm>
            <a:off x="1403349" y="366923"/>
            <a:ext cx="2622834" cy="584775"/>
          </a:xfrm>
          <a:prstGeom prst="rect">
            <a:avLst/>
          </a:prstGeom>
          <a:noFill/>
        </p:spPr>
        <p:txBody>
          <a:bodyPr wrap="none" rtlCol="0">
            <a:spAutoFit/>
            <a:scene3d>
              <a:camera prst="orthographicFront"/>
              <a:lightRig rig="threePt" dir="t"/>
            </a:scene3d>
            <a:sp3d contourW="6350"/>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chemeClr val="bg1"/>
                </a:solidFill>
                <a:effectLst/>
                <a:uLnTx/>
                <a:uFillTx/>
                <a:latin typeface="Arial" panose="020B0604020202020204"/>
                <a:ea typeface="微软雅黑" panose="020B0503020204020204" charset="-122"/>
                <a:cs typeface="+mn-cs"/>
              </a:rPr>
              <a:t>5.6  </a:t>
            </a:r>
            <a:r>
              <a:rPr kumimoji="0" lang="zh-CN" altLang="en-US" sz="3200" b="1" i="0" u="none" strike="noStrike" kern="1200" cap="none" spc="0" normalizeH="0" baseline="0" noProof="0" dirty="0">
                <a:ln>
                  <a:noFill/>
                </a:ln>
                <a:solidFill>
                  <a:schemeClr val="bg1"/>
                </a:solidFill>
                <a:effectLst/>
                <a:uLnTx/>
                <a:uFillTx/>
                <a:latin typeface="Arial" panose="020B0604020202020204"/>
                <a:ea typeface="微软雅黑" panose="020B0503020204020204" charset="-122"/>
                <a:cs typeface="+mn-cs"/>
              </a:rPr>
              <a:t>条件极值</a:t>
            </a:r>
            <a:endParaRPr kumimoji="0" lang="zh-CN" altLang="en-US" sz="3200" b="1" i="0" u="none" strike="noStrike" kern="1200" cap="none" spc="0" normalizeH="0" baseline="0" noProof="0" dirty="0">
              <a:ln>
                <a:noFill/>
              </a:ln>
              <a:solidFill>
                <a:schemeClr val="bg1"/>
              </a:solidFill>
              <a:effectLst/>
              <a:uLnTx/>
              <a:uFillTx/>
              <a:latin typeface="Arial" panose="020B0604020202020204"/>
              <a:ea typeface="微软雅黑" panose="020B0503020204020204" charset="-122"/>
              <a:cs typeface="+mn-cs"/>
            </a:endParaRPr>
          </a:p>
        </p:txBody>
      </p:sp>
      <mc:AlternateContent xmlns:mc="http://schemas.openxmlformats.org/markup-compatibility/2006">
        <mc:Choice xmlns:a14="http://schemas.microsoft.com/office/drawing/2010/main" Requires="a14">
          <p:sp>
            <p:nvSpPr>
              <p:cNvPr id="3" name="对象 8"/>
              <p:cNvSpPr txBox="1"/>
              <p:nvPr/>
            </p:nvSpPr>
            <p:spPr>
              <a:xfrm>
                <a:off x="2206035" y="1452660"/>
                <a:ext cx="1358900" cy="392112"/>
              </a:xfrm>
              <a:prstGeom prst="rect">
                <a:avLst/>
              </a:prstGeom>
              <a:noFill/>
              <a:ln w="38100">
                <a:noFill/>
                <a:miter/>
              </a:ln>
            </p:spPr>
            <p:txBody>
              <a:bodyPr>
                <a:normAutofit fontScale="85000" lnSpcReduction="10000"/>
              </a:bodyPr>
              <a:lstStyle/>
              <a:p>
                <a14:m>
                  <m:oMathPara xmlns:m="http://schemas.openxmlformats.org/officeDocument/2006/math">
                    <m:oMathParaPr>
                      <m:jc m:val="left"/>
                    </m:oMathParaPr>
                    <m:oMath xmlns:m="http://schemas.openxmlformats.org/officeDocument/2006/math">
                      <m:r>
                        <a:rPr lang="zh-CN" altLang="en-US" i="1" smtClean="0">
                          <a:solidFill>
                            <a:schemeClr val="bg1"/>
                          </a:solidFill>
                          <a:latin typeface="Cambria Math" panose="02040503050406030204" pitchFamily="18" charset="0"/>
                        </a:rPr>
                        <m:t>𝑧</m:t>
                      </m:r>
                      <m:r>
                        <a:rPr lang="zh-CN" altLang="en-US" i="1" smtClean="0">
                          <a:solidFill>
                            <a:schemeClr val="bg1"/>
                          </a:solidFill>
                          <a:latin typeface="Cambria Math" panose="02040503050406030204" pitchFamily="18" charset="0"/>
                        </a:rPr>
                        <m:t>=</m:t>
                      </m:r>
                      <m:r>
                        <a:rPr lang="zh-CN" altLang="en-US" i="1" smtClean="0">
                          <a:solidFill>
                            <a:schemeClr val="bg1"/>
                          </a:solidFill>
                          <a:latin typeface="Cambria Math" panose="02040503050406030204" pitchFamily="18" charset="0"/>
                        </a:rPr>
                        <m:t>𝑓</m:t>
                      </m:r>
                      <m:d>
                        <m:dPr>
                          <m:ctrlPr>
                            <a:rPr lang="zh-CN" altLang="en-US" i="1">
                              <a:solidFill>
                                <a:schemeClr val="bg1"/>
                              </a:solidFill>
                              <a:latin typeface="Cambria Math" panose="02040503050406030204" pitchFamily="18" charset="0"/>
                            </a:rPr>
                          </m:ctrlPr>
                        </m:dPr>
                        <m:e>
                          <m:r>
                            <a:rPr lang="zh-CN" altLang="en-US" i="1">
                              <a:solidFill>
                                <a:schemeClr val="bg1"/>
                              </a:solidFill>
                              <a:latin typeface="Cambria Math" panose="02040503050406030204" pitchFamily="18" charset="0"/>
                            </a:rPr>
                            <m:t>𝑥</m:t>
                          </m:r>
                          <m:r>
                            <a:rPr lang="zh-CN" altLang="en-US" i="1">
                              <a:solidFill>
                                <a:schemeClr val="bg1"/>
                              </a:solidFill>
                              <a:latin typeface="Cambria Math" panose="02040503050406030204" pitchFamily="18" charset="0"/>
                            </a:rPr>
                            <m:t> </m:t>
                          </m:r>
                          <m:r>
                            <a:rPr lang="zh-CN" altLang="en-US" i="1">
                              <a:solidFill>
                                <a:schemeClr val="bg1"/>
                              </a:solidFill>
                              <a:latin typeface="Cambria Math" panose="02040503050406030204" pitchFamily="18" charset="0"/>
                            </a:rPr>
                            <m:t>，</m:t>
                          </m:r>
                          <m:r>
                            <a:rPr lang="zh-CN" altLang="en-US" i="1">
                              <a:solidFill>
                                <a:schemeClr val="bg1"/>
                              </a:solidFill>
                              <a:latin typeface="Cambria Math" panose="02040503050406030204" pitchFamily="18" charset="0"/>
                            </a:rPr>
                            <m:t> </m:t>
                          </m:r>
                          <m:r>
                            <a:rPr lang="zh-CN" altLang="en-US" i="1">
                              <a:solidFill>
                                <a:schemeClr val="bg1"/>
                              </a:solidFill>
                              <a:latin typeface="Cambria Math" panose="02040503050406030204" pitchFamily="18" charset="0"/>
                            </a:rPr>
                            <m:t>𝑦</m:t>
                          </m:r>
                        </m:e>
                      </m:d>
                    </m:oMath>
                  </m:oMathPara>
                </a14:m>
                <a:endParaRPr lang="zh-CN" altLang="en-US" dirty="0">
                  <a:solidFill>
                    <a:schemeClr val="bg1"/>
                  </a:solidFill>
                </a:endParaRPr>
              </a:p>
            </p:txBody>
          </p:sp>
        </mc:Choice>
        <mc:Fallback>
          <p:sp>
            <p:nvSpPr>
              <p:cNvPr id="3" name="对象 8"/>
              <p:cNvSpPr txBox="1">
                <a:spLocks noRot="1" noChangeAspect="1" noMove="1" noResize="1" noEditPoints="1" noAdjustHandles="1" noChangeArrowheads="1" noChangeShapeType="1" noTextEdit="1"/>
              </p:cNvSpPr>
              <p:nvPr/>
            </p:nvSpPr>
            <p:spPr>
              <a:xfrm>
                <a:off x="2206035" y="1452660"/>
                <a:ext cx="1358900" cy="392112"/>
              </a:xfrm>
              <a:prstGeom prst="rect">
                <a:avLst/>
              </a:prstGeom>
              <a:blipFill rotWithShape="1">
                <a:blip r:embed="rId1"/>
                <a:stretch>
                  <a:fillRect l="-3" t="-106" r="3" b="25"/>
                </a:stretch>
              </a:blipFill>
              <a:ln w="38100">
                <a:noFill/>
                <a:miter/>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对象 9"/>
              <p:cNvSpPr txBox="1"/>
              <p:nvPr/>
            </p:nvSpPr>
            <p:spPr>
              <a:xfrm>
                <a:off x="3785043" y="1458913"/>
                <a:ext cx="1333500" cy="392112"/>
              </a:xfrm>
              <a:prstGeom prst="rect">
                <a:avLst/>
              </a:prstGeom>
              <a:noFill/>
              <a:ln w="38100">
                <a:noFill/>
                <a:miter/>
              </a:ln>
            </p:spPr>
            <p:txBody>
              <a:bodyPr>
                <a:normAutofit fontScale="85000" lnSpcReduction="10000"/>
              </a:bodyPr>
              <a:lstStyle/>
              <a:p>
                <a14:m>
                  <m:oMathPara xmlns:m="http://schemas.openxmlformats.org/officeDocument/2006/math">
                    <m:oMathParaPr>
                      <m:jc m:val="left"/>
                    </m:oMathParaPr>
                    <m:oMath xmlns:m="http://schemas.openxmlformats.org/officeDocument/2006/math">
                      <m:r>
                        <a:rPr lang="zh-CN" altLang="en-US" i="1" smtClean="0">
                          <a:solidFill>
                            <a:schemeClr val="bg1"/>
                          </a:solidFill>
                          <a:latin typeface="Cambria Math" panose="02040503050406030204" pitchFamily="18" charset="0"/>
                        </a:rPr>
                        <m:t>𝜑</m:t>
                      </m:r>
                      <m:d>
                        <m:dPr>
                          <m:ctrlPr>
                            <a:rPr lang="zh-CN" altLang="en-US" i="1">
                              <a:solidFill>
                                <a:schemeClr val="bg1"/>
                              </a:solidFill>
                              <a:latin typeface="Cambria Math" panose="02040503050406030204" pitchFamily="18" charset="0"/>
                            </a:rPr>
                          </m:ctrlPr>
                        </m:dPr>
                        <m:e>
                          <m:r>
                            <a:rPr lang="zh-CN" altLang="en-US" i="1">
                              <a:solidFill>
                                <a:schemeClr val="bg1"/>
                              </a:solidFill>
                              <a:latin typeface="Cambria Math" panose="02040503050406030204" pitchFamily="18" charset="0"/>
                            </a:rPr>
                            <m:t>𝑥</m:t>
                          </m:r>
                          <m:r>
                            <a:rPr lang="zh-CN" altLang="en-US" i="1">
                              <a:solidFill>
                                <a:schemeClr val="bg1"/>
                              </a:solidFill>
                              <a:latin typeface="Cambria Math" panose="02040503050406030204" pitchFamily="18" charset="0"/>
                            </a:rPr>
                            <m:t> </m:t>
                          </m:r>
                          <m:r>
                            <a:rPr lang="zh-CN" altLang="en-US" i="1">
                              <a:solidFill>
                                <a:schemeClr val="bg1"/>
                              </a:solidFill>
                              <a:latin typeface="Cambria Math" panose="02040503050406030204" pitchFamily="18" charset="0"/>
                            </a:rPr>
                            <m:t>，</m:t>
                          </m:r>
                          <m:r>
                            <a:rPr lang="zh-CN" altLang="en-US" i="1">
                              <a:solidFill>
                                <a:schemeClr val="bg1"/>
                              </a:solidFill>
                              <a:latin typeface="Cambria Math" panose="02040503050406030204" pitchFamily="18" charset="0"/>
                            </a:rPr>
                            <m:t> </m:t>
                          </m:r>
                          <m:r>
                            <a:rPr lang="zh-CN" altLang="en-US" i="1">
                              <a:solidFill>
                                <a:schemeClr val="bg1"/>
                              </a:solidFill>
                              <a:latin typeface="Cambria Math" panose="02040503050406030204" pitchFamily="18" charset="0"/>
                            </a:rPr>
                            <m:t>𝑦</m:t>
                          </m:r>
                        </m:e>
                      </m:d>
                      <m:r>
                        <a:rPr lang="zh-CN" altLang="en-US" i="1">
                          <a:solidFill>
                            <a:schemeClr val="bg1"/>
                          </a:solidFill>
                          <a:latin typeface="Cambria Math" panose="02040503050406030204" pitchFamily="18" charset="0"/>
                        </a:rPr>
                        <m:t>=</m:t>
                      </m:r>
                      <m:r>
                        <a:rPr lang="zh-CN" altLang="en-US" i="1">
                          <a:solidFill>
                            <a:schemeClr val="bg1"/>
                          </a:solidFill>
                          <a:latin typeface="Cambria Math" panose="02040503050406030204" pitchFamily="18" charset="0"/>
                        </a:rPr>
                        <m:t>0</m:t>
                      </m:r>
                    </m:oMath>
                  </m:oMathPara>
                </a14:m>
                <a:endParaRPr lang="zh-CN" altLang="en-US" dirty="0">
                  <a:solidFill>
                    <a:schemeClr val="bg1"/>
                  </a:solidFill>
                </a:endParaRPr>
              </a:p>
            </p:txBody>
          </p:sp>
        </mc:Choice>
        <mc:Fallback>
          <p:sp>
            <p:nvSpPr>
              <p:cNvPr id="4" name="对象 9"/>
              <p:cNvSpPr txBox="1">
                <a:spLocks noRot="1" noChangeAspect="1" noMove="1" noResize="1" noEditPoints="1" noAdjustHandles="1" noChangeArrowheads="1" noChangeShapeType="1" noTextEdit="1"/>
              </p:cNvSpPr>
              <p:nvPr/>
            </p:nvSpPr>
            <p:spPr>
              <a:xfrm>
                <a:off x="3785043" y="1458913"/>
                <a:ext cx="1333500" cy="392112"/>
              </a:xfrm>
              <a:prstGeom prst="rect">
                <a:avLst/>
              </a:prstGeom>
              <a:blipFill rotWithShape="1">
                <a:blip r:embed="rId2"/>
                <a:stretch>
                  <a:fillRect l="-33" t="-81" r="33"/>
                </a:stretch>
              </a:blipFill>
              <a:ln w="38100">
                <a:noFill/>
                <a:miter/>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8" name="对象 10"/>
              <p:cNvSpPr txBox="1"/>
              <p:nvPr/>
            </p:nvSpPr>
            <p:spPr>
              <a:xfrm>
                <a:off x="3859622" y="1909767"/>
                <a:ext cx="1016000" cy="393700"/>
              </a:xfrm>
              <a:prstGeom prst="rect">
                <a:avLst/>
              </a:prstGeom>
              <a:noFill/>
              <a:ln w="38100">
                <a:noFill/>
                <a:miter/>
              </a:ln>
            </p:spPr>
            <p:txBody>
              <a:bodyPr>
                <a:normAutofit fontScale="77500" lnSpcReduction="20000"/>
              </a:bodyPr>
              <a:lstStyle/>
              <a:p>
                <a14:m>
                  <m:oMathPara xmlns:m="http://schemas.openxmlformats.org/officeDocument/2006/math">
                    <m:oMathParaPr>
                      <m:jc m:val="left"/>
                    </m:oMathParaPr>
                    <m:oMath xmlns:m="http://schemas.openxmlformats.org/officeDocument/2006/math">
                      <m:sSub>
                        <m:sSubPr>
                          <m:ctrlPr>
                            <a:rPr lang="zh-CN" altLang="en-US" i="1" smtClean="0">
                              <a:solidFill>
                                <a:schemeClr val="bg1"/>
                              </a:solidFill>
                              <a:latin typeface="Cambria Math" panose="02040503050406030204" pitchFamily="18" charset="0"/>
                            </a:rPr>
                          </m:ctrlPr>
                        </m:sSubPr>
                        <m:e>
                          <m:r>
                            <a:rPr lang="zh-CN" altLang="en-US" i="1">
                              <a:solidFill>
                                <a:schemeClr val="bg1"/>
                              </a:solidFill>
                              <a:latin typeface="Cambria Math" panose="02040503050406030204" pitchFamily="18" charset="0"/>
                            </a:rPr>
                            <m:t>𝜑</m:t>
                          </m:r>
                        </m:e>
                        <m:sub>
                          <m:r>
                            <a:rPr lang="zh-CN" altLang="en-US" i="1">
                              <a:solidFill>
                                <a:schemeClr val="bg1"/>
                              </a:solidFill>
                              <a:latin typeface="Cambria Math" panose="02040503050406030204" pitchFamily="18" charset="0"/>
                            </a:rPr>
                            <m:t>𝑥</m:t>
                          </m:r>
                        </m:sub>
                      </m:sSub>
                      <m:d>
                        <m:dPr>
                          <m:ctrlPr>
                            <a:rPr lang="zh-CN" altLang="en-US" i="1">
                              <a:solidFill>
                                <a:schemeClr val="bg1"/>
                              </a:solidFill>
                              <a:latin typeface="Cambria Math" panose="02040503050406030204" pitchFamily="18" charset="0"/>
                            </a:rPr>
                          </m:ctrlPr>
                        </m:dPr>
                        <m:e>
                          <m:r>
                            <a:rPr lang="zh-CN" altLang="en-US" i="1">
                              <a:solidFill>
                                <a:schemeClr val="bg1"/>
                              </a:solidFill>
                              <a:latin typeface="Cambria Math" panose="02040503050406030204" pitchFamily="18" charset="0"/>
                            </a:rPr>
                            <m:t>𝑥</m:t>
                          </m:r>
                          <m:r>
                            <a:rPr lang="zh-CN" altLang="en-US" i="1">
                              <a:solidFill>
                                <a:schemeClr val="bg1"/>
                              </a:solidFill>
                              <a:latin typeface="Cambria Math" panose="02040503050406030204" pitchFamily="18" charset="0"/>
                            </a:rPr>
                            <m:t> </m:t>
                          </m:r>
                          <m:r>
                            <a:rPr lang="zh-CN" altLang="en-US" i="1">
                              <a:solidFill>
                                <a:schemeClr val="bg1"/>
                              </a:solidFill>
                              <a:latin typeface="Cambria Math" panose="02040503050406030204" pitchFamily="18" charset="0"/>
                            </a:rPr>
                            <m:t>，</m:t>
                          </m:r>
                          <m:r>
                            <a:rPr lang="zh-CN" altLang="en-US" i="1">
                              <a:solidFill>
                                <a:schemeClr val="bg1"/>
                              </a:solidFill>
                              <a:latin typeface="Cambria Math" panose="02040503050406030204" pitchFamily="18" charset="0"/>
                            </a:rPr>
                            <m:t> </m:t>
                          </m:r>
                          <m:r>
                            <a:rPr lang="zh-CN" altLang="en-US" i="1">
                              <a:solidFill>
                                <a:schemeClr val="bg1"/>
                              </a:solidFill>
                              <a:latin typeface="Cambria Math" panose="02040503050406030204" pitchFamily="18" charset="0"/>
                            </a:rPr>
                            <m:t>𝑦</m:t>
                          </m:r>
                        </m:e>
                      </m:d>
                    </m:oMath>
                  </m:oMathPara>
                </a14:m>
                <a:endParaRPr lang="zh-CN" altLang="en-US" dirty="0">
                  <a:solidFill>
                    <a:schemeClr val="bg1"/>
                  </a:solidFill>
                </a:endParaRPr>
              </a:p>
            </p:txBody>
          </p:sp>
        </mc:Choice>
        <mc:Fallback>
          <p:sp>
            <p:nvSpPr>
              <p:cNvPr id="18" name="对象 10"/>
              <p:cNvSpPr txBox="1">
                <a:spLocks noRot="1" noChangeAspect="1" noMove="1" noResize="1" noEditPoints="1" noAdjustHandles="1" noChangeArrowheads="1" noChangeShapeType="1" noTextEdit="1"/>
              </p:cNvSpPr>
              <p:nvPr/>
            </p:nvSpPr>
            <p:spPr>
              <a:xfrm>
                <a:off x="3859622" y="1909767"/>
                <a:ext cx="1016000" cy="393700"/>
              </a:xfrm>
              <a:prstGeom prst="rect">
                <a:avLst/>
              </a:prstGeom>
              <a:blipFill rotWithShape="1">
                <a:blip r:embed="rId3"/>
                <a:stretch>
                  <a:fillRect l="-9" t="-82" r="9" b="82"/>
                </a:stretch>
              </a:blipFill>
              <a:ln w="38100">
                <a:noFill/>
                <a:miter/>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0" name="对象 11"/>
              <p:cNvSpPr txBox="1"/>
              <p:nvPr/>
            </p:nvSpPr>
            <p:spPr>
              <a:xfrm>
                <a:off x="5045868" y="1906473"/>
                <a:ext cx="1028700" cy="406400"/>
              </a:xfrm>
              <a:prstGeom prst="rect">
                <a:avLst/>
              </a:prstGeom>
              <a:noFill/>
              <a:ln w="38100">
                <a:noFill/>
                <a:miter/>
              </a:ln>
            </p:spPr>
            <p:txBody>
              <a:bodyPr>
                <a:normAutofit fontScale="77500" lnSpcReduction="20000"/>
              </a:bodyPr>
              <a:lstStyle/>
              <a:p>
                <a14:m>
                  <m:oMathPara xmlns:m="http://schemas.openxmlformats.org/officeDocument/2006/math">
                    <m:oMathParaPr>
                      <m:jc m:val="left"/>
                    </m:oMathParaPr>
                    <m:oMath xmlns:m="http://schemas.openxmlformats.org/officeDocument/2006/math">
                      <m:sSub>
                        <m:sSubPr>
                          <m:ctrlPr>
                            <a:rPr lang="zh-CN" altLang="en-US" i="1" smtClean="0">
                              <a:solidFill>
                                <a:schemeClr val="bg1"/>
                              </a:solidFill>
                              <a:latin typeface="Cambria Math" panose="02040503050406030204" pitchFamily="18" charset="0"/>
                            </a:rPr>
                          </m:ctrlPr>
                        </m:sSubPr>
                        <m:e>
                          <m:r>
                            <a:rPr lang="zh-CN" altLang="en-US" i="1">
                              <a:solidFill>
                                <a:schemeClr val="bg1"/>
                              </a:solidFill>
                              <a:latin typeface="Cambria Math" panose="02040503050406030204" pitchFamily="18" charset="0"/>
                            </a:rPr>
                            <m:t>𝜑</m:t>
                          </m:r>
                        </m:e>
                        <m:sub>
                          <m:r>
                            <a:rPr lang="zh-CN" altLang="en-US" i="1">
                              <a:solidFill>
                                <a:schemeClr val="bg1"/>
                              </a:solidFill>
                              <a:latin typeface="Cambria Math" panose="02040503050406030204" pitchFamily="18" charset="0"/>
                            </a:rPr>
                            <m:t>𝑦</m:t>
                          </m:r>
                        </m:sub>
                      </m:sSub>
                      <m:d>
                        <m:dPr>
                          <m:ctrlPr>
                            <a:rPr lang="zh-CN" altLang="en-US" i="1">
                              <a:solidFill>
                                <a:schemeClr val="bg1"/>
                              </a:solidFill>
                              <a:latin typeface="Cambria Math" panose="02040503050406030204" pitchFamily="18" charset="0"/>
                            </a:rPr>
                          </m:ctrlPr>
                        </m:dPr>
                        <m:e>
                          <m:r>
                            <a:rPr lang="zh-CN" altLang="en-US" i="1">
                              <a:solidFill>
                                <a:schemeClr val="bg1"/>
                              </a:solidFill>
                              <a:latin typeface="Cambria Math" panose="02040503050406030204" pitchFamily="18" charset="0"/>
                            </a:rPr>
                            <m:t>𝑥</m:t>
                          </m:r>
                          <m:r>
                            <a:rPr lang="zh-CN" altLang="en-US" i="1">
                              <a:solidFill>
                                <a:schemeClr val="bg1"/>
                              </a:solidFill>
                              <a:latin typeface="Cambria Math" panose="02040503050406030204" pitchFamily="18" charset="0"/>
                            </a:rPr>
                            <m:t> </m:t>
                          </m:r>
                          <m:r>
                            <a:rPr lang="zh-CN" altLang="en-US" i="1">
                              <a:solidFill>
                                <a:schemeClr val="bg1"/>
                              </a:solidFill>
                              <a:latin typeface="Cambria Math" panose="02040503050406030204" pitchFamily="18" charset="0"/>
                            </a:rPr>
                            <m:t>，</m:t>
                          </m:r>
                          <m:r>
                            <a:rPr lang="zh-CN" altLang="en-US" i="1">
                              <a:solidFill>
                                <a:schemeClr val="bg1"/>
                              </a:solidFill>
                              <a:latin typeface="Cambria Math" panose="02040503050406030204" pitchFamily="18" charset="0"/>
                            </a:rPr>
                            <m:t> </m:t>
                          </m:r>
                          <m:r>
                            <a:rPr lang="zh-CN" altLang="en-US" i="1">
                              <a:solidFill>
                                <a:schemeClr val="bg1"/>
                              </a:solidFill>
                              <a:latin typeface="Cambria Math" panose="02040503050406030204" pitchFamily="18" charset="0"/>
                            </a:rPr>
                            <m:t>𝑦</m:t>
                          </m:r>
                        </m:e>
                      </m:d>
                    </m:oMath>
                  </m:oMathPara>
                </a14:m>
                <a:endParaRPr lang="zh-CN" altLang="en-US" dirty="0">
                  <a:solidFill>
                    <a:schemeClr val="bg1"/>
                  </a:solidFill>
                </a:endParaRPr>
              </a:p>
            </p:txBody>
          </p:sp>
        </mc:Choice>
        <mc:Fallback>
          <p:sp>
            <p:nvSpPr>
              <p:cNvPr id="20" name="对象 11"/>
              <p:cNvSpPr txBox="1">
                <a:spLocks noRot="1" noChangeAspect="1" noMove="1" noResize="1" noEditPoints="1" noAdjustHandles="1" noChangeArrowheads="1" noChangeShapeType="1" noTextEdit="1"/>
              </p:cNvSpPr>
              <p:nvPr/>
            </p:nvSpPr>
            <p:spPr>
              <a:xfrm>
                <a:off x="5045868" y="1906473"/>
                <a:ext cx="1028700" cy="406400"/>
              </a:xfrm>
              <a:prstGeom prst="rect">
                <a:avLst/>
              </a:prstGeom>
              <a:blipFill rotWithShape="1">
                <a:blip r:embed="rId4"/>
                <a:stretch>
                  <a:fillRect l="-15" t="-50" r="15" b="50"/>
                </a:stretch>
              </a:blipFill>
              <a:ln w="38100">
                <a:noFill/>
                <a:miter/>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1" name="对象 12"/>
              <p:cNvSpPr txBox="1"/>
              <p:nvPr/>
            </p:nvSpPr>
            <p:spPr>
              <a:xfrm>
                <a:off x="1403349" y="2303467"/>
                <a:ext cx="1358900" cy="393700"/>
              </a:xfrm>
              <a:prstGeom prst="rect">
                <a:avLst/>
              </a:prstGeom>
              <a:noFill/>
              <a:ln w="38100">
                <a:noFill/>
                <a:miter/>
              </a:ln>
            </p:spPr>
            <p:txBody>
              <a:bodyPr>
                <a:normAutofit fontScale="85000" lnSpcReduction="10000"/>
              </a:bodyPr>
              <a:lstStyle/>
              <a:p>
                <a14:m>
                  <m:oMathPara xmlns:m="http://schemas.openxmlformats.org/officeDocument/2006/math">
                    <m:oMathParaPr>
                      <m:jc m:val="left"/>
                    </m:oMathParaPr>
                    <m:oMath xmlns:m="http://schemas.openxmlformats.org/officeDocument/2006/math">
                      <m:r>
                        <a:rPr lang="zh-CN" altLang="en-US" i="1" smtClean="0">
                          <a:solidFill>
                            <a:schemeClr val="bg1"/>
                          </a:solidFill>
                          <a:latin typeface="Cambria Math" panose="02040503050406030204" pitchFamily="18" charset="0"/>
                        </a:rPr>
                        <m:t>𝑧</m:t>
                      </m:r>
                      <m:r>
                        <a:rPr lang="zh-CN" altLang="en-US" i="1" smtClean="0">
                          <a:solidFill>
                            <a:schemeClr val="bg1"/>
                          </a:solidFill>
                          <a:latin typeface="Cambria Math" panose="02040503050406030204" pitchFamily="18" charset="0"/>
                        </a:rPr>
                        <m:t>=</m:t>
                      </m:r>
                      <m:r>
                        <a:rPr lang="zh-CN" altLang="en-US" i="1" smtClean="0">
                          <a:solidFill>
                            <a:schemeClr val="bg1"/>
                          </a:solidFill>
                          <a:latin typeface="Cambria Math" panose="02040503050406030204" pitchFamily="18" charset="0"/>
                        </a:rPr>
                        <m:t>𝑓</m:t>
                      </m:r>
                      <m:d>
                        <m:dPr>
                          <m:ctrlPr>
                            <a:rPr lang="zh-CN" altLang="en-US" i="1">
                              <a:solidFill>
                                <a:schemeClr val="bg1"/>
                              </a:solidFill>
                              <a:latin typeface="Cambria Math" panose="02040503050406030204" pitchFamily="18" charset="0"/>
                            </a:rPr>
                          </m:ctrlPr>
                        </m:dPr>
                        <m:e>
                          <m:r>
                            <a:rPr lang="zh-CN" altLang="en-US" i="1">
                              <a:solidFill>
                                <a:schemeClr val="bg1"/>
                              </a:solidFill>
                              <a:latin typeface="Cambria Math" panose="02040503050406030204" pitchFamily="18" charset="0"/>
                            </a:rPr>
                            <m:t>𝑥</m:t>
                          </m:r>
                          <m:r>
                            <a:rPr lang="zh-CN" altLang="en-US" i="1">
                              <a:solidFill>
                                <a:schemeClr val="bg1"/>
                              </a:solidFill>
                              <a:latin typeface="Cambria Math" panose="02040503050406030204" pitchFamily="18" charset="0"/>
                            </a:rPr>
                            <m:t> </m:t>
                          </m:r>
                          <m:r>
                            <a:rPr lang="zh-CN" altLang="en-US" i="1">
                              <a:solidFill>
                                <a:schemeClr val="bg1"/>
                              </a:solidFill>
                              <a:latin typeface="Cambria Math" panose="02040503050406030204" pitchFamily="18" charset="0"/>
                            </a:rPr>
                            <m:t>，</m:t>
                          </m:r>
                          <m:r>
                            <a:rPr lang="zh-CN" altLang="en-US" i="1">
                              <a:solidFill>
                                <a:schemeClr val="bg1"/>
                              </a:solidFill>
                              <a:latin typeface="Cambria Math" panose="02040503050406030204" pitchFamily="18" charset="0"/>
                            </a:rPr>
                            <m:t> </m:t>
                          </m:r>
                          <m:r>
                            <a:rPr lang="zh-CN" altLang="en-US" i="1">
                              <a:solidFill>
                                <a:schemeClr val="bg1"/>
                              </a:solidFill>
                              <a:latin typeface="Cambria Math" panose="02040503050406030204" pitchFamily="18" charset="0"/>
                            </a:rPr>
                            <m:t>𝑦</m:t>
                          </m:r>
                        </m:e>
                      </m:d>
                    </m:oMath>
                  </m:oMathPara>
                </a14:m>
                <a:endParaRPr lang="zh-CN" altLang="en-US" dirty="0">
                  <a:solidFill>
                    <a:schemeClr val="bg1"/>
                  </a:solidFill>
                </a:endParaRPr>
              </a:p>
            </p:txBody>
          </p:sp>
        </mc:Choice>
        <mc:Fallback>
          <p:sp>
            <p:nvSpPr>
              <p:cNvPr id="21" name="对象 12"/>
              <p:cNvSpPr txBox="1">
                <a:spLocks noRot="1" noChangeAspect="1" noMove="1" noResize="1" noEditPoints="1" noAdjustHandles="1" noChangeArrowheads="1" noChangeShapeType="1" noTextEdit="1"/>
              </p:cNvSpPr>
              <p:nvPr/>
            </p:nvSpPr>
            <p:spPr>
              <a:xfrm>
                <a:off x="1403349" y="2303467"/>
                <a:ext cx="1358900" cy="393700"/>
              </a:xfrm>
              <a:prstGeom prst="rect">
                <a:avLst/>
              </a:prstGeom>
              <a:blipFill rotWithShape="1">
                <a:blip r:embed="rId1"/>
                <a:stretch>
                  <a:fillRect l="-47" t="-82" r="47" b="82"/>
                </a:stretch>
              </a:blipFill>
              <a:ln w="38100">
                <a:noFill/>
                <a:miter/>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2" name="对象 13"/>
              <p:cNvSpPr txBox="1"/>
              <p:nvPr/>
            </p:nvSpPr>
            <p:spPr>
              <a:xfrm>
                <a:off x="4007768" y="2336076"/>
                <a:ext cx="1333500" cy="392112"/>
              </a:xfrm>
              <a:prstGeom prst="rect">
                <a:avLst/>
              </a:prstGeom>
              <a:noFill/>
              <a:ln w="38100">
                <a:noFill/>
                <a:miter/>
              </a:ln>
            </p:spPr>
            <p:txBody>
              <a:bodyPr>
                <a:normAutofit fontScale="85000" lnSpcReduction="10000"/>
              </a:bodyPr>
              <a:lstStyle/>
              <a:p>
                <a14:m>
                  <m:oMathPara xmlns:m="http://schemas.openxmlformats.org/officeDocument/2006/math">
                    <m:oMathParaPr>
                      <m:jc m:val="left"/>
                    </m:oMathParaPr>
                    <m:oMath xmlns:m="http://schemas.openxmlformats.org/officeDocument/2006/math">
                      <m:r>
                        <a:rPr lang="zh-CN" altLang="en-US" i="1" smtClean="0">
                          <a:solidFill>
                            <a:schemeClr val="bg1"/>
                          </a:solidFill>
                          <a:latin typeface="Cambria Math" panose="02040503050406030204" pitchFamily="18" charset="0"/>
                        </a:rPr>
                        <m:t>𝜑</m:t>
                      </m:r>
                      <m:d>
                        <m:dPr>
                          <m:ctrlPr>
                            <a:rPr lang="zh-CN" altLang="en-US" i="1">
                              <a:solidFill>
                                <a:schemeClr val="bg1"/>
                              </a:solidFill>
                              <a:latin typeface="Cambria Math" panose="02040503050406030204" pitchFamily="18" charset="0"/>
                            </a:rPr>
                          </m:ctrlPr>
                        </m:dPr>
                        <m:e>
                          <m:r>
                            <a:rPr lang="zh-CN" altLang="en-US" i="1">
                              <a:solidFill>
                                <a:schemeClr val="bg1"/>
                              </a:solidFill>
                              <a:latin typeface="Cambria Math" panose="02040503050406030204" pitchFamily="18" charset="0"/>
                            </a:rPr>
                            <m:t>𝑥</m:t>
                          </m:r>
                          <m:r>
                            <a:rPr lang="zh-CN" altLang="en-US" i="1">
                              <a:solidFill>
                                <a:schemeClr val="bg1"/>
                              </a:solidFill>
                              <a:latin typeface="Cambria Math" panose="02040503050406030204" pitchFamily="18" charset="0"/>
                            </a:rPr>
                            <m:t> </m:t>
                          </m:r>
                          <m:r>
                            <a:rPr lang="zh-CN" altLang="en-US" i="1">
                              <a:solidFill>
                                <a:schemeClr val="bg1"/>
                              </a:solidFill>
                              <a:latin typeface="Cambria Math" panose="02040503050406030204" pitchFamily="18" charset="0"/>
                            </a:rPr>
                            <m:t>，</m:t>
                          </m:r>
                          <m:r>
                            <a:rPr lang="zh-CN" altLang="en-US" i="1">
                              <a:solidFill>
                                <a:schemeClr val="bg1"/>
                              </a:solidFill>
                              <a:latin typeface="Cambria Math" panose="02040503050406030204" pitchFamily="18" charset="0"/>
                            </a:rPr>
                            <m:t> </m:t>
                          </m:r>
                          <m:r>
                            <a:rPr lang="zh-CN" altLang="en-US" i="1">
                              <a:solidFill>
                                <a:schemeClr val="bg1"/>
                              </a:solidFill>
                              <a:latin typeface="Cambria Math" panose="02040503050406030204" pitchFamily="18" charset="0"/>
                            </a:rPr>
                            <m:t>𝑦</m:t>
                          </m:r>
                        </m:e>
                      </m:d>
                      <m:r>
                        <a:rPr lang="zh-CN" altLang="en-US" i="1">
                          <a:solidFill>
                            <a:schemeClr val="bg1"/>
                          </a:solidFill>
                          <a:latin typeface="Cambria Math" panose="02040503050406030204" pitchFamily="18" charset="0"/>
                        </a:rPr>
                        <m:t>=</m:t>
                      </m:r>
                      <m:r>
                        <a:rPr lang="zh-CN" altLang="en-US" i="1">
                          <a:solidFill>
                            <a:schemeClr val="bg1"/>
                          </a:solidFill>
                          <a:latin typeface="Cambria Math" panose="02040503050406030204" pitchFamily="18" charset="0"/>
                        </a:rPr>
                        <m:t>0</m:t>
                      </m:r>
                    </m:oMath>
                  </m:oMathPara>
                </a14:m>
                <a:endParaRPr lang="zh-CN" altLang="en-US" dirty="0">
                  <a:solidFill>
                    <a:schemeClr val="bg1"/>
                  </a:solidFill>
                </a:endParaRPr>
              </a:p>
            </p:txBody>
          </p:sp>
        </mc:Choice>
        <mc:Fallback>
          <p:sp>
            <p:nvSpPr>
              <p:cNvPr id="32" name="对象 13"/>
              <p:cNvSpPr txBox="1">
                <a:spLocks noRot="1" noChangeAspect="1" noMove="1" noResize="1" noEditPoints="1" noAdjustHandles="1" noChangeArrowheads="1" noChangeShapeType="1" noTextEdit="1"/>
              </p:cNvSpPr>
              <p:nvPr/>
            </p:nvSpPr>
            <p:spPr>
              <a:xfrm>
                <a:off x="4007768" y="2336076"/>
                <a:ext cx="1333500" cy="392112"/>
              </a:xfrm>
              <a:prstGeom prst="rect">
                <a:avLst/>
              </a:prstGeom>
              <a:blipFill rotWithShape="1">
                <a:blip r:embed="rId2"/>
                <a:stretch>
                  <a:fillRect l="-21" t="-139" r="21" b="58"/>
                </a:stretch>
              </a:blipFill>
              <a:ln w="38100">
                <a:noFill/>
                <a:miter/>
              </a:ln>
            </p:spPr>
            <p:txBody>
              <a:bodyPr/>
              <a:lstStyle/>
              <a:p>
                <a:r>
                  <a:rPr lang="zh-CN" altLang="en-US">
                    <a:noFill/>
                  </a:rPr>
                  <a:t> </a:t>
                </a:r>
              </a:p>
            </p:txBody>
          </p:sp>
        </mc:Fallback>
      </mc:AlternateContent>
      <p:sp>
        <p:nvSpPr>
          <p:cNvPr id="48" name="文本框 47"/>
          <p:cNvSpPr txBox="1"/>
          <p:nvPr/>
        </p:nvSpPr>
        <p:spPr>
          <a:xfrm>
            <a:off x="814651" y="3370761"/>
            <a:ext cx="6102772" cy="369332"/>
          </a:xfrm>
          <a:prstGeom prst="rect">
            <a:avLst/>
          </a:prstGeom>
          <a:noFill/>
        </p:spPr>
        <p:txBody>
          <a:bodyPr wrap="square">
            <a:spAutoFit/>
          </a:bodyPr>
          <a:lstStyle/>
          <a:p>
            <a:r>
              <a:rPr kumimoji="0" lang="zh-CN" altLang="en-US" sz="1800" b="0" i="0" u="none" strike="noStrike" kern="1200" cap="none" spc="0" normalizeH="0" baseline="0" noProof="0" dirty="0">
                <a:ln>
                  <a:noFill/>
                </a:ln>
                <a:solidFill>
                  <a:schemeClr val="bg1"/>
                </a:solidFill>
                <a:effectLst/>
                <a:uLnTx/>
                <a:uFillTx/>
                <a:latin typeface="Times New Roman" panose="02020603050405020304" pitchFamily="18" charset="0"/>
                <a:ea typeface="楷体" panose="02010609060101010101" pitchFamily="49" charset="-122"/>
                <a:cs typeface="Times New Roman" panose="02020603050405020304" pitchFamily="18" charset="0"/>
              </a:rPr>
              <a:t>第一步 构造辅助函数   </a:t>
            </a:r>
            <a:endParaRPr lang="zh-CN" altLang="en-US" dirty="0">
              <a:solidFill>
                <a:schemeClr val="bg1"/>
              </a:solidFill>
            </a:endParaRPr>
          </a:p>
        </p:txBody>
      </p:sp>
      <p:graphicFrame>
        <p:nvGraphicFramePr>
          <p:cNvPr id="49" name="对象 14"/>
          <p:cNvGraphicFramePr>
            <a:graphicFrameLocks noChangeAspect="1"/>
          </p:cNvGraphicFramePr>
          <p:nvPr/>
        </p:nvGraphicFramePr>
        <p:xfrm>
          <a:off x="3204210" y="3159125"/>
          <a:ext cx="3414395" cy="558165"/>
        </p:xfrm>
        <a:graphic>
          <a:graphicData uri="http://schemas.openxmlformats.org/presentationml/2006/ole">
            <mc:AlternateContent xmlns:mc="http://schemas.openxmlformats.org/markup-compatibility/2006">
              <mc:Choice xmlns:v="urn:schemas-microsoft-com:vml" Requires="v">
                <p:oleObj spid="_x0000_s2" name="" r:id="rId5" imgW="3416300" imgH="393700" progId="Equation.DSMT4">
                  <p:embed/>
                </p:oleObj>
              </mc:Choice>
              <mc:Fallback>
                <p:oleObj name="" r:id="rId5" imgW="3416300" imgH="393700" progId="Equation.DSMT4">
                  <p:embed/>
                  <p:pic>
                    <p:nvPicPr>
                      <p:cNvPr id="0" name="对象 14"/>
                      <p:cNvPicPr/>
                      <p:nvPr/>
                    </p:nvPicPr>
                    <p:blipFill>
                      <a:blip r:embed="rId6"/>
                      <a:stretch>
                        <a:fillRect/>
                      </a:stretch>
                    </p:blipFill>
                    <p:spPr>
                      <a:xfrm>
                        <a:off x="3204210" y="3159125"/>
                        <a:ext cx="3414395" cy="558165"/>
                      </a:xfrm>
                      <a:prstGeom prst="rect">
                        <a:avLst/>
                      </a:prstGeom>
                      <a:solidFill>
                        <a:srgbClr val="6DD9FF"/>
                      </a:solidFill>
                      <a:ln w="38100">
                        <a:noFill/>
                        <a:miter/>
                      </a:ln>
                    </p:spPr>
                  </p:pic>
                </p:oleObj>
              </mc:Fallback>
            </mc:AlternateContent>
          </a:graphicData>
        </a:graphic>
      </p:graphicFrame>
      <p:sp>
        <p:nvSpPr>
          <p:cNvPr id="51" name="文本框 50"/>
          <p:cNvSpPr txBox="1"/>
          <p:nvPr/>
        </p:nvSpPr>
        <p:spPr>
          <a:xfrm>
            <a:off x="785495" y="3977005"/>
            <a:ext cx="8404860" cy="2889250"/>
          </a:xfrm>
          <a:prstGeom prst="rect">
            <a:avLst/>
          </a:prstGeom>
          <a:noFill/>
        </p:spPr>
        <p:txBody>
          <a:bodyPr wrap="square">
            <a:noAutofit/>
          </a:bodyPr>
          <a:lstStyle/>
          <a:p>
            <a:r>
              <a:rPr kumimoji="0" lang="zh-CN" altLang="en-US" sz="1800" b="1" i="0" u="none" strike="noStrike" kern="1200" cap="none" spc="0" normalizeH="0" baseline="0" noProof="0" dirty="0">
                <a:ln>
                  <a:noFill/>
                </a:ln>
                <a:solidFill>
                  <a:schemeClr val="bg1"/>
                </a:solidFill>
                <a:effectLst/>
                <a:uLnTx/>
                <a:uFillTx/>
                <a:latin typeface="Times New Roman" panose="02020603050405020304" pitchFamily="18" charset="0"/>
                <a:ea typeface="楷体" panose="02010609060101010101" pitchFamily="49" charset="-122"/>
                <a:cs typeface="Times New Roman" panose="02020603050405020304" pitchFamily="18" charset="0"/>
              </a:rPr>
              <a:t>第二步 组成方程组</a:t>
            </a:r>
            <a:endParaRPr kumimoji="0" lang="en-US" altLang="zh-CN" sz="1800" b="1" i="0" u="none" strike="noStrike" kern="1200" cap="none" spc="0" normalizeH="0" baseline="0" noProof="0" dirty="0">
              <a:ln>
                <a:noFill/>
              </a:ln>
              <a:solidFill>
                <a:schemeClr val="bg1"/>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endParaRPr lang="en-US" altLang="zh-CN" b="1" dirty="0">
              <a:solidFill>
                <a:schemeClr val="bg1"/>
              </a:solidFill>
              <a:latin typeface="Times New Roman" panose="02020603050405020304" pitchFamily="18" charset="0"/>
              <a:ea typeface="楷体" panose="02010609060101010101" pitchFamily="49" charset="-122"/>
              <a:cs typeface="Times New Roman" panose="02020603050405020304" pitchFamily="18" charset="0"/>
            </a:endParaRPr>
          </a:p>
          <a:p>
            <a:endParaRPr kumimoji="0" lang="en-US" altLang="zh-CN" sz="1800" b="1" i="0" u="none" strike="noStrike" kern="1200" cap="none" spc="0" normalizeH="0" baseline="0" noProof="0" dirty="0">
              <a:ln>
                <a:noFill/>
              </a:ln>
              <a:solidFill>
                <a:schemeClr val="bg1"/>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r>
              <a:rPr kumimoji="0" lang="zh-CN" altLang="en-US" sz="1800" b="1" i="0" u="none" strike="noStrike" kern="1200" cap="none" spc="0" normalizeH="0" baseline="0" noProof="0" dirty="0">
                <a:ln>
                  <a:noFill/>
                </a:ln>
                <a:solidFill>
                  <a:schemeClr val="bg1"/>
                </a:solidFill>
                <a:effectLst/>
                <a:uLnTx/>
                <a:uFillTx/>
                <a:latin typeface="Times New Roman" panose="02020603050405020304" pitchFamily="18" charset="0"/>
                <a:ea typeface="楷体" panose="02010609060101010101" pitchFamily="49" charset="-122"/>
                <a:cs typeface="Times New Roman" panose="02020603050405020304" pitchFamily="18" charset="0"/>
              </a:rPr>
              <a:t>第三步 解 方 程 组，得 解 </a:t>
            </a:r>
            <a:r>
              <a:rPr kumimoji="0" lang="en-US" altLang="zh-CN" sz="1800" b="1" i="0" u="none" strike="noStrike" kern="1200" cap="none" spc="0" normalizeH="0" baseline="0" noProof="0" dirty="0">
                <a:ln>
                  <a:noFill/>
                </a:ln>
                <a:solidFill>
                  <a:schemeClr val="bg1"/>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sz="1800" b="1" i="0" u="none" strike="noStrike" kern="1200" cap="none" spc="0" normalizeH="0" baseline="0" noProof="0" dirty="0">
                <a:ln>
                  <a:noFill/>
                </a:ln>
                <a:solidFill>
                  <a:schemeClr val="bg1"/>
                </a:solidFill>
                <a:effectLst/>
                <a:uLnTx/>
                <a:uFillTx/>
                <a:latin typeface="Times New Roman" panose="02020603050405020304" pitchFamily="18" charset="0"/>
                <a:ea typeface="楷体" panose="02010609060101010101" pitchFamily="49" charset="-122"/>
                <a:cs typeface="Times New Roman" panose="02020603050405020304" pitchFamily="18" charset="0"/>
              </a:rPr>
              <a:t>，（解 可 能 多 于 一 组），则 点 </a:t>
            </a:r>
            <a:r>
              <a:rPr kumimoji="0" lang="en-US" altLang="zh-CN" sz="1800" b="1" i="0" u="none" strike="noStrike" kern="1200" cap="none" spc="0" normalizeH="0" baseline="0" noProof="0" dirty="0">
                <a:ln>
                  <a:noFill/>
                </a:ln>
                <a:solidFill>
                  <a:schemeClr val="bg1"/>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sz="1800" b="1" i="0" u="none" strike="noStrike" kern="1200" cap="none" spc="0" normalizeH="0" baseline="0" noProof="0" dirty="0">
                <a:ln>
                  <a:noFill/>
                </a:ln>
                <a:solidFill>
                  <a:schemeClr val="bg1"/>
                </a:solidFill>
                <a:effectLst/>
                <a:uLnTx/>
                <a:uFillTx/>
                <a:latin typeface="Times New Roman" panose="02020603050405020304" pitchFamily="18" charset="0"/>
                <a:ea typeface="楷体" panose="02010609060101010101" pitchFamily="49" charset="-122"/>
                <a:cs typeface="Times New Roman" panose="02020603050405020304" pitchFamily="18" charset="0"/>
              </a:rPr>
              <a:t>就 是 函 数     </a:t>
            </a:r>
            <a:r>
              <a:rPr kumimoji="0" lang="en-US" altLang="zh-CN" sz="1800" b="1" i="0" u="none" strike="noStrike" kern="1200" cap="none" spc="0" normalizeH="0" baseline="0" noProof="0" dirty="0">
                <a:ln>
                  <a:noFill/>
                </a:ln>
                <a:solidFill>
                  <a:schemeClr val="bg1"/>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sz="1800" b="1" i="0" u="none" strike="noStrike" kern="1200" cap="none" spc="0" normalizeH="0" baseline="0" noProof="0" dirty="0">
                <a:ln>
                  <a:noFill/>
                </a:ln>
                <a:solidFill>
                  <a:schemeClr val="bg1"/>
                </a:solidFill>
                <a:effectLst/>
                <a:uLnTx/>
                <a:uFillTx/>
                <a:latin typeface="Times New Roman" panose="02020603050405020304" pitchFamily="18" charset="0"/>
                <a:ea typeface="楷体" panose="02010609060101010101" pitchFamily="49" charset="-122"/>
                <a:cs typeface="Times New Roman" panose="02020603050405020304" pitchFamily="18" charset="0"/>
              </a:rPr>
              <a:t>约束条件   </a:t>
            </a:r>
            <a:r>
              <a:rPr kumimoji="0" lang="en-US" altLang="zh-CN" sz="1800" b="1" i="0" u="none" strike="noStrike" kern="1200" cap="none" spc="0" normalizeH="0" baseline="0" noProof="0" dirty="0">
                <a:ln>
                  <a:noFill/>
                </a:ln>
                <a:solidFill>
                  <a:schemeClr val="bg1"/>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sz="1800" b="1" i="0" u="none" strike="noStrike" kern="1200" cap="none" spc="0" normalizeH="0" baseline="0" noProof="0" dirty="0">
                <a:ln>
                  <a:noFill/>
                </a:ln>
                <a:solidFill>
                  <a:schemeClr val="bg1"/>
                </a:solidFill>
                <a:effectLst/>
                <a:uLnTx/>
                <a:uFillTx/>
                <a:latin typeface="Times New Roman" panose="02020603050405020304" pitchFamily="18" charset="0"/>
                <a:ea typeface="楷体" panose="02010609060101010101" pitchFamily="49" charset="-122"/>
                <a:cs typeface="Times New Roman" panose="02020603050405020304" pitchFamily="18" charset="0"/>
              </a:rPr>
              <a:t>下的极值点。在实际问题中，往往就是所求的极值点</a:t>
            </a:r>
            <a:endParaRPr lang="zh-CN" altLang="en-US" b="1" dirty="0">
              <a:solidFill>
                <a:schemeClr val="bg1"/>
              </a:solidFill>
            </a:endParaRPr>
          </a:p>
        </p:txBody>
      </p:sp>
      <mc:AlternateContent xmlns:mc="http://schemas.openxmlformats.org/markup-compatibility/2006">
        <mc:Choice xmlns:a14="http://schemas.microsoft.com/office/drawing/2010/main" Requires="a14">
          <p:sp>
            <p:nvSpPr>
              <p:cNvPr id="52" name="对象 15"/>
              <p:cNvSpPr txBox="1"/>
              <p:nvPr/>
            </p:nvSpPr>
            <p:spPr>
              <a:xfrm>
                <a:off x="2918618" y="3846545"/>
                <a:ext cx="4254500" cy="1026316"/>
              </a:xfrm>
              <a:prstGeom prst="rect">
                <a:avLst/>
              </a:prstGeom>
              <a:solidFill>
                <a:srgbClr val="FFFF89"/>
              </a:solidFill>
              <a:ln w="38100">
                <a:noFill/>
                <a:miter/>
              </a:ln>
            </p:spPr>
            <p:txBody>
              <a:bodyPr>
                <a:normAutofit fontScale="85000" lnSpcReduction="10000"/>
              </a:bodyPr>
              <a:lstStyle/>
              <a:p>
                <a14:m>
                  <m:oMathPara xmlns:m="http://schemas.openxmlformats.org/officeDocument/2006/math">
                    <m:oMathParaPr>
                      <m:jc m:val="left"/>
                    </m:oMathParaPr>
                    <m:oMath xmlns:m="http://schemas.openxmlformats.org/officeDocument/2006/math">
                      <m:d>
                        <m:dPr>
                          <m:begChr m:val="{"/>
                          <m:endChr m:val=""/>
                          <m:ctrlPr>
                            <a:rPr lang="zh-CN" altLang="en-US" i="1">
                              <a:solidFill>
                                <a:srgbClr val="000000"/>
                              </a:solidFill>
                              <a:latin typeface="Cambria Math" panose="02040503050406030204" pitchFamily="18" charset="0"/>
                            </a:rPr>
                          </m:ctrlPr>
                        </m:dPr>
                        <m:e>
                          <m:eqArr>
                            <m:eqArrPr>
                              <m:ctrlPr>
                                <a:rPr lang="zh-CN" altLang="en-US" i="1" smtClean="0">
                                  <a:solidFill>
                                    <a:srgbClr val="000000"/>
                                  </a:solidFill>
                                  <a:latin typeface="Cambria Math" panose="02040503050406030204" pitchFamily="18" charset="0"/>
                                </a:rPr>
                              </m:ctrlPr>
                            </m:eqArrPr>
                            <m:e>
                              <m:r>
                                <a:rPr lang="zh-CN" altLang="en-US" i="1">
                                  <a:solidFill>
                                    <a:srgbClr val="000000"/>
                                  </a:solidFill>
                                  <a:latin typeface="Cambria Math" panose="02040503050406030204" pitchFamily="18" charset="0"/>
                                </a:rPr>
                                <m:t>&amp;</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𝐿</m:t>
                                  </m:r>
                                </m:e>
                                <m:sub>
                                  <m:r>
                                    <a:rPr lang="zh-CN" altLang="en-US" i="1">
                                      <a:solidFill>
                                        <a:srgbClr val="000000"/>
                                      </a:solidFill>
                                      <a:latin typeface="Cambria Math" panose="02040503050406030204" pitchFamily="18" charset="0"/>
                                    </a:rPr>
                                    <m:t>𝑥</m:t>
                                  </m:r>
                                </m:sub>
                              </m:sSub>
                              <m:d>
                                <m:dPr>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𝑥</m:t>
                                  </m:r>
                                  <m:r>
                                    <a:rPr lang="zh-CN" altLang="en-US" i="1">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𝑦</m:t>
                                  </m:r>
                                </m:e>
                              </m:d>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𝑓</m:t>
                                  </m:r>
                                </m:e>
                                <m:sub>
                                  <m:r>
                                    <a:rPr lang="zh-CN" altLang="en-US" i="1">
                                      <a:solidFill>
                                        <a:srgbClr val="000000"/>
                                      </a:solidFill>
                                      <a:latin typeface="Cambria Math" panose="02040503050406030204" pitchFamily="18" charset="0"/>
                                    </a:rPr>
                                    <m:t>𝑥</m:t>
                                  </m:r>
                                </m:sub>
                              </m:sSub>
                              <m:d>
                                <m:dPr>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𝑥</m:t>
                                  </m:r>
                                  <m:r>
                                    <a:rPr lang="zh-CN" altLang="en-US" i="1">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𝑦</m:t>
                                  </m:r>
                                </m:e>
                              </m:d>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𝜆</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𝜑</m:t>
                                  </m:r>
                                </m:e>
                                <m:sub>
                                  <m:r>
                                    <a:rPr lang="zh-CN" altLang="en-US" i="1">
                                      <a:solidFill>
                                        <a:srgbClr val="000000"/>
                                      </a:solidFill>
                                      <a:latin typeface="Cambria Math" panose="02040503050406030204" pitchFamily="18" charset="0"/>
                                    </a:rPr>
                                    <m:t>𝑥</m:t>
                                  </m:r>
                                </m:sub>
                              </m:sSub>
                              <m:d>
                                <m:dPr>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𝑥</m:t>
                                  </m:r>
                                  <m:r>
                                    <a:rPr lang="zh-CN" altLang="en-US" i="1">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𝑦</m:t>
                                  </m:r>
                                </m:e>
                              </m:d>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0</m:t>
                              </m:r>
                            </m:e>
                            <m:e>
                              <m:r>
                                <a:rPr lang="zh-CN" altLang="en-US" i="1">
                                  <a:solidFill>
                                    <a:srgbClr val="000000"/>
                                  </a:solidFill>
                                  <a:latin typeface="Cambria Math" panose="02040503050406030204" pitchFamily="18" charset="0"/>
                                </a:rPr>
                                <m:t>&amp;</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𝐿</m:t>
                                  </m:r>
                                </m:e>
                                <m:sub>
                                  <m:r>
                                    <a:rPr lang="zh-CN" altLang="en-US" i="1">
                                      <a:solidFill>
                                        <a:srgbClr val="000000"/>
                                      </a:solidFill>
                                      <a:latin typeface="Cambria Math" panose="02040503050406030204" pitchFamily="18" charset="0"/>
                                    </a:rPr>
                                    <m:t>𝑦</m:t>
                                  </m:r>
                                </m:sub>
                              </m:sSub>
                              <m:d>
                                <m:dPr>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𝑥</m:t>
                                  </m:r>
                                  <m:r>
                                    <a:rPr lang="zh-CN" altLang="en-US" i="1">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𝑦</m:t>
                                  </m:r>
                                </m:e>
                              </m:d>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𝑓</m:t>
                                  </m:r>
                                </m:e>
                                <m:sub>
                                  <m:r>
                                    <a:rPr lang="zh-CN" altLang="en-US" i="1">
                                      <a:solidFill>
                                        <a:srgbClr val="000000"/>
                                      </a:solidFill>
                                      <a:latin typeface="Cambria Math" panose="02040503050406030204" pitchFamily="18" charset="0"/>
                                    </a:rPr>
                                    <m:t>𝑦</m:t>
                                  </m:r>
                                </m:sub>
                              </m:sSub>
                              <m:d>
                                <m:dPr>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𝑥</m:t>
                                  </m:r>
                                  <m:r>
                                    <a:rPr lang="zh-CN" altLang="en-US" i="1">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𝑦</m:t>
                                  </m:r>
                                </m:e>
                              </m:d>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𝜆</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𝜑</m:t>
                                  </m:r>
                                </m:e>
                                <m:sub>
                                  <m:r>
                                    <a:rPr lang="zh-CN" altLang="en-US" i="1">
                                      <a:solidFill>
                                        <a:srgbClr val="000000"/>
                                      </a:solidFill>
                                      <a:latin typeface="Cambria Math" panose="02040503050406030204" pitchFamily="18" charset="0"/>
                                    </a:rPr>
                                    <m:t>𝑦</m:t>
                                  </m:r>
                                </m:sub>
                              </m:sSub>
                              <m:d>
                                <m:dPr>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𝑥</m:t>
                                  </m:r>
                                  <m:r>
                                    <a:rPr lang="zh-CN" altLang="en-US" i="1">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𝑦</m:t>
                                  </m:r>
                                </m:e>
                              </m:d>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0</m:t>
                              </m:r>
                            </m:e>
                            <m:e>
                              <m:r>
                                <a:rPr lang="zh-CN" altLang="en-US" i="1">
                                  <a:solidFill>
                                    <a:srgbClr val="000000"/>
                                  </a:solidFill>
                                  <a:latin typeface="Cambria Math" panose="02040503050406030204" pitchFamily="18" charset="0"/>
                                </a:rPr>
                                <m:t>&amp;</m:t>
                              </m:r>
                              <m:r>
                                <a:rPr lang="zh-CN" altLang="en-US" i="1">
                                  <a:solidFill>
                                    <a:srgbClr val="000000"/>
                                  </a:solidFill>
                                  <a:latin typeface="Cambria Math" panose="02040503050406030204" pitchFamily="18" charset="0"/>
                                </a:rPr>
                                <m:t>𝜑</m:t>
                              </m:r>
                              <m:d>
                                <m:dPr>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𝑥</m:t>
                                  </m:r>
                                  <m:r>
                                    <a:rPr lang="zh-CN" altLang="en-US" i="1">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𝑦</m:t>
                                  </m:r>
                                </m:e>
                              </m:d>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0</m:t>
                              </m:r>
                            </m:e>
                          </m:eqArr>
                        </m:e>
                      </m:d>
                    </m:oMath>
                  </m:oMathPara>
                </a14:m>
                <a:endParaRPr lang="zh-CN" altLang="en-US" dirty="0"/>
              </a:p>
            </p:txBody>
          </p:sp>
        </mc:Choice>
        <mc:Fallback>
          <p:sp>
            <p:nvSpPr>
              <p:cNvPr id="52" name="对象 15"/>
              <p:cNvSpPr txBox="1">
                <a:spLocks noRot="1" noChangeAspect="1" noMove="1" noResize="1" noEditPoints="1" noAdjustHandles="1" noChangeArrowheads="1" noChangeShapeType="1" noTextEdit="1"/>
              </p:cNvSpPr>
              <p:nvPr/>
            </p:nvSpPr>
            <p:spPr>
              <a:xfrm>
                <a:off x="2918618" y="3846545"/>
                <a:ext cx="4254500" cy="1026316"/>
              </a:xfrm>
              <a:prstGeom prst="rect">
                <a:avLst/>
              </a:prstGeom>
              <a:blipFill rotWithShape="1">
                <a:blip r:embed="rId7"/>
                <a:stretch>
                  <a:fillRect l="-4" t="-34" r="4" b="49"/>
                </a:stretch>
              </a:blipFill>
              <a:ln w="38100">
                <a:noFill/>
                <a:miter/>
              </a:ln>
            </p:spPr>
            <p:txBody>
              <a:bodyPr/>
              <a:lstStyle/>
              <a:p>
                <a:r>
                  <a:rPr lang="zh-CN" altLang="en-US">
                    <a:noFill/>
                  </a:rPr>
                  <a:t> </a:t>
                </a:r>
              </a:p>
            </p:txBody>
          </p:sp>
        </mc:Fallback>
      </mc:AlternateContent>
      <p:graphicFrame>
        <p:nvGraphicFramePr>
          <p:cNvPr id="55" name="对象 20"/>
          <p:cNvGraphicFramePr>
            <a:graphicFrameLocks noChangeAspect="1"/>
          </p:cNvGraphicFramePr>
          <p:nvPr/>
        </p:nvGraphicFramePr>
        <p:xfrm>
          <a:off x="1343517" y="5136270"/>
          <a:ext cx="720080" cy="310046"/>
        </p:xfrm>
        <a:graphic>
          <a:graphicData uri="http://schemas.openxmlformats.org/presentationml/2006/ole">
            <mc:AlternateContent xmlns:mc="http://schemas.openxmlformats.org/markup-compatibility/2006">
              <mc:Choice xmlns:v="urn:schemas-microsoft-com:vml" Requires="v">
                <p:oleObj spid="_x0000_s5" name="" r:id="rId8" imgW="914400" imgH="393700" progId="Equation.DSMT4">
                  <p:embed/>
                </p:oleObj>
              </mc:Choice>
              <mc:Fallback>
                <p:oleObj name="" r:id="rId8" imgW="914400" imgH="393700" progId="Equation.DSMT4">
                  <p:embed/>
                  <p:pic>
                    <p:nvPicPr>
                      <p:cNvPr id="0" name="对象 20"/>
                      <p:cNvPicPr/>
                      <p:nvPr/>
                    </p:nvPicPr>
                    <p:blipFill>
                      <a:blip r:embed="rId9"/>
                      <a:stretch>
                        <a:fillRect/>
                      </a:stretch>
                    </p:blipFill>
                    <p:spPr>
                      <a:xfrm>
                        <a:off x="1343517" y="5136270"/>
                        <a:ext cx="720080" cy="310046"/>
                      </a:xfrm>
                      <a:prstGeom prst="rect">
                        <a:avLst/>
                      </a:prstGeom>
                      <a:solidFill>
                        <a:srgbClr val="FFDFDF"/>
                      </a:solidFill>
                      <a:ln w="38100">
                        <a:noFill/>
                        <a:miter/>
                      </a:ln>
                    </p:spPr>
                  </p:pic>
                </p:oleObj>
              </mc:Fallback>
            </mc:AlternateContent>
          </a:graphicData>
        </a:graphic>
      </p:graphicFrame>
      <mc:AlternateContent xmlns:mc="http://schemas.openxmlformats.org/markup-compatibility/2006">
        <mc:Choice xmlns:a14="http://schemas.microsoft.com/office/drawing/2010/main" Requires="a14">
          <p:sp>
            <p:nvSpPr>
              <p:cNvPr id="56" name="对象 22"/>
              <p:cNvSpPr txBox="1"/>
              <p:nvPr/>
            </p:nvSpPr>
            <p:spPr>
              <a:xfrm>
                <a:off x="3204379" y="5233392"/>
                <a:ext cx="1166526" cy="357755"/>
              </a:xfrm>
              <a:prstGeom prst="rect">
                <a:avLst/>
              </a:prstGeom>
              <a:solidFill>
                <a:srgbClr val="FFDFDF"/>
              </a:solidFill>
              <a:ln w="38100">
                <a:noFill/>
                <a:miter/>
              </a:ln>
            </p:spPr>
            <p:txBody>
              <a:bodyPr>
                <a:normAutofit fontScale="70000" lnSpcReduction="20000"/>
              </a:bodyPr>
              <a:lstStyle/>
              <a:p>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𝑧</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𝑓</m:t>
                      </m:r>
                      <m:d>
                        <m:dPr>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𝑥</m:t>
                          </m:r>
                          <m:r>
                            <a:rPr lang="zh-CN" altLang="en-US" i="1">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𝑦</m:t>
                          </m:r>
                        </m:e>
                      </m:d>
                    </m:oMath>
                  </m:oMathPara>
                </a14:m>
                <a:endParaRPr lang="zh-CN" altLang="en-US" dirty="0"/>
              </a:p>
            </p:txBody>
          </p:sp>
        </mc:Choice>
        <mc:Fallback>
          <p:sp>
            <p:nvSpPr>
              <p:cNvPr id="56" name="对象 22"/>
              <p:cNvSpPr txBox="1">
                <a:spLocks noRot="1" noChangeAspect="1" noMove="1" noResize="1" noEditPoints="1" noAdjustHandles="1" noChangeArrowheads="1" noChangeShapeType="1" noTextEdit="1"/>
              </p:cNvSpPr>
              <p:nvPr/>
            </p:nvSpPr>
            <p:spPr>
              <a:xfrm>
                <a:off x="3204379" y="5233392"/>
                <a:ext cx="1166526" cy="357755"/>
              </a:xfrm>
              <a:prstGeom prst="rect">
                <a:avLst/>
              </a:prstGeom>
              <a:blipFill rotWithShape="1">
                <a:blip r:embed="rId10"/>
                <a:stretch>
                  <a:fillRect l="-14" t="-100" r="17" b="170"/>
                </a:stretch>
              </a:blipFill>
              <a:ln w="38100">
                <a:noFill/>
                <a:miter/>
              </a:ln>
            </p:spPr>
            <p:txBody>
              <a:bodyPr/>
              <a:lstStyle/>
              <a:p>
                <a:r>
                  <a:rPr lang="zh-CN" altLang="en-US">
                    <a:noFill/>
                  </a:rPr>
                  <a:t> </a:t>
                </a:r>
              </a:p>
            </p:txBody>
          </p:sp>
        </mc:Fallback>
      </mc:AlternateContent>
      <p:graphicFrame>
        <p:nvGraphicFramePr>
          <p:cNvPr id="57" name="对象 23"/>
          <p:cNvGraphicFramePr>
            <a:graphicFrameLocks noChangeAspect="1"/>
          </p:cNvGraphicFramePr>
          <p:nvPr/>
        </p:nvGraphicFramePr>
        <p:xfrm>
          <a:off x="7407275" y="4850130"/>
          <a:ext cx="859790" cy="357505"/>
        </p:xfrm>
        <a:graphic>
          <a:graphicData uri="http://schemas.openxmlformats.org/presentationml/2006/ole">
            <mc:AlternateContent xmlns:mc="http://schemas.openxmlformats.org/markup-compatibility/2006">
              <mc:Choice xmlns:v="urn:schemas-microsoft-com:vml" Requires="v">
                <p:oleObj spid="_x0000_s6" name="" r:id="rId11" imgW="1333500" imgH="393700" progId="Equation.DSMT4">
                  <p:embed/>
                </p:oleObj>
              </mc:Choice>
              <mc:Fallback>
                <p:oleObj name="" r:id="rId11" imgW="1333500" imgH="393700" progId="Equation.DSMT4">
                  <p:embed/>
                  <p:pic>
                    <p:nvPicPr>
                      <p:cNvPr id="0" name="对象 23"/>
                      <p:cNvPicPr/>
                      <p:nvPr/>
                    </p:nvPicPr>
                    <p:blipFill>
                      <a:blip r:embed="rId12"/>
                      <a:stretch>
                        <a:fillRect/>
                      </a:stretch>
                    </p:blipFill>
                    <p:spPr>
                      <a:xfrm>
                        <a:off x="7407275" y="4850130"/>
                        <a:ext cx="859790" cy="357505"/>
                      </a:xfrm>
                      <a:prstGeom prst="rect">
                        <a:avLst/>
                      </a:prstGeom>
                      <a:solidFill>
                        <a:srgbClr val="FFDFDF"/>
                      </a:solidFill>
                      <a:ln w="38100">
                        <a:noFill/>
                        <a:miter/>
                      </a:ln>
                    </p:spPr>
                  </p:pic>
                </p:oleObj>
              </mc:Fallback>
            </mc:AlternateContent>
          </a:graphicData>
        </a:graphic>
      </p:graphicFrame>
      <p:graphicFrame>
        <p:nvGraphicFramePr>
          <p:cNvPr id="60" name="对象 20"/>
          <p:cNvGraphicFramePr>
            <a:graphicFrameLocks noChangeAspect="1"/>
          </p:cNvGraphicFramePr>
          <p:nvPr/>
        </p:nvGraphicFramePr>
        <p:xfrm>
          <a:off x="3505997" y="4850121"/>
          <a:ext cx="720080" cy="310046"/>
        </p:xfrm>
        <a:graphic>
          <a:graphicData uri="http://schemas.openxmlformats.org/presentationml/2006/ole">
            <mc:AlternateContent xmlns:mc="http://schemas.openxmlformats.org/markup-compatibility/2006">
              <mc:Choice xmlns:v="urn:schemas-microsoft-com:vml" Requires="v">
                <p:oleObj spid="_x0000_s9" name="" r:id="rId13" imgW="914400" imgH="393700" progId="Equation.DSMT4">
                  <p:embed/>
                </p:oleObj>
              </mc:Choice>
              <mc:Fallback>
                <p:oleObj name="" r:id="rId13" imgW="914400" imgH="393700" progId="Equation.DSMT4">
                  <p:embed/>
                  <p:pic>
                    <p:nvPicPr>
                      <p:cNvPr id="0" name="对象 20"/>
                      <p:cNvPicPr/>
                      <p:nvPr/>
                    </p:nvPicPr>
                    <p:blipFill>
                      <a:blip r:embed="rId9"/>
                      <a:stretch>
                        <a:fillRect/>
                      </a:stretch>
                    </p:blipFill>
                    <p:spPr>
                      <a:xfrm>
                        <a:off x="3505997" y="4850121"/>
                        <a:ext cx="720080" cy="310046"/>
                      </a:xfrm>
                      <a:prstGeom prst="rect">
                        <a:avLst/>
                      </a:prstGeom>
                      <a:solidFill>
                        <a:srgbClr val="FFDFDF"/>
                      </a:solidFill>
                      <a:ln w="38100">
                        <a:noFill/>
                        <a:miter/>
                      </a:ln>
                    </p:spPr>
                  </p:pic>
                </p:oleObj>
              </mc:Fallback>
            </mc:AlternateContent>
          </a:graphicData>
        </a:graphic>
      </p:graphicFrame>
    </p:spTree>
  </p:cSld>
  <p:clrMapOvr>
    <a:masterClrMapping/>
  </p:clrMapOvr>
  <p:transition spd="slow">
    <p:pull/>
  </p:transition>
</p:sld>
</file>

<file path=ppt/slides/slide77.xml><?xml version="1.0" encoding="utf-8"?>
<p:sld xmlns:a="http://schemas.openxmlformats.org/drawingml/2006/main" xmlns:r="http://schemas.openxmlformats.org/officeDocument/2006/relationships" xmlns:p="http://schemas.openxmlformats.org/presentationml/2006/main">
  <p:cSld>
    <p:bg>
      <p:bgPr>
        <a:gradFill>
          <a:gsLst>
            <a:gs pos="0">
              <a:srgbClr val="0D1B2A"/>
            </a:gs>
            <a:gs pos="60000">
              <a:srgbClr val="1B263B"/>
            </a:gs>
            <a:gs pos="100000">
              <a:srgbClr val="102A43"/>
            </a:gs>
          </a:gsLst>
          <a:lin ang="2700000" scaled="0"/>
        </a:gradFill>
        <a:effectLst/>
      </p:bgPr>
    </p:bg>
    <p:spTree>
      <p:nvGrpSpPr>
        <p:cNvPr id="1" name=""/>
        <p:cNvGrpSpPr/>
        <p:nvPr/>
      </p:nvGrpSpPr>
      <p:grpSpPr>
        <a:xfrm>
          <a:off x="0" y="0"/>
          <a:ext cx="0" cy="0"/>
          <a:chOff x="0" y="0"/>
          <a:chExt cx="0" cy="0"/>
        </a:xfrm>
      </p:grpSpPr>
      <p:pic>
        <p:nvPicPr>
          <p:cNvPr id="45" name="图片 4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2730" y="47712"/>
            <a:ext cx="795252" cy="556675"/>
          </a:xfrm>
          <a:prstGeom prst="rect">
            <a:avLst/>
          </a:prstGeom>
        </p:spPr>
      </p:pic>
      <p:graphicFrame>
        <p:nvGraphicFramePr>
          <p:cNvPr id="1276931" name="Object 3"/>
          <p:cNvGraphicFramePr>
            <a:graphicFrameLocks noChangeAspect="1"/>
          </p:cNvGraphicFramePr>
          <p:nvPr/>
        </p:nvGraphicFramePr>
        <p:xfrm>
          <a:off x="73025" y="269875"/>
          <a:ext cx="10746740" cy="1663065"/>
        </p:xfrm>
        <a:graphic>
          <a:graphicData uri="http://schemas.openxmlformats.org/presentationml/2006/ole">
            <mc:AlternateContent xmlns:mc="http://schemas.openxmlformats.org/markup-compatibility/2006">
              <mc:Choice xmlns:v="urn:schemas-microsoft-com:vml" Requires="v">
                <p:oleObj spid="_x0000_s2" name="Document" r:id="rId2" imgW="5563870" imgH="716280" progId="Word.Document.12">
                  <p:embed/>
                </p:oleObj>
              </mc:Choice>
              <mc:Fallback>
                <p:oleObj name="Document" r:id="rId2" imgW="5563870" imgH="716280" progId="Word.Document.12">
                  <p:embed/>
                  <p:pic>
                    <p:nvPicPr>
                      <p:cNvPr id="0" name="Object 3"/>
                      <p:cNvPicPr>
                        <a:picLocks noChangeAspect="1" noChangeArrowheads="1"/>
                      </p:cNvPicPr>
                      <p:nvPr/>
                    </p:nvPicPr>
                    <p:blipFill>
                      <a:blip r:embed="rId3"/>
                      <a:srcRect/>
                      <a:stretch>
                        <a:fillRect/>
                      </a:stretch>
                    </p:blipFill>
                    <p:spPr bwMode="auto">
                      <a:xfrm>
                        <a:off x="73025" y="269875"/>
                        <a:ext cx="10746740" cy="1663065"/>
                      </a:xfrm>
                      <a:prstGeom prst="rect">
                        <a:avLst/>
                      </a:prstGeom>
                      <a:noFill/>
                    </p:spPr>
                  </p:pic>
                </p:oleObj>
              </mc:Fallback>
            </mc:AlternateContent>
          </a:graphicData>
        </a:graphic>
      </p:graphicFrame>
      <mc:AlternateContent xmlns:mc="http://schemas.openxmlformats.org/markup-compatibility/2006">
        <mc:Choice xmlns:a14="http://schemas.microsoft.com/office/drawing/2010/main" Requires="a14">
          <p:sp>
            <p:nvSpPr>
              <p:cNvPr id="3" name="文本框 2"/>
              <p:cNvSpPr txBox="1"/>
              <p:nvPr/>
            </p:nvSpPr>
            <p:spPr>
              <a:xfrm>
                <a:off x="73025" y="1956435"/>
                <a:ext cx="10810875" cy="621665"/>
              </a:xfrm>
              <a:prstGeom prst="rect">
                <a:avLst/>
              </a:prstGeom>
              <a:solidFill>
                <a:schemeClr val="accent5">
                  <a:lumMod val="75000"/>
                </a:schemeClr>
              </a:solidFill>
            </p:spPr>
            <p:txBody>
              <a:bodyPr wrap="square" rtlCol="0">
                <a:noAutofit/>
              </a:bodyPr>
              <a:lstStyle/>
              <a:p>
                <a:r>
                  <a:rPr lang="zh-CN" altLang="en-US" sz="2400" b="1" dirty="0">
                    <a:solidFill>
                      <a:schemeClr val="bg1"/>
                    </a:solidFill>
                  </a:rPr>
                  <a:t>解： </a:t>
                </a:r>
                <a14:m>
                  <m:oMath xmlns:m="http://schemas.openxmlformats.org/officeDocument/2006/math">
                    <m:f>
                      <m:fPr>
                        <m:ctrlPr>
                          <a:rPr lang="en-US" altLang="zh-CN" sz="2400" b="1" i="1" smtClean="0">
                            <a:solidFill>
                              <a:schemeClr val="bg1"/>
                            </a:solidFill>
                            <a:latin typeface="Cambria Math" panose="02040503050406030204" pitchFamily="18" charset="0"/>
                          </a:rPr>
                        </m:ctrlPr>
                      </m:fPr>
                      <m:num>
                        <m:r>
                          <a:rPr lang="zh-CN" altLang="en-US" sz="2400" b="1" i="1" smtClean="0">
                            <a:solidFill>
                              <a:schemeClr val="bg1"/>
                            </a:solidFill>
                            <a:latin typeface="Cambria Math" panose="02040503050406030204" pitchFamily="18" charset="0"/>
                          </a:rPr>
                          <m:t>𝝏</m:t>
                        </m:r>
                        <m:r>
                          <a:rPr lang="en-US" altLang="zh-CN" sz="2400" b="1" i="1">
                            <a:solidFill>
                              <a:schemeClr val="bg1"/>
                            </a:solidFill>
                            <a:latin typeface="Cambria Math" panose="02040503050406030204" pitchFamily="18" charset="0"/>
                          </a:rPr>
                          <m:t>𝒛</m:t>
                        </m:r>
                      </m:num>
                      <m:den>
                        <m:r>
                          <a:rPr lang="zh-CN" altLang="en-US" sz="2400" b="1" i="1" smtClean="0">
                            <a:solidFill>
                              <a:schemeClr val="bg1"/>
                            </a:solidFill>
                            <a:latin typeface="Cambria Math" panose="02040503050406030204" pitchFamily="18" charset="0"/>
                          </a:rPr>
                          <m:t>𝝏</m:t>
                        </m:r>
                        <m:r>
                          <a:rPr lang="en-US" altLang="zh-CN" sz="2400" b="1" i="1">
                            <a:solidFill>
                              <a:schemeClr val="bg1"/>
                            </a:solidFill>
                            <a:latin typeface="Cambria Math" panose="02040503050406030204" pitchFamily="18" charset="0"/>
                          </a:rPr>
                          <m:t>𝒙</m:t>
                        </m:r>
                      </m:den>
                    </m:f>
                    <m:r>
                      <a:rPr lang="en-US" altLang="zh-CN" sz="2400" b="1" i="1" smtClean="0">
                        <a:solidFill>
                          <a:schemeClr val="bg1"/>
                        </a:solidFill>
                        <a:latin typeface="Cambria Math" panose="02040503050406030204" pitchFamily="18" charset="0"/>
                      </a:rPr>
                      <m:t>=</m:t>
                    </m:r>
                    <m:r>
                      <a:rPr lang="en-US" altLang="zh-CN" sz="2400" b="1" i="1" smtClean="0">
                        <a:solidFill>
                          <a:schemeClr val="bg1"/>
                        </a:solidFill>
                        <a:latin typeface="Cambria Math" panose="02040503050406030204" pitchFamily="18" charset="0"/>
                      </a:rPr>
                      <m:t>𝟐𝒙</m:t>
                    </m:r>
                    <m:r>
                      <a:rPr lang="en-US" altLang="zh-CN" sz="2400" b="1" i="1" smtClean="0">
                        <a:solidFill>
                          <a:schemeClr val="bg1"/>
                        </a:solidFill>
                        <a:latin typeface="Cambria Math" panose="02040503050406030204" pitchFamily="18" charset="0"/>
                      </a:rPr>
                      <m:t>+</m:t>
                    </m:r>
                    <m:r>
                      <a:rPr lang="en-US" altLang="zh-CN" sz="2400" b="1" i="1" smtClean="0">
                        <a:solidFill>
                          <a:schemeClr val="bg1"/>
                        </a:solidFill>
                        <a:latin typeface="Cambria Math" panose="02040503050406030204" pitchFamily="18" charset="0"/>
                      </a:rPr>
                      <m:t>𝟒</m:t>
                    </m:r>
                    <m:sSup>
                      <m:sSupPr>
                        <m:ctrlPr>
                          <a:rPr lang="en-US" altLang="zh-CN" sz="2400" b="1" i="1" smtClean="0">
                            <a:solidFill>
                              <a:schemeClr val="bg1"/>
                            </a:solidFill>
                            <a:latin typeface="Cambria Math" panose="02040503050406030204" pitchFamily="18" charset="0"/>
                          </a:rPr>
                        </m:ctrlPr>
                      </m:sSupPr>
                      <m:e>
                        <m:r>
                          <a:rPr lang="en-US" altLang="zh-CN" sz="2400" b="1" i="1" smtClean="0">
                            <a:solidFill>
                              <a:schemeClr val="bg1"/>
                            </a:solidFill>
                            <a:latin typeface="Cambria Math" panose="02040503050406030204" pitchFamily="18" charset="0"/>
                          </a:rPr>
                          <m:t>𝒚</m:t>
                        </m:r>
                      </m:e>
                      <m:sup>
                        <m:r>
                          <a:rPr lang="en-US" altLang="zh-CN" sz="2400" b="1" i="1" smtClean="0">
                            <a:solidFill>
                              <a:schemeClr val="bg1"/>
                            </a:solidFill>
                            <a:latin typeface="Cambria Math" panose="02040503050406030204" pitchFamily="18" charset="0"/>
                          </a:rPr>
                          <m:t>𝟐</m:t>
                        </m:r>
                      </m:sup>
                    </m:sSup>
                    <m:r>
                      <a:rPr lang="en-US" altLang="zh-CN" sz="2400" b="1" i="1" smtClean="0">
                        <a:solidFill>
                          <a:schemeClr val="bg1"/>
                        </a:solidFill>
                        <a:latin typeface="Cambria Math" panose="02040503050406030204" pitchFamily="18" charset="0"/>
                      </a:rPr>
                      <m:t>−</m:t>
                    </m:r>
                    <m:r>
                      <a:rPr lang="en-US" altLang="zh-CN" sz="2400" b="1" i="1" smtClean="0">
                        <a:solidFill>
                          <a:schemeClr val="bg1"/>
                        </a:solidFill>
                        <a:latin typeface="Cambria Math" panose="02040503050406030204" pitchFamily="18" charset="0"/>
                      </a:rPr>
                      <m:t>𝟐</m:t>
                    </m:r>
                  </m:oMath>
                </a14:m>
                <a:r>
                  <a:rPr lang="zh-CN" altLang="en-US" sz="2400" b="1" dirty="0">
                    <a:solidFill>
                      <a:schemeClr val="bg1"/>
                    </a:solidFill>
                  </a:rPr>
                  <a:t>   </a:t>
                </a:r>
                <a:r>
                  <a:rPr lang="en-US" altLang="zh-CN" sz="2400" b="1" dirty="0">
                    <a:solidFill>
                      <a:schemeClr val="bg1"/>
                    </a:solidFill>
                  </a:rPr>
                  <a:t>,    </a:t>
                </a:r>
                <a:r>
                  <a:rPr lang="zh-CN" altLang="en-US" sz="2400" b="1" dirty="0">
                    <a:solidFill>
                      <a:schemeClr val="bg1"/>
                    </a:solidFill>
                  </a:rPr>
                  <a:t> </a:t>
                </a:r>
                <a14:m>
                  <m:oMath xmlns:m="http://schemas.openxmlformats.org/officeDocument/2006/math">
                    <m:f>
                      <m:fPr>
                        <m:ctrlPr>
                          <a:rPr lang="en-US" altLang="zh-CN" sz="2400" b="1" i="1">
                            <a:solidFill>
                              <a:schemeClr val="bg1"/>
                            </a:solidFill>
                            <a:latin typeface="Cambria Math" panose="02040503050406030204" pitchFamily="18" charset="0"/>
                          </a:rPr>
                        </m:ctrlPr>
                      </m:fPr>
                      <m:num>
                        <m:r>
                          <a:rPr lang="zh-CN" altLang="en-US" sz="2400" b="1" i="1">
                            <a:solidFill>
                              <a:schemeClr val="bg1"/>
                            </a:solidFill>
                            <a:latin typeface="Cambria Math" panose="02040503050406030204" pitchFamily="18" charset="0"/>
                          </a:rPr>
                          <m:t>𝝏</m:t>
                        </m:r>
                        <m:r>
                          <a:rPr lang="en-US" altLang="zh-CN" sz="2400" b="1" i="1">
                            <a:solidFill>
                              <a:schemeClr val="bg1"/>
                            </a:solidFill>
                            <a:latin typeface="Cambria Math" panose="02040503050406030204" pitchFamily="18" charset="0"/>
                          </a:rPr>
                          <m:t>𝒛</m:t>
                        </m:r>
                      </m:num>
                      <m:den>
                        <m:r>
                          <a:rPr lang="zh-CN" altLang="en-US" sz="2400" b="1" i="1">
                            <a:solidFill>
                              <a:schemeClr val="bg1"/>
                            </a:solidFill>
                            <a:latin typeface="Cambria Math" panose="02040503050406030204" pitchFamily="18" charset="0"/>
                          </a:rPr>
                          <m:t>𝝏</m:t>
                        </m:r>
                        <m:r>
                          <a:rPr lang="en-US" altLang="zh-CN" sz="2400" b="1" i="1" smtClean="0">
                            <a:solidFill>
                              <a:schemeClr val="bg1"/>
                            </a:solidFill>
                            <a:latin typeface="Cambria Math" panose="02040503050406030204" pitchFamily="18" charset="0"/>
                          </a:rPr>
                          <m:t>𝒚</m:t>
                        </m:r>
                      </m:den>
                    </m:f>
                    <m:r>
                      <a:rPr lang="en-US" altLang="zh-CN" sz="2400" b="1" i="1">
                        <a:solidFill>
                          <a:schemeClr val="bg1"/>
                        </a:solidFill>
                        <a:latin typeface="Cambria Math" panose="02040503050406030204" pitchFamily="18" charset="0"/>
                      </a:rPr>
                      <m:t>=</m:t>
                    </m:r>
                    <m:r>
                      <a:rPr lang="en-US" altLang="zh-CN" sz="2400" b="1" i="1" smtClean="0">
                        <a:solidFill>
                          <a:schemeClr val="bg1"/>
                        </a:solidFill>
                        <a:latin typeface="Cambria Math" panose="02040503050406030204" pitchFamily="18" charset="0"/>
                      </a:rPr>
                      <m:t>𝟖</m:t>
                    </m:r>
                    <m:sSup>
                      <m:sSupPr>
                        <m:ctrlPr>
                          <a:rPr lang="en-US" altLang="zh-CN" sz="2400" b="1" i="1">
                            <a:solidFill>
                              <a:schemeClr val="bg1"/>
                            </a:solidFill>
                            <a:latin typeface="Cambria Math" panose="02040503050406030204" pitchFamily="18" charset="0"/>
                          </a:rPr>
                        </m:ctrlPr>
                      </m:sSupPr>
                      <m:e>
                        <m:r>
                          <a:rPr lang="en-US" altLang="zh-CN" sz="2400" b="1" i="1">
                            <a:solidFill>
                              <a:schemeClr val="bg1"/>
                            </a:solidFill>
                            <a:latin typeface="Cambria Math" panose="02040503050406030204" pitchFamily="18" charset="0"/>
                          </a:rPr>
                          <m:t>𝒚</m:t>
                        </m:r>
                      </m:e>
                      <m:sup>
                        <m:r>
                          <a:rPr lang="en-US" altLang="zh-CN" sz="2400" b="1" i="1" smtClean="0">
                            <a:solidFill>
                              <a:schemeClr val="bg1"/>
                            </a:solidFill>
                            <a:latin typeface="Cambria Math" panose="02040503050406030204" pitchFamily="18" charset="0"/>
                          </a:rPr>
                          <m:t>𝟑</m:t>
                        </m:r>
                      </m:sup>
                    </m:sSup>
                    <m:r>
                      <a:rPr lang="en-US" altLang="zh-CN" sz="2400" b="1" i="1" smtClean="0">
                        <a:solidFill>
                          <a:schemeClr val="bg1"/>
                        </a:solidFill>
                        <a:latin typeface="Cambria Math" panose="02040503050406030204" pitchFamily="18" charset="0"/>
                      </a:rPr>
                      <m:t>+</m:t>
                    </m:r>
                    <m:r>
                      <a:rPr lang="en-US" altLang="zh-CN" sz="2400" b="1" i="1" smtClean="0">
                        <a:solidFill>
                          <a:schemeClr val="bg1"/>
                        </a:solidFill>
                        <a:latin typeface="Cambria Math" panose="02040503050406030204" pitchFamily="18" charset="0"/>
                        <a:cs typeface="Cambria Math" panose="02040503050406030204" pitchFamily="18" charset="0"/>
                      </a:rPr>
                      <m:t>𝟖𝒙𝒚</m:t>
                    </m:r>
                  </m:oMath>
                </a14:m>
                <a:endParaRPr lang="en-US" altLang="zh-CN" sz="2400" b="1" i="1" dirty="0" smtClean="0">
                  <a:solidFill>
                    <a:schemeClr val="bg1"/>
                  </a:solidFill>
                  <a:latin typeface="Cambria Math" panose="02040503050406030204" pitchFamily="18" charset="0"/>
                </a:endParaRPr>
              </a:p>
            </p:txBody>
          </p:sp>
        </mc:Choice>
        <mc:Fallback>
          <p:sp>
            <p:nvSpPr>
              <p:cNvPr id="3" name="文本框 2"/>
              <p:cNvSpPr txBox="1">
                <a:spLocks noRot="1" noChangeAspect="1" noMove="1" noResize="1" noEditPoints="1" noAdjustHandles="1" noChangeArrowheads="1" noChangeShapeType="1" noTextEdit="1"/>
              </p:cNvSpPr>
              <p:nvPr/>
            </p:nvSpPr>
            <p:spPr>
              <a:xfrm>
                <a:off x="73025" y="1956435"/>
                <a:ext cx="10810875" cy="621665"/>
              </a:xfrm>
              <a:prstGeom prst="rect">
                <a:avLst/>
              </a:prstGeom>
              <a:blipFill rotWithShape="1">
                <a:blip r:embed="rId4"/>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文本框 3"/>
              <p:cNvSpPr txBox="1"/>
              <p:nvPr/>
            </p:nvSpPr>
            <p:spPr>
              <a:xfrm>
                <a:off x="73025" y="2510155"/>
                <a:ext cx="10810875" cy="572770"/>
              </a:xfrm>
              <a:prstGeom prst="rect">
                <a:avLst/>
              </a:prstGeom>
              <a:solidFill>
                <a:srgbClr val="0070C0"/>
              </a:solidFill>
            </p:spPr>
            <p:txBody>
              <a:bodyPr wrap="square" rtlCol="0">
                <a:spAutoFit/>
              </a:bodyPr>
              <a:lstStyle/>
              <a:p>
                <a:r>
                  <a:rPr lang="en-US" altLang="zh-CN" sz="2000" b="1" dirty="0">
                    <a:solidFill>
                      <a:schemeClr val="bg1"/>
                    </a:solidFill>
                  </a:rPr>
                  <a:t>       </a:t>
                </a:r>
                <a:r>
                  <a:rPr lang="zh-CN" altLang="en-US" sz="2000" b="1" dirty="0">
                    <a:solidFill>
                      <a:schemeClr val="bg1"/>
                    </a:solidFill>
                  </a:rPr>
                  <a:t>令</a:t>
                </a:r>
                <a14:m>
                  <m:oMath xmlns:m="http://schemas.openxmlformats.org/officeDocument/2006/math">
                    <m:f>
                      <m:fPr>
                        <m:ctrlPr>
                          <a:rPr lang="en-US" altLang="zh-CN" sz="2000" b="1" i="1" smtClean="0">
                            <a:solidFill>
                              <a:schemeClr val="bg1"/>
                            </a:solidFill>
                            <a:latin typeface="Cambria Math" panose="02040503050406030204" pitchFamily="18" charset="0"/>
                          </a:rPr>
                        </m:ctrlPr>
                      </m:fPr>
                      <m:num>
                        <m:r>
                          <a:rPr lang="zh-CN" altLang="en-US" sz="2000" b="1" i="1" smtClean="0">
                            <a:solidFill>
                              <a:schemeClr val="bg1"/>
                            </a:solidFill>
                            <a:latin typeface="Cambria Math" panose="02040503050406030204" pitchFamily="18" charset="0"/>
                          </a:rPr>
                          <m:t>𝝏</m:t>
                        </m:r>
                        <m:r>
                          <a:rPr lang="en-US" altLang="zh-CN" sz="2000" b="1" i="1">
                            <a:solidFill>
                              <a:schemeClr val="bg1"/>
                            </a:solidFill>
                            <a:latin typeface="Cambria Math" panose="02040503050406030204" pitchFamily="18" charset="0"/>
                          </a:rPr>
                          <m:t>𝒛</m:t>
                        </m:r>
                      </m:num>
                      <m:den>
                        <m:r>
                          <a:rPr lang="zh-CN" altLang="en-US" sz="2000" b="1" i="1" smtClean="0">
                            <a:solidFill>
                              <a:schemeClr val="bg1"/>
                            </a:solidFill>
                            <a:latin typeface="Cambria Math" panose="02040503050406030204" pitchFamily="18" charset="0"/>
                          </a:rPr>
                          <m:t>𝝏</m:t>
                        </m:r>
                        <m:r>
                          <a:rPr lang="en-US" altLang="zh-CN" sz="2000" b="1" i="1">
                            <a:solidFill>
                              <a:schemeClr val="bg1"/>
                            </a:solidFill>
                            <a:latin typeface="Cambria Math" panose="02040503050406030204" pitchFamily="18" charset="0"/>
                          </a:rPr>
                          <m:t>𝒙</m:t>
                        </m:r>
                      </m:den>
                    </m:f>
                    <m:r>
                      <a:rPr lang="en-US" altLang="zh-CN" sz="2000" b="1" i="1" smtClean="0">
                        <a:solidFill>
                          <a:schemeClr val="bg1"/>
                        </a:solidFill>
                        <a:latin typeface="Cambria Math" panose="02040503050406030204" pitchFamily="18" charset="0"/>
                      </a:rPr>
                      <m:t>=</m:t>
                    </m:r>
                    <m:r>
                      <a:rPr lang="en-US" altLang="zh-CN" sz="2000" b="1" i="1" smtClean="0">
                        <a:solidFill>
                          <a:schemeClr val="bg1"/>
                        </a:solidFill>
                        <a:latin typeface="Cambria Math" panose="02040503050406030204" pitchFamily="18" charset="0"/>
                      </a:rPr>
                      <m:t>𝟎</m:t>
                    </m:r>
                  </m:oMath>
                </a14:m>
                <a:r>
                  <a:rPr lang="en-US" altLang="zh-CN" sz="2000" b="1" dirty="0">
                    <a:solidFill>
                      <a:schemeClr val="bg1"/>
                    </a:solidFill>
                  </a:rPr>
                  <a:t>,    </a:t>
                </a:r>
                <a:r>
                  <a:rPr lang="zh-CN" altLang="en-US" sz="2000" b="1" dirty="0">
                    <a:solidFill>
                      <a:schemeClr val="bg1"/>
                    </a:solidFill>
                  </a:rPr>
                  <a:t> </a:t>
                </a:r>
                <a14:m>
                  <m:oMath xmlns:m="http://schemas.openxmlformats.org/officeDocument/2006/math">
                    <m:f>
                      <m:fPr>
                        <m:ctrlPr>
                          <a:rPr lang="en-US" altLang="zh-CN" sz="2000" b="1" i="1">
                            <a:solidFill>
                              <a:schemeClr val="bg1"/>
                            </a:solidFill>
                            <a:latin typeface="Cambria Math" panose="02040503050406030204" pitchFamily="18" charset="0"/>
                          </a:rPr>
                        </m:ctrlPr>
                      </m:fPr>
                      <m:num>
                        <m:r>
                          <a:rPr lang="zh-CN" altLang="en-US" sz="2000" b="1" i="1">
                            <a:solidFill>
                              <a:schemeClr val="bg1"/>
                            </a:solidFill>
                            <a:latin typeface="Cambria Math" panose="02040503050406030204" pitchFamily="18" charset="0"/>
                          </a:rPr>
                          <m:t>𝝏</m:t>
                        </m:r>
                        <m:r>
                          <a:rPr lang="en-US" altLang="zh-CN" sz="2000" b="1" i="1">
                            <a:solidFill>
                              <a:schemeClr val="bg1"/>
                            </a:solidFill>
                            <a:latin typeface="Cambria Math" panose="02040503050406030204" pitchFamily="18" charset="0"/>
                          </a:rPr>
                          <m:t>𝒛</m:t>
                        </m:r>
                      </m:num>
                      <m:den>
                        <m:r>
                          <a:rPr lang="zh-CN" altLang="en-US" sz="2000" b="1" i="1">
                            <a:solidFill>
                              <a:schemeClr val="bg1"/>
                            </a:solidFill>
                            <a:latin typeface="Cambria Math" panose="02040503050406030204" pitchFamily="18" charset="0"/>
                          </a:rPr>
                          <m:t>𝝏</m:t>
                        </m:r>
                        <m:r>
                          <a:rPr lang="en-US" altLang="zh-CN" sz="2000" b="1" i="1" smtClean="0">
                            <a:solidFill>
                              <a:schemeClr val="bg1"/>
                            </a:solidFill>
                            <a:latin typeface="Cambria Math" panose="02040503050406030204" pitchFamily="18" charset="0"/>
                          </a:rPr>
                          <m:t>𝒚</m:t>
                        </m:r>
                      </m:den>
                    </m:f>
                    <m:r>
                      <a:rPr lang="en-US" altLang="zh-CN" sz="2000" b="1" i="1">
                        <a:solidFill>
                          <a:schemeClr val="bg1"/>
                        </a:solidFill>
                        <a:latin typeface="Cambria Math" panose="02040503050406030204" pitchFamily="18" charset="0"/>
                      </a:rPr>
                      <m:t>=</m:t>
                    </m:r>
                    <m:r>
                      <a:rPr lang="en-US" altLang="zh-CN" sz="2000" b="1" i="1" smtClean="0">
                        <a:solidFill>
                          <a:schemeClr val="bg1"/>
                        </a:solidFill>
                        <a:latin typeface="Cambria Math" panose="02040503050406030204" pitchFamily="18" charset="0"/>
                      </a:rPr>
                      <m:t>𝟎</m:t>
                    </m:r>
                  </m:oMath>
                </a14:m>
                <a:endParaRPr lang="zh-CN" altLang="en-US" sz="2000" b="1" dirty="0">
                  <a:solidFill>
                    <a:schemeClr val="bg1"/>
                  </a:solidFill>
                </a:endParaRPr>
              </a:p>
            </p:txBody>
          </p:sp>
        </mc:Choice>
        <mc:Fallback>
          <p:sp>
            <p:nvSpPr>
              <p:cNvPr id="4" name="文本框 3"/>
              <p:cNvSpPr txBox="1">
                <a:spLocks noRot="1" noChangeAspect="1" noMove="1" noResize="1" noEditPoints="1" noAdjustHandles="1" noChangeArrowheads="1" noChangeShapeType="1" noTextEdit="1"/>
              </p:cNvSpPr>
              <p:nvPr/>
            </p:nvSpPr>
            <p:spPr>
              <a:xfrm>
                <a:off x="73025" y="2510155"/>
                <a:ext cx="10810875" cy="572770"/>
              </a:xfrm>
              <a:prstGeom prst="rect">
                <a:avLst/>
              </a:prstGeom>
              <a:blipFill rotWithShape="1">
                <a:blip r:embed="rId5"/>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文本框 4"/>
              <p:cNvSpPr txBox="1"/>
              <p:nvPr/>
            </p:nvSpPr>
            <p:spPr>
              <a:xfrm>
                <a:off x="73025" y="3103245"/>
                <a:ext cx="10810875" cy="423545"/>
              </a:xfrm>
              <a:prstGeom prst="rect">
                <a:avLst/>
              </a:prstGeom>
              <a:solidFill>
                <a:srgbClr val="0070C0"/>
              </a:solidFill>
            </p:spPr>
            <p:txBody>
              <a:bodyPr wrap="square" rtlCol="0">
                <a:spAutoFit/>
              </a:bodyPr>
              <a:lstStyle/>
              <a:p>
                <a:r>
                  <a:rPr lang="en-US" altLang="zh-CN" sz="2000" b="1" dirty="0">
                    <a:solidFill>
                      <a:schemeClr val="bg1"/>
                    </a:solidFill>
                  </a:rPr>
                  <a:t>       </a:t>
                </a:r>
                <a:r>
                  <a:rPr lang="zh-CN" altLang="en-US" sz="2000" b="1" dirty="0">
                    <a:solidFill>
                      <a:schemeClr val="bg1"/>
                    </a:solidFill>
                  </a:rPr>
                  <a:t>得</a:t>
                </a:r>
                <a14:m>
                  <m:oMath xmlns:m="http://schemas.openxmlformats.org/officeDocument/2006/math">
                    <m:r>
                      <a:rPr lang="zh-CN" altLang="en-US" sz="2000" b="1" i="1" dirty="0">
                        <a:solidFill>
                          <a:schemeClr val="bg1"/>
                        </a:solidFill>
                        <a:latin typeface="Cambria Math" panose="02040503050406030204" pitchFamily="18" charset="0"/>
                      </a:rPr>
                      <m:t>驻点</m:t>
                    </m:r>
                    <m:r>
                      <a:rPr lang="zh-CN" altLang="en-US" sz="2000" b="1" i="1" dirty="0" smtClean="0">
                        <a:solidFill>
                          <a:schemeClr val="bg1"/>
                        </a:solidFill>
                        <a:latin typeface="Cambria Math" panose="02040503050406030204" pitchFamily="18" charset="0"/>
                      </a:rPr>
                      <m:t>为</m:t>
                    </m:r>
                    <m:d>
                      <m:dPr>
                        <m:ctrlPr>
                          <a:rPr lang="en-US" altLang="zh-CN" sz="2000" b="1" i="1" smtClean="0">
                            <a:solidFill>
                              <a:schemeClr val="bg1"/>
                            </a:solidFill>
                            <a:latin typeface="Cambria Math" panose="02040503050406030204" pitchFamily="18" charset="0"/>
                          </a:rPr>
                        </m:ctrlPr>
                      </m:dPr>
                      <m:e>
                        <m:r>
                          <a:rPr lang="en-US" altLang="zh-CN" sz="2000" b="1" i="1" smtClean="0">
                            <a:solidFill>
                              <a:schemeClr val="bg1"/>
                            </a:solidFill>
                            <a:latin typeface="Cambria Math" panose="02040503050406030204" pitchFamily="18" charset="0"/>
                          </a:rPr>
                          <m:t>𝟏</m:t>
                        </m:r>
                        <m:r>
                          <a:rPr lang="en-US" altLang="zh-CN" sz="2000" b="1" i="1" smtClean="0">
                            <a:solidFill>
                              <a:schemeClr val="bg1"/>
                            </a:solidFill>
                            <a:latin typeface="Cambria Math" panose="02040503050406030204" pitchFamily="18" charset="0"/>
                          </a:rPr>
                          <m:t>,</m:t>
                        </m:r>
                        <m:r>
                          <a:rPr lang="en-US" altLang="zh-CN" sz="2000" b="1" i="1" smtClean="0">
                            <a:solidFill>
                              <a:schemeClr val="bg1"/>
                            </a:solidFill>
                            <a:latin typeface="Cambria Math" panose="02040503050406030204" pitchFamily="18" charset="0"/>
                          </a:rPr>
                          <m:t>𝟎</m:t>
                        </m:r>
                      </m:e>
                    </m:d>
                    <m:r>
                      <a:rPr lang="en-US" altLang="zh-CN" sz="2000" b="1" i="1" smtClean="0">
                        <a:solidFill>
                          <a:schemeClr val="bg1"/>
                        </a:solidFill>
                        <a:latin typeface="Cambria Math" panose="02040503050406030204" pitchFamily="18" charset="0"/>
                      </a:rPr>
                      <m:t>,</m:t>
                    </m:r>
                    <m:d>
                      <m:dPr>
                        <m:ctrlPr>
                          <a:rPr lang="en-US" altLang="zh-CN" sz="2000" b="1" i="1" smtClean="0">
                            <a:solidFill>
                              <a:schemeClr val="bg1"/>
                            </a:solidFill>
                            <a:latin typeface="Cambria Math" panose="02040503050406030204" pitchFamily="18" charset="0"/>
                          </a:rPr>
                        </m:ctrlPr>
                      </m:dPr>
                      <m:e>
                        <m:r>
                          <a:rPr lang="en-US" altLang="zh-CN" sz="2000" b="1" i="1" smtClean="0">
                            <a:solidFill>
                              <a:schemeClr val="bg1"/>
                            </a:solidFill>
                            <a:latin typeface="Cambria Math" panose="02040503050406030204" pitchFamily="18" charset="0"/>
                          </a:rPr>
                          <m:t>−</m:t>
                        </m:r>
                        <m:r>
                          <a:rPr lang="en-US" altLang="zh-CN" sz="2000" b="1" i="1" smtClean="0">
                            <a:solidFill>
                              <a:schemeClr val="bg1"/>
                            </a:solidFill>
                            <a:latin typeface="Cambria Math" panose="02040503050406030204" pitchFamily="18" charset="0"/>
                          </a:rPr>
                          <m:t>𝟏</m:t>
                        </m:r>
                        <m:r>
                          <a:rPr lang="en-US" altLang="zh-CN" sz="2000" b="1" i="1" smtClean="0">
                            <a:solidFill>
                              <a:schemeClr val="bg1"/>
                            </a:solidFill>
                            <a:latin typeface="Cambria Math" panose="02040503050406030204" pitchFamily="18" charset="0"/>
                          </a:rPr>
                          <m:t>,</m:t>
                        </m:r>
                        <m:r>
                          <a:rPr lang="en-US" altLang="zh-CN" sz="2000" b="1" i="1" smtClean="0">
                            <a:solidFill>
                              <a:schemeClr val="bg1"/>
                            </a:solidFill>
                            <a:latin typeface="Cambria Math" panose="02040503050406030204" pitchFamily="18" charset="0"/>
                          </a:rPr>
                          <m:t>𝟏</m:t>
                        </m:r>
                      </m:e>
                    </m:d>
                    <m:r>
                      <a:rPr lang="en-US" altLang="zh-CN" sz="2000" b="1" i="1" smtClean="0">
                        <a:solidFill>
                          <a:schemeClr val="bg1"/>
                        </a:solidFill>
                        <a:latin typeface="Cambria Math" panose="02040503050406030204" pitchFamily="18" charset="0"/>
                      </a:rPr>
                      <m:t>,(−</m:t>
                    </m:r>
                    <m:r>
                      <a:rPr lang="en-US" altLang="zh-CN" sz="2000" b="1" i="1" smtClean="0">
                        <a:solidFill>
                          <a:schemeClr val="bg1"/>
                        </a:solidFill>
                        <a:latin typeface="Cambria Math" panose="02040503050406030204" pitchFamily="18" charset="0"/>
                      </a:rPr>
                      <m:t>𝟏</m:t>
                    </m:r>
                    <m:r>
                      <a:rPr lang="en-US" altLang="zh-CN" sz="2000" b="1" i="1" smtClean="0">
                        <a:solidFill>
                          <a:schemeClr val="bg1"/>
                        </a:solidFill>
                        <a:latin typeface="Cambria Math" panose="02040503050406030204" pitchFamily="18" charset="0"/>
                      </a:rPr>
                      <m:t>,−</m:t>
                    </m:r>
                    <m:r>
                      <a:rPr lang="en-US" altLang="zh-CN" sz="2000" b="1" i="1" smtClean="0">
                        <a:solidFill>
                          <a:schemeClr val="bg1"/>
                        </a:solidFill>
                        <a:latin typeface="Cambria Math" panose="02040503050406030204" pitchFamily="18" charset="0"/>
                      </a:rPr>
                      <m:t>𝟏</m:t>
                    </m:r>
                    <m:r>
                      <a:rPr lang="en-US" altLang="zh-CN" sz="2000" b="1" i="1" smtClean="0">
                        <a:solidFill>
                          <a:schemeClr val="bg1"/>
                        </a:solidFill>
                        <a:latin typeface="Cambria Math" panose="02040503050406030204" pitchFamily="18" charset="0"/>
                      </a:rPr>
                      <m:t>)</m:t>
                    </m:r>
                  </m:oMath>
                </a14:m>
                <a:endParaRPr lang="zh-CN" altLang="en-US" sz="2000" b="1" dirty="0">
                  <a:solidFill>
                    <a:schemeClr val="bg1"/>
                  </a:solidFill>
                </a:endParaRPr>
              </a:p>
            </p:txBody>
          </p:sp>
        </mc:Choice>
        <mc:Fallback>
          <p:sp>
            <p:nvSpPr>
              <p:cNvPr id="5" name="文本框 4"/>
              <p:cNvSpPr txBox="1">
                <a:spLocks noRot="1" noChangeAspect="1" noMove="1" noResize="1" noEditPoints="1" noAdjustHandles="1" noChangeArrowheads="1" noChangeShapeType="1" noTextEdit="1"/>
              </p:cNvSpPr>
              <p:nvPr/>
            </p:nvSpPr>
            <p:spPr>
              <a:xfrm>
                <a:off x="73025" y="3103245"/>
                <a:ext cx="10810875" cy="423545"/>
              </a:xfrm>
              <a:prstGeom prst="rect">
                <a:avLst/>
              </a:prstGeom>
              <a:blipFill rotWithShape="1">
                <a:blip r:embed="rId6"/>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文本框 5"/>
              <p:cNvSpPr txBox="1"/>
              <p:nvPr/>
            </p:nvSpPr>
            <p:spPr>
              <a:xfrm>
                <a:off x="73025" y="3458210"/>
                <a:ext cx="10810875" cy="613410"/>
              </a:xfrm>
              <a:prstGeom prst="rect">
                <a:avLst/>
              </a:prstGeom>
              <a:solidFill>
                <a:srgbClr val="0070C0"/>
              </a:solidFill>
            </p:spPr>
            <p:txBody>
              <a:bodyPr wrap="square" rtlCol="0">
                <a:spAutoFit/>
              </a:bodyPr>
              <a:lstStyle/>
              <a:p>
                <a:r>
                  <a:rPr lang="en-US" altLang="zh-CN" sz="2000" b="1" dirty="0">
                    <a:solidFill>
                      <a:schemeClr val="bg1"/>
                    </a:solidFill>
                  </a:rPr>
                  <a:t>         </a:t>
                </a:r>
                <a:r>
                  <a:rPr lang="zh-CN" altLang="en-US" sz="2000" b="1" dirty="0">
                    <a:solidFill>
                      <a:schemeClr val="bg1"/>
                    </a:solidFill>
                  </a:rPr>
                  <a:t>又</a:t>
                </a:r>
                <a:r>
                  <a:rPr lang="en-US" altLang="zh-CN" sz="2000" b="1" dirty="0">
                    <a:solidFill>
                      <a:schemeClr val="bg1"/>
                    </a:solidFill>
                  </a:rPr>
                  <a:t>  </a:t>
                </a:r>
                <a14:m>
                  <m:oMath xmlns:m="http://schemas.openxmlformats.org/officeDocument/2006/math">
                    <m:f>
                      <m:fPr>
                        <m:ctrlPr>
                          <a:rPr lang="en-US" altLang="zh-CN" sz="2000" b="1" i="1">
                            <a:solidFill>
                              <a:schemeClr val="bg1"/>
                            </a:solidFill>
                            <a:latin typeface="Cambria Math" panose="02040503050406030204" pitchFamily="18" charset="0"/>
                          </a:rPr>
                        </m:ctrlPr>
                      </m:fPr>
                      <m:num>
                        <m:sSup>
                          <m:sSupPr>
                            <m:ctrlPr>
                              <a:rPr lang="en-US" altLang="zh-CN" sz="2000" b="1" i="1" smtClean="0">
                                <a:solidFill>
                                  <a:schemeClr val="bg1"/>
                                </a:solidFill>
                                <a:latin typeface="Cambria Math" panose="02040503050406030204" pitchFamily="18" charset="0"/>
                              </a:rPr>
                            </m:ctrlPr>
                          </m:sSupPr>
                          <m:e>
                            <m:r>
                              <a:rPr lang="zh-CN" altLang="en-US" sz="2000" b="1" i="1" smtClean="0">
                                <a:solidFill>
                                  <a:schemeClr val="bg1"/>
                                </a:solidFill>
                                <a:latin typeface="Cambria Math" panose="02040503050406030204" pitchFamily="18" charset="0"/>
                              </a:rPr>
                              <m:t>𝝏</m:t>
                            </m:r>
                          </m:e>
                          <m:sup>
                            <m:r>
                              <a:rPr lang="en-US" altLang="zh-CN" sz="2000" b="1" i="1" smtClean="0">
                                <a:solidFill>
                                  <a:schemeClr val="bg1"/>
                                </a:solidFill>
                                <a:latin typeface="Cambria Math" panose="02040503050406030204" pitchFamily="18" charset="0"/>
                              </a:rPr>
                              <m:t>𝟐</m:t>
                            </m:r>
                          </m:sup>
                        </m:sSup>
                        <m:r>
                          <a:rPr lang="en-US" altLang="zh-CN" sz="2000" b="1" i="1">
                            <a:solidFill>
                              <a:schemeClr val="bg1"/>
                            </a:solidFill>
                            <a:latin typeface="Cambria Math" panose="02040503050406030204" pitchFamily="18" charset="0"/>
                          </a:rPr>
                          <m:t>𝒛</m:t>
                        </m:r>
                      </m:num>
                      <m:den>
                        <m:r>
                          <a:rPr lang="zh-CN" altLang="en-US" sz="2000" b="1" i="1">
                            <a:solidFill>
                              <a:schemeClr val="bg1"/>
                            </a:solidFill>
                            <a:latin typeface="Cambria Math" panose="02040503050406030204" pitchFamily="18" charset="0"/>
                          </a:rPr>
                          <m:t>𝝏</m:t>
                        </m:r>
                        <m:sSup>
                          <m:sSupPr>
                            <m:ctrlPr>
                              <a:rPr lang="en-US" altLang="zh-CN" sz="2000" b="1" i="1" smtClean="0">
                                <a:solidFill>
                                  <a:schemeClr val="bg1"/>
                                </a:solidFill>
                                <a:latin typeface="Cambria Math" panose="02040503050406030204" pitchFamily="18" charset="0"/>
                              </a:rPr>
                            </m:ctrlPr>
                          </m:sSupPr>
                          <m:e>
                            <m:r>
                              <a:rPr lang="en-US" altLang="zh-CN" sz="2000" b="1" i="1" smtClean="0">
                                <a:solidFill>
                                  <a:schemeClr val="bg1"/>
                                </a:solidFill>
                                <a:latin typeface="Cambria Math" panose="02040503050406030204" pitchFamily="18" charset="0"/>
                              </a:rPr>
                              <m:t>𝒙</m:t>
                            </m:r>
                          </m:e>
                          <m:sup>
                            <m:r>
                              <a:rPr lang="en-US" altLang="zh-CN" sz="2000" b="1" i="1" smtClean="0">
                                <a:solidFill>
                                  <a:schemeClr val="bg1"/>
                                </a:solidFill>
                                <a:latin typeface="Cambria Math" panose="02040503050406030204" pitchFamily="18" charset="0"/>
                              </a:rPr>
                              <m:t>𝟐</m:t>
                            </m:r>
                          </m:sup>
                        </m:sSup>
                      </m:den>
                    </m:f>
                    <m:r>
                      <a:rPr lang="en-US" altLang="zh-CN" sz="2000" b="1" i="1" smtClean="0">
                        <a:solidFill>
                          <a:schemeClr val="bg1"/>
                        </a:solidFill>
                        <a:latin typeface="Cambria Math" panose="02040503050406030204" pitchFamily="18" charset="0"/>
                      </a:rPr>
                      <m:t>=</m:t>
                    </m:r>
                    <m:r>
                      <a:rPr lang="en-US" altLang="zh-CN" sz="2000" b="1" i="1" smtClean="0">
                        <a:solidFill>
                          <a:schemeClr val="bg1"/>
                        </a:solidFill>
                        <a:latin typeface="Cambria Math" panose="02040503050406030204" pitchFamily="18" charset="0"/>
                      </a:rPr>
                      <m:t>𝟐</m:t>
                    </m:r>
                  </m:oMath>
                </a14:m>
                <a:r>
                  <a:rPr lang="en-US" altLang="zh-CN" sz="2000" b="1" dirty="0">
                    <a:solidFill>
                      <a:schemeClr val="bg1"/>
                    </a:solidFill>
                  </a:rPr>
                  <a:t>,   </a:t>
                </a:r>
                <a14:m>
                  <m:oMath xmlns:m="http://schemas.openxmlformats.org/officeDocument/2006/math">
                    <m:f>
                      <m:fPr>
                        <m:ctrlPr>
                          <a:rPr lang="en-US" altLang="zh-CN" sz="2000" b="1" i="1">
                            <a:solidFill>
                              <a:schemeClr val="bg1"/>
                            </a:solidFill>
                            <a:latin typeface="Cambria Math" panose="02040503050406030204" pitchFamily="18" charset="0"/>
                          </a:rPr>
                        </m:ctrlPr>
                      </m:fPr>
                      <m:num>
                        <m:sSup>
                          <m:sSupPr>
                            <m:ctrlPr>
                              <a:rPr lang="en-US" altLang="zh-CN" sz="2000" b="1" i="1">
                                <a:solidFill>
                                  <a:schemeClr val="bg1"/>
                                </a:solidFill>
                                <a:latin typeface="Cambria Math" panose="02040503050406030204" pitchFamily="18" charset="0"/>
                              </a:rPr>
                            </m:ctrlPr>
                          </m:sSupPr>
                          <m:e>
                            <m:r>
                              <a:rPr lang="zh-CN" altLang="en-US" sz="2000" b="1" i="1">
                                <a:solidFill>
                                  <a:schemeClr val="bg1"/>
                                </a:solidFill>
                                <a:latin typeface="Cambria Math" panose="02040503050406030204" pitchFamily="18" charset="0"/>
                              </a:rPr>
                              <m:t>𝝏</m:t>
                            </m:r>
                          </m:e>
                          <m:sup>
                            <m:r>
                              <a:rPr lang="en-US" altLang="zh-CN" sz="2000" b="1" i="1">
                                <a:solidFill>
                                  <a:schemeClr val="bg1"/>
                                </a:solidFill>
                                <a:latin typeface="Cambria Math" panose="02040503050406030204" pitchFamily="18" charset="0"/>
                              </a:rPr>
                              <m:t>𝟐</m:t>
                            </m:r>
                          </m:sup>
                        </m:sSup>
                        <m:r>
                          <a:rPr lang="en-US" altLang="zh-CN" sz="2000" b="1" i="1">
                            <a:solidFill>
                              <a:schemeClr val="bg1"/>
                            </a:solidFill>
                            <a:latin typeface="Cambria Math" panose="02040503050406030204" pitchFamily="18" charset="0"/>
                          </a:rPr>
                          <m:t>𝒛</m:t>
                        </m:r>
                      </m:num>
                      <m:den>
                        <m:r>
                          <a:rPr lang="zh-CN" altLang="en-US" sz="2000" b="1" i="1">
                            <a:solidFill>
                              <a:schemeClr val="bg1"/>
                            </a:solidFill>
                            <a:latin typeface="Cambria Math" panose="02040503050406030204" pitchFamily="18" charset="0"/>
                          </a:rPr>
                          <m:t>𝝏</m:t>
                        </m:r>
                        <m:r>
                          <a:rPr lang="en-US" altLang="zh-CN" sz="2000" b="1" i="1" smtClean="0">
                            <a:solidFill>
                              <a:schemeClr val="bg1"/>
                            </a:solidFill>
                            <a:latin typeface="Cambria Math" panose="02040503050406030204" pitchFamily="18" charset="0"/>
                          </a:rPr>
                          <m:t>𝒙</m:t>
                        </m:r>
                        <m:r>
                          <a:rPr lang="zh-CN" altLang="en-US" sz="2000" b="1" i="1" smtClean="0">
                            <a:solidFill>
                              <a:schemeClr val="bg1"/>
                            </a:solidFill>
                            <a:latin typeface="Cambria Math" panose="02040503050406030204" pitchFamily="18" charset="0"/>
                          </a:rPr>
                          <m:t>𝝏</m:t>
                        </m:r>
                        <m:r>
                          <a:rPr lang="en-US" altLang="zh-CN" sz="2000" b="1" i="1" smtClean="0">
                            <a:solidFill>
                              <a:schemeClr val="bg1"/>
                            </a:solidFill>
                            <a:latin typeface="Cambria Math" panose="02040503050406030204" pitchFamily="18" charset="0"/>
                          </a:rPr>
                          <m:t>𝒚</m:t>
                        </m:r>
                      </m:den>
                    </m:f>
                    <m:r>
                      <a:rPr lang="en-US" altLang="zh-CN" sz="2000" b="1" i="1">
                        <a:solidFill>
                          <a:schemeClr val="bg1"/>
                        </a:solidFill>
                        <a:latin typeface="Cambria Math" panose="02040503050406030204" pitchFamily="18" charset="0"/>
                      </a:rPr>
                      <m:t>=</m:t>
                    </m:r>
                    <m:r>
                      <a:rPr lang="en-US" altLang="zh-CN" sz="2000" b="1" i="1" smtClean="0">
                        <a:solidFill>
                          <a:schemeClr val="bg1"/>
                        </a:solidFill>
                        <a:latin typeface="Cambria Math" panose="02040503050406030204" pitchFamily="18" charset="0"/>
                      </a:rPr>
                      <m:t>𝟖𝒚</m:t>
                    </m:r>
                  </m:oMath>
                </a14:m>
                <a:r>
                  <a:rPr lang="en-US" altLang="zh-CN" sz="2000" b="1" dirty="0">
                    <a:solidFill>
                      <a:schemeClr val="bg1"/>
                    </a:solidFill>
                  </a:rPr>
                  <a:t>, </a:t>
                </a:r>
                <a14:m>
                  <m:oMath xmlns:m="http://schemas.openxmlformats.org/officeDocument/2006/math">
                    <m:f>
                      <m:fPr>
                        <m:ctrlPr>
                          <a:rPr lang="en-US" altLang="zh-CN" sz="2000" b="1" i="1">
                            <a:solidFill>
                              <a:schemeClr val="bg1"/>
                            </a:solidFill>
                            <a:latin typeface="Cambria Math" panose="02040503050406030204" pitchFamily="18" charset="0"/>
                          </a:rPr>
                        </m:ctrlPr>
                      </m:fPr>
                      <m:num>
                        <m:sSup>
                          <m:sSupPr>
                            <m:ctrlPr>
                              <a:rPr lang="en-US" altLang="zh-CN" sz="2000" b="1" i="1">
                                <a:solidFill>
                                  <a:schemeClr val="bg1"/>
                                </a:solidFill>
                                <a:latin typeface="Cambria Math" panose="02040503050406030204" pitchFamily="18" charset="0"/>
                              </a:rPr>
                            </m:ctrlPr>
                          </m:sSupPr>
                          <m:e>
                            <m:r>
                              <a:rPr lang="zh-CN" altLang="en-US" sz="2000" b="1" i="1">
                                <a:solidFill>
                                  <a:schemeClr val="bg1"/>
                                </a:solidFill>
                                <a:latin typeface="Cambria Math" panose="02040503050406030204" pitchFamily="18" charset="0"/>
                              </a:rPr>
                              <m:t>𝝏</m:t>
                            </m:r>
                          </m:e>
                          <m:sup>
                            <m:r>
                              <a:rPr lang="en-US" altLang="zh-CN" sz="2000" b="1" i="1">
                                <a:solidFill>
                                  <a:schemeClr val="bg1"/>
                                </a:solidFill>
                                <a:latin typeface="Cambria Math" panose="02040503050406030204" pitchFamily="18" charset="0"/>
                              </a:rPr>
                              <m:t>𝟐</m:t>
                            </m:r>
                          </m:sup>
                        </m:sSup>
                        <m:r>
                          <a:rPr lang="en-US" altLang="zh-CN" sz="2000" b="1" i="1">
                            <a:solidFill>
                              <a:schemeClr val="bg1"/>
                            </a:solidFill>
                            <a:latin typeface="Cambria Math" panose="02040503050406030204" pitchFamily="18" charset="0"/>
                          </a:rPr>
                          <m:t>𝒛</m:t>
                        </m:r>
                      </m:num>
                      <m:den>
                        <m:r>
                          <a:rPr lang="zh-CN" altLang="en-US" sz="2000" b="1" i="1">
                            <a:solidFill>
                              <a:schemeClr val="bg1"/>
                            </a:solidFill>
                            <a:latin typeface="Cambria Math" panose="02040503050406030204" pitchFamily="18" charset="0"/>
                          </a:rPr>
                          <m:t>𝝏</m:t>
                        </m:r>
                        <m:sSup>
                          <m:sSupPr>
                            <m:ctrlPr>
                              <a:rPr lang="en-US" altLang="zh-CN" sz="2000" b="1" i="1">
                                <a:solidFill>
                                  <a:schemeClr val="bg1"/>
                                </a:solidFill>
                                <a:latin typeface="Cambria Math" panose="02040503050406030204" pitchFamily="18" charset="0"/>
                              </a:rPr>
                            </m:ctrlPr>
                          </m:sSupPr>
                          <m:e>
                            <m:r>
                              <a:rPr lang="en-US" altLang="zh-CN" sz="2000" b="1" i="1" smtClean="0">
                                <a:solidFill>
                                  <a:schemeClr val="bg1"/>
                                </a:solidFill>
                                <a:latin typeface="Cambria Math" panose="02040503050406030204" pitchFamily="18" charset="0"/>
                              </a:rPr>
                              <m:t>𝒚</m:t>
                            </m:r>
                          </m:e>
                          <m:sup>
                            <m:r>
                              <a:rPr lang="en-US" altLang="zh-CN" sz="2000" b="1" i="1">
                                <a:solidFill>
                                  <a:schemeClr val="bg1"/>
                                </a:solidFill>
                                <a:latin typeface="Cambria Math" panose="02040503050406030204" pitchFamily="18" charset="0"/>
                              </a:rPr>
                              <m:t>𝟐</m:t>
                            </m:r>
                          </m:sup>
                        </m:sSup>
                      </m:den>
                    </m:f>
                    <m:r>
                      <a:rPr lang="en-US" altLang="zh-CN" sz="2000" b="1" i="1">
                        <a:solidFill>
                          <a:schemeClr val="bg1"/>
                        </a:solidFill>
                        <a:latin typeface="Cambria Math" panose="02040503050406030204" pitchFamily="18" charset="0"/>
                      </a:rPr>
                      <m:t>=</m:t>
                    </m:r>
                    <m:r>
                      <a:rPr lang="en-US" altLang="zh-CN" sz="2000" b="1" i="1" smtClean="0">
                        <a:solidFill>
                          <a:schemeClr val="bg1"/>
                        </a:solidFill>
                        <a:latin typeface="Cambria Math" panose="02040503050406030204" pitchFamily="18" charset="0"/>
                      </a:rPr>
                      <m:t>𝟐𝟒</m:t>
                    </m:r>
                    <m:sSup>
                      <m:sSupPr>
                        <m:ctrlPr>
                          <a:rPr lang="en-US" altLang="zh-CN" sz="2000" b="1" i="1" smtClean="0">
                            <a:solidFill>
                              <a:schemeClr val="bg1"/>
                            </a:solidFill>
                            <a:latin typeface="Cambria Math" panose="02040503050406030204" pitchFamily="18" charset="0"/>
                          </a:rPr>
                        </m:ctrlPr>
                      </m:sSupPr>
                      <m:e>
                        <m:r>
                          <a:rPr lang="en-US" altLang="zh-CN" sz="2000" b="1" i="1" smtClean="0">
                            <a:solidFill>
                              <a:schemeClr val="bg1"/>
                            </a:solidFill>
                            <a:latin typeface="Cambria Math" panose="02040503050406030204" pitchFamily="18" charset="0"/>
                          </a:rPr>
                          <m:t>𝒚</m:t>
                        </m:r>
                      </m:e>
                      <m:sup>
                        <m:r>
                          <a:rPr lang="en-US" altLang="zh-CN" sz="2000" b="1" i="1" smtClean="0">
                            <a:solidFill>
                              <a:schemeClr val="bg1"/>
                            </a:solidFill>
                            <a:latin typeface="Cambria Math" panose="02040503050406030204" pitchFamily="18" charset="0"/>
                          </a:rPr>
                          <m:t>𝟐</m:t>
                        </m:r>
                      </m:sup>
                    </m:sSup>
                    <m:r>
                      <a:rPr lang="en-US" altLang="zh-CN" sz="2000" b="1" i="1" smtClean="0">
                        <a:solidFill>
                          <a:schemeClr val="bg1"/>
                        </a:solidFill>
                        <a:latin typeface="Cambria Math" panose="02040503050406030204" pitchFamily="18" charset="0"/>
                      </a:rPr>
                      <m:t>+</m:t>
                    </m:r>
                    <m:r>
                      <a:rPr lang="en-US" altLang="zh-CN" sz="2000" b="1" i="1" smtClean="0">
                        <a:solidFill>
                          <a:schemeClr val="bg1"/>
                        </a:solidFill>
                        <a:latin typeface="Cambria Math" panose="02040503050406030204" pitchFamily="18" charset="0"/>
                      </a:rPr>
                      <m:t>𝟖𝒙</m:t>
                    </m:r>
                  </m:oMath>
                </a14:m>
                <a:endParaRPr lang="zh-CN" altLang="en-US" sz="2000" b="1" dirty="0">
                  <a:solidFill>
                    <a:schemeClr val="bg1"/>
                  </a:solidFill>
                </a:endParaRPr>
              </a:p>
            </p:txBody>
          </p:sp>
        </mc:Choice>
        <mc:Fallback>
          <p:sp>
            <p:nvSpPr>
              <p:cNvPr id="6" name="文本框 5"/>
              <p:cNvSpPr txBox="1">
                <a:spLocks noRot="1" noChangeAspect="1" noMove="1" noResize="1" noEditPoints="1" noAdjustHandles="1" noChangeArrowheads="1" noChangeShapeType="1" noTextEdit="1"/>
              </p:cNvSpPr>
              <p:nvPr/>
            </p:nvSpPr>
            <p:spPr>
              <a:xfrm>
                <a:off x="73025" y="3458210"/>
                <a:ext cx="10810875" cy="613410"/>
              </a:xfrm>
              <a:prstGeom prst="rect">
                <a:avLst/>
              </a:prstGeom>
              <a:blipFill rotWithShape="1">
                <a:blip r:embed="rId7"/>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文本框 6"/>
              <p:cNvSpPr txBox="1"/>
              <p:nvPr/>
            </p:nvSpPr>
            <p:spPr>
              <a:xfrm>
                <a:off x="42545" y="4079240"/>
                <a:ext cx="10817225" cy="1230630"/>
              </a:xfrm>
              <a:prstGeom prst="rect">
                <a:avLst/>
              </a:prstGeom>
              <a:solidFill>
                <a:srgbClr val="0070C0"/>
              </a:solidFill>
            </p:spPr>
            <p:txBody>
              <a:bodyPr wrap="square" rtlCol="0">
                <a:spAutoFit/>
              </a:bodyPr>
              <a:lstStyle/>
              <a:p>
                <a:r>
                  <a:rPr lang="en-US" altLang="zh-CN" sz="2000" b="1" dirty="0">
                    <a:solidFill>
                      <a:schemeClr val="bg1"/>
                    </a:solidFill>
                  </a:rPr>
                  <a:t>     </a:t>
                </a:r>
                <a:r>
                  <a:rPr lang="zh-CN" altLang="en-US" sz="2000" b="1" dirty="0">
                    <a:solidFill>
                      <a:schemeClr val="bg1"/>
                    </a:solidFill>
                  </a:rPr>
                  <a:t>（</a:t>
                </a:r>
                <a:r>
                  <a:rPr lang="en-US" altLang="zh-CN" sz="2000" b="1" dirty="0">
                    <a:solidFill>
                      <a:schemeClr val="bg1"/>
                    </a:solidFill>
                  </a:rPr>
                  <a:t>1</a:t>
                </a:r>
                <a:r>
                  <a:rPr lang="zh-CN" altLang="en-US" sz="2000" b="1" dirty="0">
                    <a:solidFill>
                      <a:schemeClr val="bg1"/>
                    </a:solidFill>
                  </a:rPr>
                  <a:t>）</a:t>
                </a:r>
                <a:r>
                  <a:rPr lang="en-US" altLang="zh-CN" sz="2000" b="1" dirty="0">
                    <a:solidFill>
                      <a:schemeClr val="bg1"/>
                    </a:solidFill>
                  </a:rPr>
                  <a:t> </a:t>
                </a:r>
                <a:r>
                  <a:rPr lang="zh-CN" altLang="en-US" sz="2000" b="1" dirty="0">
                    <a:solidFill>
                      <a:schemeClr val="bg1"/>
                    </a:solidFill>
                  </a:rPr>
                  <a:t>在点</a:t>
                </a:r>
                <a14:m>
                  <m:oMath xmlns:m="http://schemas.openxmlformats.org/officeDocument/2006/math">
                    <m:d>
                      <m:dPr>
                        <m:ctrlPr>
                          <a:rPr lang="en-US" altLang="zh-CN" sz="2000" b="1" i="1" smtClean="0">
                            <a:solidFill>
                              <a:schemeClr val="bg1"/>
                            </a:solidFill>
                            <a:latin typeface="Cambria Math" panose="02040503050406030204" pitchFamily="18" charset="0"/>
                          </a:rPr>
                        </m:ctrlPr>
                      </m:dPr>
                      <m:e>
                        <m:r>
                          <a:rPr lang="en-US" altLang="zh-CN" sz="2000" b="1" i="1" smtClean="0">
                            <a:solidFill>
                              <a:schemeClr val="bg1"/>
                            </a:solidFill>
                            <a:latin typeface="Cambria Math" panose="02040503050406030204" pitchFamily="18" charset="0"/>
                          </a:rPr>
                          <m:t>𝟏</m:t>
                        </m:r>
                        <m:r>
                          <a:rPr lang="en-US" altLang="zh-CN" sz="2000" b="1" i="1" smtClean="0">
                            <a:solidFill>
                              <a:schemeClr val="bg1"/>
                            </a:solidFill>
                            <a:latin typeface="Cambria Math" panose="02040503050406030204" pitchFamily="18" charset="0"/>
                          </a:rPr>
                          <m:t>,</m:t>
                        </m:r>
                        <m:r>
                          <a:rPr lang="en-US" altLang="zh-CN" sz="2000" b="1" i="1" smtClean="0">
                            <a:solidFill>
                              <a:schemeClr val="bg1"/>
                            </a:solidFill>
                            <a:latin typeface="Cambria Math" panose="02040503050406030204" pitchFamily="18" charset="0"/>
                          </a:rPr>
                          <m:t>𝟎</m:t>
                        </m:r>
                      </m:e>
                    </m:d>
                    <m:r>
                      <a:rPr lang="zh-CN" altLang="en-US" sz="2000" b="1" i="1">
                        <a:solidFill>
                          <a:schemeClr val="bg1"/>
                        </a:solidFill>
                        <a:latin typeface="Cambria Math" panose="02040503050406030204" pitchFamily="18" charset="0"/>
                      </a:rPr>
                      <m:t>处</m:t>
                    </m:r>
                    <m:r>
                      <a:rPr lang="zh-CN" altLang="en-US" sz="2000" b="1" i="1" smtClean="0">
                        <a:solidFill>
                          <a:schemeClr val="bg1"/>
                        </a:solidFill>
                        <a:latin typeface="Cambria Math" panose="02040503050406030204" pitchFamily="18" charset="0"/>
                      </a:rPr>
                      <m:t>，</m:t>
                    </m:r>
                    <m:r>
                      <a:rPr lang="en-US" altLang="zh-CN" sz="2000" b="1" i="1" smtClean="0">
                        <a:solidFill>
                          <a:schemeClr val="bg1"/>
                        </a:solidFill>
                        <a:latin typeface="Cambria Math" panose="02040503050406030204" pitchFamily="18" charset="0"/>
                      </a:rPr>
                      <m:t>   </m:t>
                    </m:r>
                    <m:r>
                      <a:rPr lang="en-US" altLang="zh-CN" sz="2000" b="1" i="1" smtClean="0">
                        <a:solidFill>
                          <a:schemeClr val="bg1"/>
                        </a:solidFill>
                        <a:latin typeface="Cambria Math" panose="02040503050406030204" pitchFamily="18" charset="0"/>
                      </a:rPr>
                      <m:t>𝑨</m:t>
                    </m:r>
                    <m:r>
                      <a:rPr lang="en-US" altLang="zh-CN" sz="2000" b="1" i="1" smtClean="0">
                        <a:solidFill>
                          <a:schemeClr val="bg1"/>
                        </a:solidFill>
                        <a:latin typeface="Cambria Math" panose="02040503050406030204" pitchFamily="18" charset="0"/>
                      </a:rPr>
                      <m:t>=</m:t>
                    </m:r>
                    <m:f>
                      <m:fPr>
                        <m:ctrlPr>
                          <a:rPr lang="en-US" altLang="zh-CN" sz="2000" b="1" i="1">
                            <a:solidFill>
                              <a:schemeClr val="bg1"/>
                            </a:solidFill>
                            <a:latin typeface="Cambria Math" panose="02040503050406030204" pitchFamily="18" charset="0"/>
                          </a:rPr>
                        </m:ctrlPr>
                      </m:fPr>
                      <m:num>
                        <m:sSup>
                          <m:sSupPr>
                            <m:ctrlPr>
                              <a:rPr lang="en-US" altLang="zh-CN" sz="2000" b="1" i="1">
                                <a:solidFill>
                                  <a:schemeClr val="bg1"/>
                                </a:solidFill>
                                <a:latin typeface="Cambria Math" panose="02040503050406030204" pitchFamily="18" charset="0"/>
                              </a:rPr>
                            </m:ctrlPr>
                          </m:sSupPr>
                          <m:e>
                            <m:r>
                              <a:rPr lang="zh-CN" altLang="en-US" sz="2000" b="1" i="1">
                                <a:solidFill>
                                  <a:schemeClr val="bg1"/>
                                </a:solidFill>
                                <a:latin typeface="Cambria Math" panose="02040503050406030204" pitchFamily="18" charset="0"/>
                              </a:rPr>
                              <m:t>𝝏</m:t>
                            </m:r>
                          </m:e>
                          <m:sup>
                            <m:r>
                              <a:rPr lang="en-US" altLang="zh-CN" sz="2000" b="1" i="1">
                                <a:solidFill>
                                  <a:schemeClr val="bg1"/>
                                </a:solidFill>
                                <a:latin typeface="Cambria Math" panose="02040503050406030204" pitchFamily="18" charset="0"/>
                              </a:rPr>
                              <m:t>𝟐</m:t>
                            </m:r>
                          </m:sup>
                        </m:sSup>
                        <m:r>
                          <a:rPr lang="en-US" altLang="zh-CN" sz="2000" b="1" i="1">
                            <a:solidFill>
                              <a:schemeClr val="bg1"/>
                            </a:solidFill>
                            <a:latin typeface="Cambria Math" panose="02040503050406030204" pitchFamily="18" charset="0"/>
                          </a:rPr>
                          <m:t>𝒛</m:t>
                        </m:r>
                      </m:num>
                      <m:den>
                        <m:r>
                          <a:rPr lang="zh-CN" altLang="en-US" sz="2000" b="1" i="1">
                            <a:solidFill>
                              <a:schemeClr val="bg1"/>
                            </a:solidFill>
                            <a:latin typeface="Cambria Math" panose="02040503050406030204" pitchFamily="18" charset="0"/>
                          </a:rPr>
                          <m:t>𝝏</m:t>
                        </m:r>
                        <m:sSup>
                          <m:sSupPr>
                            <m:ctrlPr>
                              <a:rPr lang="en-US" altLang="zh-CN" sz="2000" b="1" i="1">
                                <a:solidFill>
                                  <a:schemeClr val="bg1"/>
                                </a:solidFill>
                                <a:latin typeface="Cambria Math" panose="02040503050406030204" pitchFamily="18" charset="0"/>
                              </a:rPr>
                            </m:ctrlPr>
                          </m:sSupPr>
                          <m:e>
                            <m:r>
                              <a:rPr lang="en-US" altLang="zh-CN" sz="2000" b="1" i="1">
                                <a:solidFill>
                                  <a:schemeClr val="bg1"/>
                                </a:solidFill>
                                <a:latin typeface="Cambria Math" panose="02040503050406030204" pitchFamily="18" charset="0"/>
                              </a:rPr>
                              <m:t>𝒙</m:t>
                            </m:r>
                          </m:e>
                          <m:sup>
                            <m:r>
                              <a:rPr lang="en-US" altLang="zh-CN" sz="2000" b="1" i="1">
                                <a:solidFill>
                                  <a:schemeClr val="bg1"/>
                                </a:solidFill>
                                <a:latin typeface="Cambria Math" panose="02040503050406030204" pitchFamily="18" charset="0"/>
                              </a:rPr>
                              <m:t>𝟐</m:t>
                            </m:r>
                          </m:sup>
                        </m:sSup>
                      </m:den>
                    </m:f>
                    <m:d>
                      <m:dPr>
                        <m:begChr m:val="|"/>
                        <m:endChr m:val=""/>
                        <m:ctrlPr>
                          <a:rPr lang="en-US" altLang="zh-CN" sz="2000" b="1" i="1" smtClean="0">
                            <a:solidFill>
                              <a:schemeClr val="bg1"/>
                            </a:solidFill>
                            <a:latin typeface="Cambria Math" panose="02040503050406030204" pitchFamily="18" charset="0"/>
                          </a:rPr>
                        </m:ctrlPr>
                      </m:dPr>
                      <m:e>
                        <m:r>
                          <a:rPr lang="en-US" altLang="zh-CN" sz="2000" b="1" i="1" smtClean="0">
                            <a:solidFill>
                              <a:schemeClr val="bg1"/>
                            </a:solidFill>
                            <a:latin typeface="Cambria Math" panose="02040503050406030204" pitchFamily="18" charset="0"/>
                          </a:rPr>
                          <m:t>(</m:t>
                        </m:r>
                        <m:r>
                          <a:rPr lang="en-US" altLang="zh-CN" sz="2000" b="1" i="1" smtClean="0">
                            <a:solidFill>
                              <a:schemeClr val="bg1"/>
                            </a:solidFill>
                            <a:latin typeface="Cambria Math" panose="02040503050406030204" pitchFamily="18" charset="0"/>
                          </a:rPr>
                          <m:t>𝟏</m:t>
                        </m:r>
                        <m:r>
                          <a:rPr lang="en-US" altLang="zh-CN" sz="2000" b="1" i="1" smtClean="0">
                            <a:solidFill>
                              <a:schemeClr val="bg1"/>
                            </a:solidFill>
                            <a:latin typeface="Cambria Math" panose="02040503050406030204" pitchFamily="18" charset="0"/>
                          </a:rPr>
                          <m:t>,</m:t>
                        </m:r>
                        <m:r>
                          <a:rPr lang="en-US" altLang="zh-CN" sz="2000" b="1" i="1" smtClean="0">
                            <a:solidFill>
                              <a:schemeClr val="bg1"/>
                            </a:solidFill>
                            <a:latin typeface="Cambria Math" panose="02040503050406030204" pitchFamily="18" charset="0"/>
                          </a:rPr>
                          <m:t>𝟎</m:t>
                        </m:r>
                        <m:r>
                          <a:rPr lang="en-US" altLang="zh-CN" sz="2000" b="1" i="1" smtClean="0">
                            <a:solidFill>
                              <a:schemeClr val="bg1"/>
                            </a:solidFill>
                            <a:latin typeface="Cambria Math" panose="02040503050406030204" pitchFamily="18" charset="0"/>
                          </a:rPr>
                          <m:t>)</m:t>
                        </m:r>
                      </m:e>
                    </m:d>
                    <m:r>
                      <a:rPr lang="en-US" altLang="zh-CN" sz="2000" b="1" i="1" smtClean="0">
                        <a:solidFill>
                          <a:schemeClr val="bg1"/>
                        </a:solidFill>
                        <a:latin typeface="Cambria Math" panose="02040503050406030204" pitchFamily="18" charset="0"/>
                      </a:rPr>
                      <m:t>=</m:t>
                    </m:r>
                    <m:r>
                      <a:rPr lang="en-US" altLang="zh-CN" sz="2000" b="1" i="1" smtClean="0">
                        <a:solidFill>
                          <a:schemeClr val="bg1"/>
                        </a:solidFill>
                        <a:latin typeface="Cambria Math" panose="02040503050406030204" pitchFamily="18" charset="0"/>
                      </a:rPr>
                      <m:t>𝟐</m:t>
                    </m:r>
                  </m:oMath>
                </a14:m>
                <a:r>
                  <a:rPr lang="zh-CN" altLang="en-US" sz="2000" b="1" dirty="0">
                    <a:solidFill>
                      <a:schemeClr val="bg1"/>
                    </a:solidFill>
                  </a:rPr>
                  <a:t> </a:t>
                </a:r>
                <a:r>
                  <a:rPr lang="en-US" altLang="zh-CN" sz="2000" b="1" dirty="0">
                    <a:solidFill>
                      <a:schemeClr val="bg1"/>
                    </a:solidFill>
                  </a:rPr>
                  <a:t>,    </a:t>
                </a:r>
                <a14:m>
                  <m:oMath xmlns:m="http://schemas.openxmlformats.org/officeDocument/2006/math">
                    <m:r>
                      <a:rPr lang="en-US" altLang="zh-CN" sz="2000" b="1" i="1" smtClean="0">
                        <a:solidFill>
                          <a:schemeClr val="bg1"/>
                        </a:solidFill>
                        <a:latin typeface="Cambria Math" panose="02040503050406030204" pitchFamily="18" charset="0"/>
                      </a:rPr>
                      <m:t>𝑩</m:t>
                    </m:r>
                    <m:r>
                      <a:rPr lang="en-US" altLang="zh-CN" sz="2000" b="1" i="1" smtClean="0">
                        <a:solidFill>
                          <a:schemeClr val="bg1"/>
                        </a:solidFill>
                        <a:latin typeface="Cambria Math" panose="02040503050406030204" pitchFamily="18" charset="0"/>
                      </a:rPr>
                      <m:t>=</m:t>
                    </m:r>
                    <m:f>
                      <m:fPr>
                        <m:ctrlPr>
                          <a:rPr lang="en-US" altLang="zh-CN" sz="2000" b="1" i="1">
                            <a:solidFill>
                              <a:schemeClr val="bg1"/>
                            </a:solidFill>
                            <a:latin typeface="Cambria Math" panose="02040503050406030204" pitchFamily="18" charset="0"/>
                          </a:rPr>
                        </m:ctrlPr>
                      </m:fPr>
                      <m:num>
                        <m:sSup>
                          <m:sSupPr>
                            <m:ctrlPr>
                              <a:rPr lang="en-US" altLang="zh-CN" sz="2000" b="1" i="1">
                                <a:solidFill>
                                  <a:schemeClr val="bg1"/>
                                </a:solidFill>
                                <a:latin typeface="Cambria Math" panose="02040503050406030204" pitchFamily="18" charset="0"/>
                              </a:rPr>
                            </m:ctrlPr>
                          </m:sSupPr>
                          <m:e>
                            <m:r>
                              <a:rPr lang="zh-CN" altLang="en-US" sz="2000" b="1" i="1">
                                <a:solidFill>
                                  <a:schemeClr val="bg1"/>
                                </a:solidFill>
                                <a:latin typeface="Cambria Math" panose="02040503050406030204" pitchFamily="18" charset="0"/>
                              </a:rPr>
                              <m:t>𝝏</m:t>
                            </m:r>
                          </m:e>
                          <m:sup>
                            <m:r>
                              <a:rPr lang="en-US" altLang="zh-CN" sz="2000" b="1" i="1">
                                <a:solidFill>
                                  <a:schemeClr val="bg1"/>
                                </a:solidFill>
                                <a:latin typeface="Cambria Math" panose="02040503050406030204" pitchFamily="18" charset="0"/>
                              </a:rPr>
                              <m:t>𝟐</m:t>
                            </m:r>
                          </m:sup>
                        </m:sSup>
                        <m:r>
                          <a:rPr lang="en-US" altLang="zh-CN" sz="2000" b="1" i="1">
                            <a:solidFill>
                              <a:schemeClr val="bg1"/>
                            </a:solidFill>
                            <a:latin typeface="Cambria Math" panose="02040503050406030204" pitchFamily="18" charset="0"/>
                          </a:rPr>
                          <m:t>𝒛</m:t>
                        </m:r>
                      </m:num>
                      <m:den>
                        <m:r>
                          <a:rPr lang="zh-CN" altLang="en-US" sz="2000" b="1" i="1">
                            <a:solidFill>
                              <a:schemeClr val="bg1"/>
                            </a:solidFill>
                            <a:latin typeface="Cambria Math" panose="02040503050406030204" pitchFamily="18" charset="0"/>
                          </a:rPr>
                          <m:t>𝝏</m:t>
                        </m:r>
                        <m:r>
                          <a:rPr lang="en-US" altLang="zh-CN" sz="2000" b="1" i="1">
                            <a:solidFill>
                              <a:schemeClr val="bg1"/>
                            </a:solidFill>
                            <a:latin typeface="Cambria Math" panose="02040503050406030204" pitchFamily="18" charset="0"/>
                          </a:rPr>
                          <m:t>𝒙</m:t>
                        </m:r>
                        <m:r>
                          <a:rPr lang="zh-CN" altLang="en-US" sz="2000" b="1" i="1">
                            <a:solidFill>
                              <a:schemeClr val="bg1"/>
                            </a:solidFill>
                            <a:latin typeface="Cambria Math" panose="02040503050406030204" pitchFamily="18" charset="0"/>
                          </a:rPr>
                          <m:t>𝝏</m:t>
                        </m:r>
                        <m:r>
                          <a:rPr lang="en-US" altLang="zh-CN" sz="2000" b="1" i="1">
                            <a:solidFill>
                              <a:schemeClr val="bg1"/>
                            </a:solidFill>
                            <a:latin typeface="Cambria Math" panose="02040503050406030204" pitchFamily="18" charset="0"/>
                          </a:rPr>
                          <m:t>𝒚</m:t>
                        </m:r>
                      </m:den>
                    </m:f>
                    <m:d>
                      <m:dPr>
                        <m:begChr m:val="|"/>
                        <m:endChr m:val=""/>
                        <m:ctrlPr>
                          <a:rPr lang="en-US" altLang="zh-CN" sz="2000" b="1" i="1" smtClean="0">
                            <a:solidFill>
                              <a:schemeClr val="bg1"/>
                            </a:solidFill>
                            <a:latin typeface="Cambria Math" panose="02040503050406030204" pitchFamily="18" charset="0"/>
                          </a:rPr>
                        </m:ctrlPr>
                      </m:dPr>
                      <m:e>
                        <m:r>
                          <a:rPr lang="en-US" altLang="zh-CN" sz="2000" b="1" i="1" smtClean="0">
                            <a:solidFill>
                              <a:schemeClr val="bg1"/>
                            </a:solidFill>
                            <a:latin typeface="Cambria Math" panose="02040503050406030204" pitchFamily="18" charset="0"/>
                          </a:rPr>
                          <m:t>(</m:t>
                        </m:r>
                        <m:r>
                          <a:rPr lang="en-US" altLang="zh-CN" sz="2000" b="1" i="1" smtClean="0">
                            <a:solidFill>
                              <a:schemeClr val="bg1"/>
                            </a:solidFill>
                            <a:latin typeface="Cambria Math" panose="02040503050406030204" pitchFamily="18" charset="0"/>
                          </a:rPr>
                          <m:t>𝟏</m:t>
                        </m:r>
                        <m:r>
                          <a:rPr lang="en-US" altLang="zh-CN" sz="2000" b="1" i="1" smtClean="0">
                            <a:solidFill>
                              <a:schemeClr val="bg1"/>
                            </a:solidFill>
                            <a:latin typeface="Cambria Math" panose="02040503050406030204" pitchFamily="18" charset="0"/>
                          </a:rPr>
                          <m:t>,</m:t>
                        </m:r>
                        <m:r>
                          <a:rPr lang="en-US" altLang="zh-CN" sz="2000" b="1" i="1" smtClean="0">
                            <a:solidFill>
                              <a:schemeClr val="bg1"/>
                            </a:solidFill>
                            <a:latin typeface="Cambria Math" panose="02040503050406030204" pitchFamily="18" charset="0"/>
                          </a:rPr>
                          <m:t>𝟎</m:t>
                        </m:r>
                        <m:r>
                          <a:rPr lang="en-US" altLang="zh-CN" sz="2000" b="1" i="1" smtClean="0">
                            <a:solidFill>
                              <a:schemeClr val="bg1"/>
                            </a:solidFill>
                            <a:latin typeface="Cambria Math" panose="02040503050406030204" pitchFamily="18" charset="0"/>
                          </a:rPr>
                          <m:t>)</m:t>
                        </m:r>
                      </m:e>
                    </m:d>
                    <m:r>
                      <a:rPr lang="en-US" altLang="zh-CN" sz="2000" b="1" i="1" smtClean="0">
                        <a:solidFill>
                          <a:schemeClr val="bg1"/>
                        </a:solidFill>
                        <a:latin typeface="Cambria Math" panose="02040503050406030204" pitchFamily="18" charset="0"/>
                      </a:rPr>
                      <m:t>=</m:t>
                    </m:r>
                    <m:r>
                      <a:rPr lang="en-US" altLang="zh-CN" sz="2000" b="1" i="1" smtClean="0">
                        <a:solidFill>
                          <a:schemeClr val="bg1"/>
                        </a:solidFill>
                        <a:latin typeface="Cambria Math" panose="02040503050406030204" pitchFamily="18" charset="0"/>
                      </a:rPr>
                      <m:t>𝟎</m:t>
                    </m:r>
                  </m:oMath>
                </a14:m>
                <a:r>
                  <a:rPr lang="zh-CN" altLang="en-US" sz="2000" b="1" dirty="0">
                    <a:solidFill>
                      <a:schemeClr val="bg1"/>
                    </a:solidFill>
                  </a:rPr>
                  <a:t> </a:t>
                </a:r>
                <a:r>
                  <a:rPr lang="en-US" altLang="zh-CN" sz="2000" b="1" dirty="0">
                    <a:solidFill>
                      <a:schemeClr val="bg1"/>
                    </a:solidFill>
                  </a:rPr>
                  <a:t>, </a:t>
                </a:r>
                <a14:m>
                  <m:oMath xmlns:m="http://schemas.openxmlformats.org/officeDocument/2006/math">
                    <m:r>
                      <a:rPr lang="en-US" altLang="zh-CN" sz="2000" b="1" i="1" smtClean="0">
                        <a:solidFill>
                          <a:schemeClr val="bg1"/>
                        </a:solidFill>
                        <a:latin typeface="Cambria Math" panose="02040503050406030204" pitchFamily="18" charset="0"/>
                      </a:rPr>
                      <m:t>𝑪</m:t>
                    </m:r>
                    <m:r>
                      <a:rPr lang="en-US" altLang="zh-CN" sz="2000" b="1" i="1" smtClean="0">
                        <a:solidFill>
                          <a:schemeClr val="bg1"/>
                        </a:solidFill>
                        <a:latin typeface="Cambria Math" panose="02040503050406030204" pitchFamily="18" charset="0"/>
                      </a:rPr>
                      <m:t>=</m:t>
                    </m:r>
                    <m:f>
                      <m:fPr>
                        <m:ctrlPr>
                          <a:rPr lang="en-US" altLang="zh-CN" sz="2000" b="1" i="1">
                            <a:solidFill>
                              <a:schemeClr val="bg1"/>
                            </a:solidFill>
                            <a:latin typeface="Cambria Math" panose="02040503050406030204" pitchFamily="18" charset="0"/>
                          </a:rPr>
                        </m:ctrlPr>
                      </m:fPr>
                      <m:num>
                        <m:sSup>
                          <m:sSupPr>
                            <m:ctrlPr>
                              <a:rPr lang="en-US" altLang="zh-CN" sz="2000" b="1" i="1">
                                <a:solidFill>
                                  <a:schemeClr val="bg1"/>
                                </a:solidFill>
                                <a:latin typeface="Cambria Math" panose="02040503050406030204" pitchFamily="18" charset="0"/>
                              </a:rPr>
                            </m:ctrlPr>
                          </m:sSupPr>
                          <m:e>
                            <m:r>
                              <a:rPr lang="zh-CN" altLang="en-US" sz="2000" b="1" i="1">
                                <a:solidFill>
                                  <a:schemeClr val="bg1"/>
                                </a:solidFill>
                                <a:latin typeface="Cambria Math" panose="02040503050406030204" pitchFamily="18" charset="0"/>
                              </a:rPr>
                              <m:t>𝝏</m:t>
                            </m:r>
                          </m:e>
                          <m:sup>
                            <m:r>
                              <a:rPr lang="en-US" altLang="zh-CN" sz="2000" b="1" i="1">
                                <a:solidFill>
                                  <a:schemeClr val="bg1"/>
                                </a:solidFill>
                                <a:latin typeface="Cambria Math" panose="02040503050406030204" pitchFamily="18" charset="0"/>
                              </a:rPr>
                              <m:t>𝟐</m:t>
                            </m:r>
                          </m:sup>
                        </m:sSup>
                        <m:r>
                          <a:rPr lang="en-US" altLang="zh-CN" sz="2000" b="1" i="1">
                            <a:solidFill>
                              <a:schemeClr val="bg1"/>
                            </a:solidFill>
                            <a:latin typeface="Cambria Math" panose="02040503050406030204" pitchFamily="18" charset="0"/>
                          </a:rPr>
                          <m:t>𝒛</m:t>
                        </m:r>
                      </m:num>
                      <m:den>
                        <m:r>
                          <a:rPr lang="zh-CN" altLang="en-US" sz="2000" b="1" i="1">
                            <a:solidFill>
                              <a:schemeClr val="bg1"/>
                            </a:solidFill>
                            <a:latin typeface="Cambria Math" panose="02040503050406030204" pitchFamily="18" charset="0"/>
                          </a:rPr>
                          <m:t>𝝏</m:t>
                        </m:r>
                        <m:sSup>
                          <m:sSupPr>
                            <m:ctrlPr>
                              <a:rPr lang="en-US" altLang="zh-CN" sz="2000" b="1" i="1">
                                <a:solidFill>
                                  <a:schemeClr val="bg1"/>
                                </a:solidFill>
                                <a:latin typeface="Cambria Math" panose="02040503050406030204" pitchFamily="18" charset="0"/>
                              </a:rPr>
                            </m:ctrlPr>
                          </m:sSupPr>
                          <m:e>
                            <m:r>
                              <a:rPr lang="en-US" altLang="zh-CN" sz="2000" b="1" i="1">
                                <a:solidFill>
                                  <a:schemeClr val="bg1"/>
                                </a:solidFill>
                                <a:latin typeface="Cambria Math" panose="02040503050406030204" pitchFamily="18" charset="0"/>
                              </a:rPr>
                              <m:t>𝒚</m:t>
                            </m:r>
                          </m:e>
                          <m:sup>
                            <m:r>
                              <a:rPr lang="en-US" altLang="zh-CN" sz="2000" b="1" i="1">
                                <a:solidFill>
                                  <a:schemeClr val="bg1"/>
                                </a:solidFill>
                                <a:latin typeface="Cambria Math" panose="02040503050406030204" pitchFamily="18" charset="0"/>
                              </a:rPr>
                              <m:t>𝟐</m:t>
                            </m:r>
                          </m:sup>
                        </m:sSup>
                      </m:den>
                    </m:f>
                    <m:d>
                      <m:dPr>
                        <m:begChr m:val="|"/>
                        <m:endChr m:val=""/>
                        <m:ctrlPr>
                          <a:rPr lang="en-US" altLang="zh-CN" sz="2000" b="1" i="1" smtClean="0">
                            <a:solidFill>
                              <a:schemeClr val="bg1"/>
                            </a:solidFill>
                            <a:latin typeface="Cambria Math" panose="02040503050406030204" pitchFamily="18" charset="0"/>
                          </a:rPr>
                        </m:ctrlPr>
                      </m:dPr>
                      <m:e>
                        <m:r>
                          <a:rPr lang="en-US" altLang="zh-CN" sz="2000" b="1" i="1" smtClean="0">
                            <a:solidFill>
                              <a:schemeClr val="bg1"/>
                            </a:solidFill>
                            <a:latin typeface="Cambria Math" panose="02040503050406030204" pitchFamily="18" charset="0"/>
                          </a:rPr>
                          <m:t>(</m:t>
                        </m:r>
                        <m:r>
                          <a:rPr lang="en-US" altLang="zh-CN" sz="2000" b="1" i="1" smtClean="0">
                            <a:solidFill>
                              <a:schemeClr val="bg1"/>
                            </a:solidFill>
                            <a:latin typeface="Cambria Math" panose="02040503050406030204" pitchFamily="18" charset="0"/>
                          </a:rPr>
                          <m:t>𝟏</m:t>
                        </m:r>
                        <m:r>
                          <a:rPr lang="en-US" altLang="zh-CN" sz="2000" b="1" i="1" smtClean="0">
                            <a:solidFill>
                              <a:schemeClr val="bg1"/>
                            </a:solidFill>
                            <a:latin typeface="Cambria Math" panose="02040503050406030204" pitchFamily="18" charset="0"/>
                          </a:rPr>
                          <m:t>,</m:t>
                        </m:r>
                        <m:r>
                          <a:rPr lang="en-US" altLang="zh-CN" sz="2000" b="1" i="1" smtClean="0">
                            <a:solidFill>
                              <a:schemeClr val="bg1"/>
                            </a:solidFill>
                            <a:latin typeface="Cambria Math" panose="02040503050406030204" pitchFamily="18" charset="0"/>
                          </a:rPr>
                          <m:t>𝟎</m:t>
                        </m:r>
                        <m:r>
                          <a:rPr lang="en-US" altLang="zh-CN" sz="2000" b="1" i="1" smtClean="0">
                            <a:solidFill>
                              <a:schemeClr val="bg1"/>
                            </a:solidFill>
                            <a:latin typeface="Cambria Math" panose="02040503050406030204" pitchFamily="18" charset="0"/>
                          </a:rPr>
                          <m:t>)</m:t>
                        </m:r>
                      </m:e>
                    </m:d>
                    <m:r>
                      <a:rPr lang="en-US" altLang="zh-CN" sz="2000" b="1" i="1" smtClean="0">
                        <a:solidFill>
                          <a:schemeClr val="bg1"/>
                        </a:solidFill>
                        <a:latin typeface="Cambria Math" panose="02040503050406030204" pitchFamily="18" charset="0"/>
                      </a:rPr>
                      <m:t>=</m:t>
                    </m:r>
                    <m:r>
                      <a:rPr lang="en-US" altLang="zh-CN" sz="2000" b="1" i="1" smtClean="0">
                        <a:solidFill>
                          <a:schemeClr val="bg1"/>
                        </a:solidFill>
                        <a:latin typeface="Cambria Math" panose="02040503050406030204" pitchFamily="18" charset="0"/>
                      </a:rPr>
                      <m:t>𝟖</m:t>
                    </m:r>
                  </m:oMath>
                </a14:m>
                <a:endParaRPr lang="en-US" altLang="zh-CN" sz="2000" b="1" dirty="0">
                  <a:solidFill>
                    <a:schemeClr val="bg1"/>
                  </a:solidFill>
                </a:endParaRPr>
              </a:p>
              <a:p>
                <a14:m>
                  <m:oMathPara xmlns:m="http://schemas.openxmlformats.org/officeDocument/2006/math">
                    <m:oMathParaPr>
                      <m:jc m:val="centerGroup"/>
                    </m:oMathParaPr>
                    <m:oMath xmlns:m="http://schemas.openxmlformats.org/officeDocument/2006/math">
                      <m:sSup>
                        <m:sSupPr>
                          <m:ctrlPr>
                            <a:rPr lang="en-US" altLang="zh-CN" sz="2000" b="1" i="1" smtClean="0">
                              <a:solidFill>
                                <a:schemeClr val="bg1"/>
                              </a:solidFill>
                              <a:latin typeface="Cambria Math" panose="02040503050406030204" pitchFamily="18" charset="0"/>
                            </a:rPr>
                          </m:ctrlPr>
                        </m:sSupPr>
                        <m:e>
                          <m:r>
                            <a:rPr lang="en-US" altLang="zh-CN" sz="2000" b="1" i="1" smtClean="0">
                              <a:solidFill>
                                <a:schemeClr val="bg1"/>
                              </a:solidFill>
                              <a:latin typeface="Cambria Math" panose="02040503050406030204" pitchFamily="18" charset="0"/>
                            </a:rPr>
                            <m:t>𝑩</m:t>
                          </m:r>
                        </m:e>
                        <m:sup>
                          <m:r>
                            <a:rPr lang="en-US" altLang="zh-CN" sz="2000" b="1" i="1" smtClean="0">
                              <a:solidFill>
                                <a:schemeClr val="bg1"/>
                              </a:solidFill>
                              <a:latin typeface="Cambria Math" panose="02040503050406030204" pitchFamily="18" charset="0"/>
                            </a:rPr>
                            <m:t>𝟐</m:t>
                          </m:r>
                        </m:sup>
                      </m:sSup>
                      <m:r>
                        <a:rPr lang="en-US" altLang="zh-CN" sz="2000" b="1" i="1" smtClean="0">
                          <a:solidFill>
                            <a:schemeClr val="bg1"/>
                          </a:solidFill>
                          <a:latin typeface="Cambria Math" panose="02040503050406030204" pitchFamily="18" charset="0"/>
                        </a:rPr>
                        <m:t>−</m:t>
                      </m:r>
                      <m:r>
                        <a:rPr lang="en-US" altLang="zh-CN" sz="2000" b="1" i="1" smtClean="0">
                          <a:solidFill>
                            <a:schemeClr val="bg1"/>
                          </a:solidFill>
                          <a:latin typeface="Cambria Math" panose="02040503050406030204" pitchFamily="18" charset="0"/>
                        </a:rPr>
                        <m:t>𝑨𝑪</m:t>
                      </m:r>
                      <m:r>
                        <a:rPr lang="en-US" altLang="zh-CN" sz="2000" b="1" i="1" smtClean="0">
                          <a:solidFill>
                            <a:schemeClr val="bg1"/>
                          </a:solidFill>
                          <a:latin typeface="Cambria Math" panose="02040503050406030204" pitchFamily="18" charset="0"/>
                        </a:rPr>
                        <m:t>=−</m:t>
                      </m:r>
                      <m:r>
                        <a:rPr lang="en-US" altLang="zh-CN" sz="2000" b="1" i="1" smtClean="0">
                          <a:solidFill>
                            <a:schemeClr val="bg1"/>
                          </a:solidFill>
                          <a:latin typeface="Cambria Math" panose="02040503050406030204" pitchFamily="18" charset="0"/>
                        </a:rPr>
                        <m:t>𝟏𝟔</m:t>
                      </m:r>
                      <m:r>
                        <a:rPr lang="en-US" altLang="zh-CN" sz="2000" b="1" i="1" smtClean="0">
                          <a:solidFill>
                            <a:schemeClr val="bg1"/>
                          </a:solidFill>
                          <a:latin typeface="Cambria Math" panose="02040503050406030204" pitchFamily="18" charset="0"/>
                        </a:rPr>
                        <m:t>&lt;</m:t>
                      </m:r>
                      <m:r>
                        <a:rPr lang="en-US" altLang="zh-CN" sz="2000" b="1" i="1" smtClean="0">
                          <a:solidFill>
                            <a:schemeClr val="bg1"/>
                          </a:solidFill>
                          <a:latin typeface="Cambria Math" panose="02040503050406030204" pitchFamily="18" charset="0"/>
                        </a:rPr>
                        <m:t>𝟎</m:t>
                      </m:r>
                      <m:r>
                        <a:rPr lang="en-US" altLang="zh-CN" sz="2000" b="1" i="1" smtClean="0">
                          <a:solidFill>
                            <a:schemeClr val="bg1"/>
                          </a:solidFill>
                          <a:latin typeface="Cambria Math" panose="02040503050406030204" pitchFamily="18" charset="0"/>
                        </a:rPr>
                        <m:t>,</m:t>
                      </m:r>
                      <m:r>
                        <a:rPr lang="zh-CN" altLang="en-US" sz="2000" b="1" i="1">
                          <a:solidFill>
                            <a:schemeClr val="bg1"/>
                          </a:solidFill>
                          <a:latin typeface="Cambria Math" panose="02040503050406030204" pitchFamily="18" charset="0"/>
                        </a:rPr>
                        <m:t>且</m:t>
                      </m:r>
                      <m:r>
                        <a:rPr lang="en-US" altLang="zh-CN" sz="2000" b="1" i="0" smtClean="0">
                          <a:solidFill>
                            <a:schemeClr val="bg1"/>
                          </a:solidFill>
                          <a:latin typeface="Cambria Math" panose="02040503050406030204" pitchFamily="18" charset="0"/>
                        </a:rPr>
                        <m:t>𝐀</m:t>
                      </m:r>
                      <m:r>
                        <a:rPr lang="en-US" altLang="zh-CN" sz="2000" b="1" i="1" smtClean="0">
                          <a:solidFill>
                            <a:schemeClr val="bg1"/>
                          </a:solidFill>
                          <a:latin typeface="Cambria Math" panose="02040503050406030204" pitchFamily="18" charset="0"/>
                        </a:rPr>
                        <m:t>&gt;</m:t>
                      </m:r>
                      <m:r>
                        <a:rPr lang="en-US" altLang="zh-CN" sz="2000" b="1" i="1" smtClean="0">
                          <a:solidFill>
                            <a:schemeClr val="bg1"/>
                          </a:solidFill>
                          <a:latin typeface="Cambria Math" panose="02040503050406030204" pitchFamily="18" charset="0"/>
                        </a:rPr>
                        <m:t>𝟎</m:t>
                      </m:r>
                    </m:oMath>
                  </m:oMathPara>
                </a14:m>
                <a:endParaRPr lang="en-US" altLang="zh-CN" sz="2000" b="1" dirty="0">
                  <a:solidFill>
                    <a:schemeClr val="bg1"/>
                  </a:solidFill>
                </a:endParaRPr>
              </a:p>
              <a:p>
                <a:r>
                  <a:rPr lang="en-US" altLang="zh-CN" sz="2000" b="1" dirty="0">
                    <a:solidFill>
                      <a:schemeClr val="bg1"/>
                    </a:solidFill>
                  </a:rPr>
                  <a:t>     </a:t>
                </a:r>
                <a:r>
                  <a:rPr lang="zh-CN" altLang="en-US" sz="2000" b="1" dirty="0">
                    <a:solidFill>
                      <a:schemeClr val="bg1"/>
                    </a:solidFill>
                  </a:rPr>
                  <a:t>故函数在</a:t>
                </a:r>
                <a14:m>
                  <m:oMath xmlns:m="http://schemas.openxmlformats.org/officeDocument/2006/math">
                    <m:d>
                      <m:dPr>
                        <m:ctrlPr>
                          <a:rPr lang="en-US" altLang="zh-CN" sz="2000" b="1" i="1" smtClean="0">
                            <a:solidFill>
                              <a:schemeClr val="bg1"/>
                            </a:solidFill>
                            <a:latin typeface="Cambria Math" panose="02040503050406030204" pitchFamily="18" charset="0"/>
                          </a:rPr>
                        </m:ctrlPr>
                      </m:dPr>
                      <m:e>
                        <m:r>
                          <a:rPr lang="en-US" altLang="zh-CN" sz="2000" b="1" i="1" smtClean="0">
                            <a:solidFill>
                              <a:schemeClr val="bg1"/>
                            </a:solidFill>
                            <a:latin typeface="Cambria Math" panose="02040503050406030204" pitchFamily="18" charset="0"/>
                          </a:rPr>
                          <m:t>𝟏</m:t>
                        </m:r>
                        <m:r>
                          <a:rPr lang="en-US" altLang="zh-CN" sz="2000" b="1" i="1" smtClean="0">
                            <a:solidFill>
                              <a:schemeClr val="bg1"/>
                            </a:solidFill>
                            <a:latin typeface="Cambria Math" panose="02040503050406030204" pitchFamily="18" charset="0"/>
                          </a:rPr>
                          <m:t>,</m:t>
                        </m:r>
                        <m:r>
                          <a:rPr lang="en-US" altLang="zh-CN" sz="2000" b="1" i="1" smtClean="0">
                            <a:solidFill>
                              <a:schemeClr val="bg1"/>
                            </a:solidFill>
                            <a:latin typeface="Cambria Math" panose="02040503050406030204" pitchFamily="18" charset="0"/>
                          </a:rPr>
                          <m:t>𝟎</m:t>
                        </m:r>
                      </m:e>
                    </m:d>
                  </m:oMath>
                </a14:m>
                <a:r>
                  <a:rPr lang="zh-CN" altLang="en-US" sz="2000" b="1" dirty="0">
                    <a:solidFill>
                      <a:schemeClr val="bg1"/>
                    </a:solidFill>
                  </a:rPr>
                  <a:t>有极小值，</a:t>
                </a:r>
                <a:r>
                  <a:rPr lang="en-US" altLang="zh-CN" sz="2000" b="1" dirty="0">
                    <a:solidFill>
                      <a:schemeClr val="bg1"/>
                    </a:solidFill>
                  </a:rPr>
                  <a:t> </a:t>
                </a:r>
                <a14:m>
                  <m:oMath xmlns:m="http://schemas.openxmlformats.org/officeDocument/2006/math">
                    <m:sSub>
                      <m:sSubPr>
                        <m:ctrlPr>
                          <a:rPr lang="en-US" altLang="zh-CN" sz="1400" b="1" i="1" dirty="0" smtClean="0">
                            <a:solidFill>
                              <a:schemeClr val="bg1"/>
                            </a:solidFill>
                            <a:latin typeface="Cambria Math" panose="02040503050406030204" pitchFamily="18" charset="0"/>
                          </a:rPr>
                        </m:ctrlPr>
                      </m:sSubPr>
                      <m:e>
                        <m:r>
                          <a:rPr lang="en-US" altLang="zh-CN" sz="1400" b="1" i="1" dirty="0" smtClean="0">
                            <a:solidFill>
                              <a:schemeClr val="bg1"/>
                            </a:solidFill>
                            <a:latin typeface="Cambria Math" panose="02040503050406030204" pitchFamily="18" charset="0"/>
                          </a:rPr>
                          <m:t>𝒁</m:t>
                        </m:r>
                      </m:e>
                      <m:sub>
                        <m:r>
                          <a:rPr lang="zh-CN" altLang="en-US" sz="1400" b="1" i="1" dirty="0">
                            <a:solidFill>
                              <a:schemeClr val="bg1"/>
                            </a:solidFill>
                            <a:latin typeface="Cambria Math" panose="02040503050406030204" pitchFamily="18" charset="0"/>
                          </a:rPr>
                          <m:t>极</m:t>
                        </m:r>
                        <m:r>
                          <a:rPr lang="en-US" altLang="zh-CN" sz="1400" b="1" i="1" dirty="0" smtClean="0">
                            <a:solidFill>
                              <a:schemeClr val="bg1"/>
                            </a:solidFill>
                            <a:latin typeface="Cambria Math" panose="02040503050406030204" pitchFamily="18" charset="0"/>
                          </a:rPr>
                          <m:t> </m:t>
                        </m:r>
                        <m:r>
                          <a:rPr lang="zh-CN" altLang="en-US" sz="1400" b="1" i="1" dirty="0">
                            <a:solidFill>
                              <a:schemeClr val="bg1"/>
                            </a:solidFill>
                            <a:latin typeface="Cambria Math" panose="02040503050406030204" pitchFamily="18" charset="0"/>
                          </a:rPr>
                          <m:t>小</m:t>
                        </m:r>
                        <m:r>
                          <a:rPr lang="zh-CN" altLang="en-US" sz="1400" b="1" i="1" dirty="0" smtClean="0">
                            <a:solidFill>
                              <a:schemeClr val="bg1"/>
                            </a:solidFill>
                            <a:latin typeface="Cambria Math" panose="02040503050406030204" pitchFamily="18" charset="0"/>
                          </a:rPr>
                          <m:t>值</m:t>
                        </m:r>
                      </m:sub>
                    </m:sSub>
                    <m:r>
                      <a:rPr lang="en-US" altLang="zh-CN" sz="1400" b="1" i="1" dirty="0" smtClean="0">
                        <a:solidFill>
                          <a:schemeClr val="bg1"/>
                        </a:solidFill>
                        <a:latin typeface="Cambria Math" panose="02040503050406030204" pitchFamily="18" charset="0"/>
                      </a:rPr>
                      <m:t>=−</m:t>
                    </m:r>
                    <m:r>
                      <a:rPr lang="en-US" altLang="zh-CN" sz="1400" b="1" i="1" dirty="0" smtClean="0">
                        <a:solidFill>
                          <a:schemeClr val="bg1"/>
                        </a:solidFill>
                        <a:latin typeface="Cambria Math" panose="02040503050406030204" pitchFamily="18" charset="0"/>
                      </a:rPr>
                      <m:t>𝟏</m:t>
                    </m:r>
                  </m:oMath>
                </a14:m>
                <a:endParaRPr lang="zh-CN" altLang="en-US" sz="1400" b="1" dirty="0">
                  <a:solidFill>
                    <a:schemeClr val="bg1"/>
                  </a:solidFill>
                </a:endParaRPr>
              </a:p>
            </p:txBody>
          </p:sp>
        </mc:Choice>
        <mc:Fallback>
          <p:sp>
            <p:nvSpPr>
              <p:cNvPr id="7" name="文本框 6"/>
              <p:cNvSpPr txBox="1">
                <a:spLocks noRot="1" noChangeAspect="1" noMove="1" noResize="1" noEditPoints="1" noAdjustHandles="1" noChangeArrowheads="1" noChangeShapeType="1" noTextEdit="1"/>
              </p:cNvSpPr>
              <p:nvPr/>
            </p:nvSpPr>
            <p:spPr>
              <a:xfrm>
                <a:off x="42545" y="4079240"/>
                <a:ext cx="10817225" cy="1230630"/>
              </a:xfrm>
              <a:prstGeom prst="rect">
                <a:avLst/>
              </a:prstGeom>
              <a:blipFill rotWithShape="1">
                <a:blip r:embed="rId8"/>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文本框 7"/>
              <p:cNvSpPr txBox="1"/>
              <p:nvPr/>
            </p:nvSpPr>
            <p:spPr>
              <a:xfrm>
                <a:off x="42545" y="5349875"/>
                <a:ext cx="10777220" cy="1252220"/>
              </a:xfrm>
              <a:prstGeom prst="rect">
                <a:avLst/>
              </a:prstGeom>
              <a:solidFill>
                <a:srgbClr val="0070C0"/>
              </a:solidFill>
            </p:spPr>
            <p:txBody>
              <a:bodyPr wrap="square" rtlCol="0">
                <a:spAutoFit/>
              </a:bodyPr>
              <a:lstStyle/>
              <a:p>
                <a:r>
                  <a:rPr lang="en-US" altLang="zh-CN" sz="2000" b="1" dirty="0">
                    <a:solidFill>
                      <a:schemeClr val="bg1"/>
                    </a:solidFill>
                  </a:rPr>
                  <a:t>     </a:t>
                </a:r>
                <a:r>
                  <a:rPr lang="zh-CN" altLang="en-US" sz="2000" b="1" dirty="0">
                    <a:solidFill>
                      <a:schemeClr val="bg1"/>
                    </a:solidFill>
                  </a:rPr>
                  <a:t>（</a:t>
                </a:r>
                <a:r>
                  <a:rPr lang="en-US" altLang="zh-CN" sz="2000" b="1" dirty="0">
                    <a:solidFill>
                      <a:schemeClr val="bg1"/>
                    </a:solidFill>
                  </a:rPr>
                  <a:t>2</a:t>
                </a:r>
                <a:r>
                  <a:rPr lang="zh-CN" altLang="en-US" sz="2000" b="1" dirty="0">
                    <a:solidFill>
                      <a:schemeClr val="bg1"/>
                    </a:solidFill>
                  </a:rPr>
                  <a:t>）在点</a:t>
                </a:r>
                <a14:m>
                  <m:oMath xmlns:m="http://schemas.openxmlformats.org/officeDocument/2006/math">
                    <m:d>
                      <m:dPr>
                        <m:ctrlPr>
                          <a:rPr lang="en-US" altLang="zh-CN" sz="2000" b="1" i="1" smtClean="0">
                            <a:solidFill>
                              <a:schemeClr val="bg1"/>
                            </a:solidFill>
                            <a:latin typeface="Cambria Math" panose="02040503050406030204" pitchFamily="18" charset="0"/>
                          </a:rPr>
                        </m:ctrlPr>
                      </m:dPr>
                      <m:e>
                        <m:r>
                          <a:rPr lang="en-US" altLang="zh-CN" sz="2000" b="1" i="1" smtClean="0">
                            <a:solidFill>
                              <a:schemeClr val="bg1"/>
                            </a:solidFill>
                            <a:latin typeface="Cambria Math" panose="02040503050406030204" pitchFamily="18" charset="0"/>
                          </a:rPr>
                          <m:t>−</m:t>
                        </m:r>
                        <m:r>
                          <a:rPr lang="en-US" altLang="zh-CN" sz="2000" b="1" i="1" smtClean="0">
                            <a:solidFill>
                              <a:schemeClr val="bg1"/>
                            </a:solidFill>
                            <a:latin typeface="Cambria Math" panose="02040503050406030204" pitchFamily="18" charset="0"/>
                          </a:rPr>
                          <m:t>𝟏</m:t>
                        </m:r>
                        <m:r>
                          <a:rPr lang="en-US" altLang="zh-CN" sz="2000" b="1" i="1" smtClean="0">
                            <a:solidFill>
                              <a:schemeClr val="bg1"/>
                            </a:solidFill>
                            <a:latin typeface="Cambria Math" panose="02040503050406030204" pitchFamily="18" charset="0"/>
                          </a:rPr>
                          <m:t>,</m:t>
                        </m:r>
                        <m:r>
                          <a:rPr lang="en-US" altLang="zh-CN" sz="2000" b="1" i="1" smtClean="0">
                            <a:solidFill>
                              <a:schemeClr val="bg1"/>
                            </a:solidFill>
                            <a:latin typeface="Cambria Math" panose="02040503050406030204" pitchFamily="18" charset="0"/>
                          </a:rPr>
                          <m:t>𝟏</m:t>
                        </m:r>
                      </m:e>
                    </m:d>
                    <m:r>
                      <a:rPr lang="zh-CN" altLang="en-US" sz="2000" b="1" i="1">
                        <a:solidFill>
                          <a:schemeClr val="bg1"/>
                        </a:solidFill>
                        <a:latin typeface="Cambria Math" panose="02040503050406030204" pitchFamily="18" charset="0"/>
                      </a:rPr>
                      <m:t>处</m:t>
                    </m:r>
                    <m:r>
                      <a:rPr lang="zh-CN" altLang="en-US" sz="2000" b="1" i="1" smtClean="0">
                        <a:solidFill>
                          <a:schemeClr val="bg1"/>
                        </a:solidFill>
                        <a:latin typeface="Cambria Math" panose="02040503050406030204" pitchFamily="18" charset="0"/>
                      </a:rPr>
                      <m:t>，</m:t>
                    </m:r>
                    <m:r>
                      <a:rPr lang="en-US" altLang="zh-CN" sz="2000" b="1" i="1" smtClean="0">
                        <a:solidFill>
                          <a:schemeClr val="bg1"/>
                        </a:solidFill>
                        <a:latin typeface="Cambria Math" panose="02040503050406030204" pitchFamily="18" charset="0"/>
                      </a:rPr>
                      <m:t>𝑨</m:t>
                    </m:r>
                    <m:r>
                      <a:rPr lang="en-US" altLang="zh-CN" sz="2000" b="1" i="1" smtClean="0">
                        <a:solidFill>
                          <a:schemeClr val="bg1"/>
                        </a:solidFill>
                        <a:latin typeface="Cambria Math" panose="02040503050406030204" pitchFamily="18" charset="0"/>
                      </a:rPr>
                      <m:t>=</m:t>
                    </m:r>
                    <m:f>
                      <m:fPr>
                        <m:ctrlPr>
                          <a:rPr lang="en-US" altLang="zh-CN" sz="2000" b="1" i="1">
                            <a:solidFill>
                              <a:schemeClr val="bg1"/>
                            </a:solidFill>
                            <a:latin typeface="Cambria Math" panose="02040503050406030204" pitchFamily="18" charset="0"/>
                          </a:rPr>
                        </m:ctrlPr>
                      </m:fPr>
                      <m:num>
                        <m:sSup>
                          <m:sSupPr>
                            <m:ctrlPr>
                              <a:rPr lang="en-US" altLang="zh-CN" sz="2000" b="1" i="1">
                                <a:solidFill>
                                  <a:schemeClr val="bg1"/>
                                </a:solidFill>
                                <a:latin typeface="Cambria Math" panose="02040503050406030204" pitchFamily="18" charset="0"/>
                              </a:rPr>
                            </m:ctrlPr>
                          </m:sSupPr>
                          <m:e>
                            <m:r>
                              <a:rPr lang="zh-CN" altLang="en-US" sz="2000" b="1" i="1">
                                <a:solidFill>
                                  <a:schemeClr val="bg1"/>
                                </a:solidFill>
                                <a:latin typeface="Cambria Math" panose="02040503050406030204" pitchFamily="18" charset="0"/>
                              </a:rPr>
                              <m:t>𝝏</m:t>
                            </m:r>
                          </m:e>
                          <m:sup>
                            <m:r>
                              <a:rPr lang="en-US" altLang="zh-CN" sz="2000" b="1" i="1">
                                <a:solidFill>
                                  <a:schemeClr val="bg1"/>
                                </a:solidFill>
                                <a:latin typeface="Cambria Math" panose="02040503050406030204" pitchFamily="18" charset="0"/>
                              </a:rPr>
                              <m:t>𝟐</m:t>
                            </m:r>
                          </m:sup>
                        </m:sSup>
                        <m:r>
                          <a:rPr lang="en-US" altLang="zh-CN" sz="2000" b="1" i="1">
                            <a:solidFill>
                              <a:schemeClr val="bg1"/>
                            </a:solidFill>
                            <a:latin typeface="Cambria Math" panose="02040503050406030204" pitchFamily="18" charset="0"/>
                          </a:rPr>
                          <m:t>𝒛</m:t>
                        </m:r>
                      </m:num>
                      <m:den>
                        <m:r>
                          <a:rPr lang="zh-CN" altLang="en-US" sz="2000" b="1" i="1">
                            <a:solidFill>
                              <a:schemeClr val="bg1"/>
                            </a:solidFill>
                            <a:latin typeface="Cambria Math" panose="02040503050406030204" pitchFamily="18" charset="0"/>
                          </a:rPr>
                          <m:t>𝝏</m:t>
                        </m:r>
                        <m:sSup>
                          <m:sSupPr>
                            <m:ctrlPr>
                              <a:rPr lang="en-US" altLang="zh-CN" sz="2000" b="1" i="1">
                                <a:solidFill>
                                  <a:schemeClr val="bg1"/>
                                </a:solidFill>
                                <a:latin typeface="Cambria Math" panose="02040503050406030204" pitchFamily="18" charset="0"/>
                              </a:rPr>
                            </m:ctrlPr>
                          </m:sSupPr>
                          <m:e>
                            <m:r>
                              <a:rPr lang="en-US" altLang="zh-CN" sz="2000" b="1" i="1">
                                <a:solidFill>
                                  <a:schemeClr val="bg1"/>
                                </a:solidFill>
                                <a:latin typeface="Cambria Math" panose="02040503050406030204" pitchFamily="18" charset="0"/>
                              </a:rPr>
                              <m:t>𝒙</m:t>
                            </m:r>
                          </m:e>
                          <m:sup>
                            <m:r>
                              <a:rPr lang="en-US" altLang="zh-CN" sz="2000" b="1" i="1">
                                <a:solidFill>
                                  <a:schemeClr val="bg1"/>
                                </a:solidFill>
                                <a:latin typeface="Cambria Math" panose="02040503050406030204" pitchFamily="18" charset="0"/>
                              </a:rPr>
                              <m:t>𝟐</m:t>
                            </m:r>
                          </m:sup>
                        </m:sSup>
                      </m:den>
                    </m:f>
                    <m:d>
                      <m:dPr>
                        <m:begChr m:val="|"/>
                        <m:endChr m:val=""/>
                        <m:ctrlPr>
                          <a:rPr lang="en-US" altLang="zh-CN" sz="2000" b="1" i="1" smtClean="0">
                            <a:solidFill>
                              <a:schemeClr val="bg1"/>
                            </a:solidFill>
                            <a:latin typeface="Cambria Math" panose="02040503050406030204" pitchFamily="18" charset="0"/>
                          </a:rPr>
                        </m:ctrlPr>
                      </m:dPr>
                      <m:e>
                        <m:r>
                          <a:rPr lang="en-US" altLang="zh-CN" sz="2000" b="1" i="1" smtClean="0">
                            <a:solidFill>
                              <a:schemeClr val="bg1"/>
                            </a:solidFill>
                            <a:latin typeface="Cambria Math" panose="02040503050406030204" pitchFamily="18" charset="0"/>
                          </a:rPr>
                          <m:t>(−</m:t>
                        </m:r>
                        <m:r>
                          <a:rPr lang="en-US" altLang="zh-CN" sz="2000" b="1" i="1" smtClean="0">
                            <a:solidFill>
                              <a:schemeClr val="bg1"/>
                            </a:solidFill>
                            <a:latin typeface="Cambria Math" panose="02040503050406030204" pitchFamily="18" charset="0"/>
                          </a:rPr>
                          <m:t>𝟏</m:t>
                        </m:r>
                        <m:r>
                          <a:rPr lang="en-US" altLang="zh-CN" sz="2000" b="1" i="1" smtClean="0">
                            <a:solidFill>
                              <a:schemeClr val="bg1"/>
                            </a:solidFill>
                            <a:latin typeface="Cambria Math" panose="02040503050406030204" pitchFamily="18" charset="0"/>
                          </a:rPr>
                          <m:t>,</m:t>
                        </m:r>
                        <m:r>
                          <a:rPr lang="en-US" altLang="zh-CN" sz="2000" b="1" i="1" smtClean="0">
                            <a:solidFill>
                              <a:schemeClr val="bg1"/>
                            </a:solidFill>
                            <a:latin typeface="Cambria Math" panose="02040503050406030204" pitchFamily="18" charset="0"/>
                          </a:rPr>
                          <m:t>𝟏</m:t>
                        </m:r>
                        <m:r>
                          <a:rPr lang="en-US" altLang="zh-CN" sz="2000" b="1" i="1" smtClean="0">
                            <a:solidFill>
                              <a:schemeClr val="bg1"/>
                            </a:solidFill>
                            <a:latin typeface="Cambria Math" panose="02040503050406030204" pitchFamily="18" charset="0"/>
                          </a:rPr>
                          <m:t>)</m:t>
                        </m:r>
                      </m:e>
                    </m:d>
                    <m:r>
                      <a:rPr lang="en-US" altLang="zh-CN" sz="2000" b="1" i="1" smtClean="0">
                        <a:solidFill>
                          <a:schemeClr val="bg1"/>
                        </a:solidFill>
                        <a:latin typeface="Cambria Math" panose="02040503050406030204" pitchFamily="18" charset="0"/>
                      </a:rPr>
                      <m:t>=</m:t>
                    </m:r>
                    <m:r>
                      <a:rPr lang="en-US" altLang="zh-CN" sz="2000" b="1" i="1" smtClean="0">
                        <a:solidFill>
                          <a:schemeClr val="bg1"/>
                        </a:solidFill>
                        <a:latin typeface="Cambria Math" panose="02040503050406030204" pitchFamily="18" charset="0"/>
                      </a:rPr>
                      <m:t>𝟐</m:t>
                    </m:r>
                  </m:oMath>
                </a14:m>
                <a:r>
                  <a:rPr lang="zh-CN" altLang="en-US" sz="2000" b="1" dirty="0">
                    <a:solidFill>
                      <a:schemeClr val="bg1"/>
                    </a:solidFill>
                  </a:rPr>
                  <a:t> </a:t>
                </a:r>
                <a:r>
                  <a:rPr lang="en-US" altLang="zh-CN" sz="2000" b="1" dirty="0">
                    <a:solidFill>
                      <a:schemeClr val="bg1"/>
                    </a:solidFill>
                  </a:rPr>
                  <a:t>,  </a:t>
                </a:r>
                <a14:m>
                  <m:oMath xmlns:m="http://schemas.openxmlformats.org/officeDocument/2006/math">
                    <m:r>
                      <a:rPr lang="en-US" altLang="zh-CN" sz="2000" b="1" i="1" smtClean="0">
                        <a:solidFill>
                          <a:schemeClr val="bg1"/>
                        </a:solidFill>
                        <a:latin typeface="Cambria Math" panose="02040503050406030204" pitchFamily="18" charset="0"/>
                      </a:rPr>
                      <m:t>𝑩</m:t>
                    </m:r>
                    <m:r>
                      <a:rPr lang="en-US" altLang="zh-CN" sz="2000" b="1" i="1" smtClean="0">
                        <a:solidFill>
                          <a:schemeClr val="bg1"/>
                        </a:solidFill>
                        <a:latin typeface="Cambria Math" panose="02040503050406030204" pitchFamily="18" charset="0"/>
                      </a:rPr>
                      <m:t>=</m:t>
                    </m:r>
                    <m:f>
                      <m:fPr>
                        <m:ctrlPr>
                          <a:rPr lang="en-US" altLang="zh-CN" sz="2000" b="1" i="1">
                            <a:solidFill>
                              <a:schemeClr val="bg1"/>
                            </a:solidFill>
                            <a:latin typeface="Cambria Math" panose="02040503050406030204" pitchFamily="18" charset="0"/>
                          </a:rPr>
                        </m:ctrlPr>
                      </m:fPr>
                      <m:num>
                        <m:sSup>
                          <m:sSupPr>
                            <m:ctrlPr>
                              <a:rPr lang="en-US" altLang="zh-CN" sz="2000" b="1" i="1">
                                <a:solidFill>
                                  <a:schemeClr val="bg1"/>
                                </a:solidFill>
                                <a:latin typeface="Cambria Math" panose="02040503050406030204" pitchFamily="18" charset="0"/>
                              </a:rPr>
                            </m:ctrlPr>
                          </m:sSupPr>
                          <m:e>
                            <m:r>
                              <a:rPr lang="zh-CN" altLang="en-US" sz="2000" b="1" i="1">
                                <a:solidFill>
                                  <a:schemeClr val="bg1"/>
                                </a:solidFill>
                                <a:latin typeface="Cambria Math" panose="02040503050406030204" pitchFamily="18" charset="0"/>
                              </a:rPr>
                              <m:t>𝝏</m:t>
                            </m:r>
                          </m:e>
                          <m:sup>
                            <m:r>
                              <a:rPr lang="en-US" altLang="zh-CN" sz="2000" b="1" i="1">
                                <a:solidFill>
                                  <a:schemeClr val="bg1"/>
                                </a:solidFill>
                                <a:latin typeface="Cambria Math" panose="02040503050406030204" pitchFamily="18" charset="0"/>
                              </a:rPr>
                              <m:t>𝟐</m:t>
                            </m:r>
                          </m:sup>
                        </m:sSup>
                        <m:r>
                          <a:rPr lang="en-US" altLang="zh-CN" sz="2000" b="1" i="1">
                            <a:solidFill>
                              <a:schemeClr val="bg1"/>
                            </a:solidFill>
                            <a:latin typeface="Cambria Math" panose="02040503050406030204" pitchFamily="18" charset="0"/>
                          </a:rPr>
                          <m:t>𝒛</m:t>
                        </m:r>
                      </m:num>
                      <m:den>
                        <m:r>
                          <a:rPr lang="zh-CN" altLang="en-US" sz="2000" b="1" i="1">
                            <a:solidFill>
                              <a:schemeClr val="bg1"/>
                            </a:solidFill>
                            <a:latin typeface="Cambria Math" panose="02040503050406030204" pitchFamily="18" charset="0"/>
                          </a:rPr>
                          <m:t>𝝏</m:t>
                        </m:r>
                        <m:r>
                          <a:rPr lang="en-US" altLang="zh-CN" sz="2000" b="1" i="1">
                            <a:solidFill>
                              <a:schemeClr val="bg1"/>
                            </a:solidFill>
                            <a:latin typeface="Cambria Math" panose="02040503050406030204" pitchFamily="18" charset="0"/>
                          </a:rPr>
                          <m:t>𝒙</m:t>
                        </m:r>
                        <m:r>
                          <a:rPr lang="zh-CN" altLang="en-US" sz="2000" b="1" i="1">
                            <a:solidFill>
                              <a:schemeClr val="bg1"/>
                            </a:solidFill>
                            <a:latin typeface="Cambria Math" panose="02040503050406030204" pitchFamily="18" charset="0"/>
                          </a:rPr>
                          <m:t>𝝏</m:t>
                        </m:r>
                        <m:r>
                          <a:rPr lang="en-US" altLang="zh-CN" sz="2000" b="1" i="1">
                            <a:solidFill>
                              <a:schemeClr val="bg1"/>
                            </a:solidFill>
                            <a:latin typeface="Cambria Math" panose="02040503050406030204" pitchFamily="18" charset="0"/>
                          </a:rPr>
                          <m:t>𝒚</m:t>
                        </m:r>
                      </m:den>
                    </m:f>
                    <m:d>
                      <m:dPr>
                        <m:begChr m:val="|"/>
                        <m:endChr m:val=""/>
                        <m:ctrlPr>
                          <a:rPr lang="en-US" altLang="zh-CN" sz="2000" b="1" i="1" smtClean="0">
                            <a:solidFill>
                              <a:schemeClr val="bg1"/>
                            </a:solidFill>
                            <a:latin typeface="Cambria Math" panose="02040503050406030204" pitchFamily="18" charset="0"/>
                          </a:rPr>
                        </m:ctrlPr>
                      </m:dPr>
                      <m:e>
                        <m:r>
                          <a:rPr lang="en-US" altLang="zh-CN" sz="2000" b="1" i="1" smtClean="0">
                            <a:solidFill>
                              <a:schemeClr val="bg1"/>
                            </a:solidFill>
                            <a:latin typeface="Cambria Math" panose="02040503050406030204" pitchFamily="18" charset="0"/>
                          </a:rPr>
                          <m:t>(</m:t>
                        </m:r>
                        <m:r>
                          <a:rPr lang="en-US" altLang="zh-CN" sz="2000" b="1" i="1">
                            <a:solidFill>
                              <a:schemeClr val="bg1"/>
                            </a:solidFill>
                            <a:latin typeface="Cambria Math" panose="02040503050406030204" pitchFamily="18" charset="0"/>
                          </a:rPr>
                          <m:t>−</m:t>
                        </m:r>
                        <m:r>
                          <a:rPr lang="en-US" altLang="zh-CN" sz="2000" b="1" i="1">
                            <a:solidFill>
                              <a:schemeClr val="bg1"/>
                            </a:solidFill>
                            <a:latin typeface="Cambria Math" panose="02040503050406030204" pitchFamily="18" charset="0"/>
                          </a:rPr>
                          <m:t>𝟏</m:t>
                        </m:r>
                        <m:r>
                          <a:rPr lang="en-US" altLang="zh-CN" sz="2000" b="1" i="1">
                            <a:solidFill>
                              <a:schemeClr val="bg1"/>
                            </a:solidFill>
                            <a:latin typeface="Cambria Math" panose="02040503050406030204" pitchFamily="18" charset="0"/>
                          </a:rPr>
                          <m:t>,</m:t>
                        </m:r>
                        <m:r>
                          <a:rPr lang="en-US" altLang="zh-CN" sz="2000" b="1" i="1">
                            <a:solidFill>
                              <a:schemeClr val="bg1"/>
                            </a:solidFill>
                            <a:latin typeface="Cambria Math" panose="02040503050406030204" pitchFamily="18" charset="0"/>
                          </a:rPr>
                          <m:t>𝟏</m:t>
                        </m:r>
                        <m:r>
                          <a:rPr lang="en-US" altLang="zh-CN" sz="2000" b="1" i="1" smtClean="0">
                            <a:solidFill>
                              <a:schemeClr val="bg1"/>
                            </a:solidFill>
                            <a:latin typeface="Cambria Math" panose="02040503050406030204" pitchFamily="18" charset="0"/>
                          </a:rPr>
                          <m:t>)</m:t>
                        </m:r>
                      </m:e>
                    </m:d>
                    <m:r>
                      <a:rPr lang="en-US" altLang="zh-CN" sz="2000" b="1" i="1" smtClean="0">
                        <a:solidFill>
                          <a:schemeClr val="bg1"/>
                        </a:solidFill>
                        <a:latin typeface="Cambria Math" panose="02040503050406030204" pitchFamily="18" charset="0"/>
                      </a:rPr>
                      <m:t>=</m:t>
                    </m:r>
                    <m:r>
                      <a:rPr lang="en-US" altLang="zh-CN" sz="2000" b="1" i="1" smtClean="0">
                        <a:solidFill>
                          <a:schemeClr val="bg1"/>
                        </a:solidFill>
                        <a:latin typeface="Cambria Math" panose="02040503050406030204" pitchFamily="18" charset="0"/>
                      </a:rPr>
                      <m:t>𝟖</m:t>
                    </m:r>
                  </m:oMath>
                </a14:m>
                <a:r>
                  <a:rPr lang="zh-CN" altLang="en-US" sz="2000" b="1" dirty="0">
                    <a:solidFill>
                      <a:schemeClr val="bg1"/>
                    </a:solidFill>
                  </a:rPr>
                  <a:t> </a:t>
                </a:r>
                <a:r>
                  <a:rPr lang="en-US" altLang="zh-CN" sz="2000" b="1" dirty="0">
                    <a:solidFill>
                      <a:schemeClr val="bg1"/>
                    </a:solidFill>
                  </a:rPr>
                  <a:t>, </a:t>
                </a:r>
                <a14:m>
                  <m:oMath xmlns:m="http://schemas.openxmlformats.org/officeDocument/2006/math">
                    <m:r>
                      <a:rPr lang="en-US" altLang="zh-CN" sz="2000" b="1" i="1" smtClean="0">
                        <a:solidFill>
                          <a:schemeClr val="bg1"/>
                        </a:solidFill>
                        <a:latin typeface="Cambria Math" panose="02040503050406030204" pitchFamily="18" charset="0"/>
                      </a:rPr>
                      <m:t>𝑪</m:t>
                    </m:r>
                    <m:r>
                      <a:rPr lang="en-US" altLang="zh-CN" sz="2000" b="1" i="1" smtClean="0">
                        <a:solidFill>
                          <a:schemeClr val="bg1"/>
                        </a:solidFill>
                        <a:latin typeface="Cambria Math" panose="02040503050406030204" pitchFamily="18" charset="0"/>
                      </a:rPr>
                      <m:t>=</m:t>
                    </m:r>
                    <m:f>
                      <m:fPr>
                        <m:ctrlPr>
                          <a:rPr lang="en-US" altLang="zh-CN" sz="2000" b="1" i="1">
                            <a:solidFill>
                              <a:schemeClr val="bg1"/>
                            </a:solidFill>
                            <a:latin typeface="Cambria Math" panose="02040503050406030204" pitchFamily="18" charset="0"/>
                          </a:rPr>
                        </m:ctrlPr>
                      </m:fPr>
                      <m:num>
                        <m:sSup>
                          <m:sSupPr>
                            <m:ctrlPr>
                              <a:rPr lang="en-US" altLang="zh-CN" sz="2000" b="1" i="1">
                                <a:solidFill>
                                  <a:schemeClr val="bg1"/>
                                </a:solidFill>
                                <a:latin typeface="Cambria Math" panose="02040503050406030204" pitchFamily="18" charset="0"/>
                              </a:rPr>
                            </m:ctrlPr>
                          </m:sSupPr>
                          <m:e>
                            <m:r>
                              <a:rPr lang="zh-CN" altLang="en-US" sz="2000" b="1" i="1">
                                <a:solidFill>
                                  <a:schemeClr val="bg1"/>
                                </a:solidFill>
                                <a:latin typeface="Cambria Math" panose="02040503050406030204" pitchFamily="18" charset="0"/>
                              </a:rPr>
                              <m:t>𝝏</m:t>
                            </m:r>
                          </m:e>
                          <m:sup>
                            <m:r>
                              <a:rPr lang="en-US" altLang="zh-CN" sz="2000" b="1" i="1">
                                <a:solidFill>
                                  <a:schemeClr val="bg1"/>
                                </a:solidFill>
                                <a:latin typeface="Cambria Math" panose="02040503050406030204" pitchFamily="18" charset="0"/>
                              </a:rPr>
                              <m:t>𝟐</m:t>
                            </m:r>
                          </m:sup>
                        </m:sSup>
                        <m:r>
                          <a:rPr lang="en-US" altLang="zh-CN" sz="2000" b="1" i="1">
                            <a:solidFill>
                              <a:schemeClr val="bg1"/>
                            </a:solidFill>
                            <a:latin typeface="Cambria Math" panose="02040503050406030204" pitchFamily="18" charset="0"/>
                          </a:rPr>
                          <m:t>𝒛</m:t>
                        </m:r>
                      </m:num>
                      <m:den>
                        <m:r>
                          <a:rPr lang="zh-CN" altLang="en-US" sz="2000" b="1" i="1">
                            <a:solidFill>
                              <a:schemeClr val="bg1"/>
                            </a:solidFill>
                            <a:latin typeface="Cambria Math" panose="02040503050406030204" pitchFamily="18" charset="0"/>
                          </a:rPr>
                          <m:t>𝝏</m:t>
                        </m:r>
                        <m:sSup>
                          <m:sSupPr>
                            <m:ctrlPr>
                              <a:rPr lang="en-US" altLang="zh-CN" sz="2000" b="1" i="1">
                                <a:solidFill>
                                  <a:schemeClr val="bg1"/>
                                </a:solidFill>
                                <a:latin typeface="Cambria Math" panose="02040503050406030204" pitchFamily="18" charset="0"/>
                              </a:rPr>
                            </m:ctrlPr>
                          </m:sSupPr>
                          <m:e>
                            <m:r>
                              <a:rPr lang="en-US" altLang="zh-CN" sz="2000" b="1" i="1">
                                <a:solidFill>
                                  <a:schemeClr val="bg1"/>
                                </a:solidFill>
                                <a:latin typeface="Cambria Math" panose="02040503050406030204" pitchFamily="18" charset="0"/>
                              </a:rPr>
                              <m:t>𝒚</m:t>
                            </m:r>
                          </m:e>
                          <m:sup>
                            <m:r>
                              <a:rPr lang="en-US" altLang="zh-CN" sz="2000" b="1" i="1">
                                <a:solidFill>
                                  <a:schemeClr val="bg1"/>
                                </a:solidFill>
                                <a:latin typeface="Cambria Math" panose="02040503050406030204" pitchFamily="18" charset="0"/>
                              </a:rPr>
                              <m:t>𝟐</m:t>
                            </m:r>
                          </m:sup>
                        </m:sSup>
                      </m:den>
                    </m:f>
                    <m:d>
                      <m:dPr>
                        <m:begChr m:val="|"/>
                        <m:endChr m:val=""/>
                        <m:ctrlPr>
                          <a:rPr lang="en-US" altLang="zh-CN" sz="2000" b="1" i="1" smtClean="0">
                            <a:solidFill>
                              <a:schemeClr val="bg1"/>
                            </a:solidFill>
                            <a:latin typeface="Cambria Math" panose="02040503050406030204" pitchFamily="18" charset="0"/>
                          </a:rPr>
                        </m:ctrlPr>
                      </m:dPr>
                      <m:e>
                        <m:r>
                          <a:rPr lang="en-US" altLang="zh-CN" sz="2000" b="1" i="1" smtClean="0">
                            <a:solidFill>
                              <a:schemeClr val="bg1"/>
                            </a:solidFill>
                            <a:latin typeface="Cambria Math" panose="02040503050406030204" pitchFamily="18" charset="0"/>
                          </a:rPr>
                          <m:t>(</m:t>
                        </m:r>
                        <m:r>
                          <a:rPr lang="en-US" altLang="zh-CN" sz="2000" b="1" i="1">
                            <a:solidFill>
                              <a:schemeClr val="bg1"/>
                            </a:solidFill>
                            <a:latin typeface="Cambria Math" panose="02040503050406030204" pitchFamily="18" charset="0"/>
                          </a:rPr>
                          <m:t>−</m:t>
                        </m:r>
                        <m:r>
                          <a:rPr lang="en-US" altLang="zh-CN" sz="2000" b="1" i="1">
                            <a:solidFill>
                              <a:schemeClr val="bg1"/>
                            </a:solidFill>
                            <a:latin typeface="Cambria Math" panose="02040503050406030204" pitchFamily="18" charset="0"/>
                          </a:rPr>
                          <m:t>𝟏</m:t>
                        </m:r>
                        <m:r>
                          <a:rPr lang="en-US" altLang="zh-CN" sz="2000" b="1" i="1">
                            <a:solidFill>
                              <a:schemeClr val="bg1"/>
                            </a:solidFill>
                            <a:latin typeface="Cambria Math" panose="02040503050406030204" pitchFamily="18" charset="0"/>
                          </a:rPr>
                          <m:t>,</m:t>
                        </m:r>
                        <m:r>
                          <a:rPr lang="en-US" altLang="zh-CN" sz="2000" b="1" i="1">
                            <a:solidFill>
                              <a:schemeClr val="bg1"/>
                            </a:solidFill>
                            <a:latin typeface="Cambria Math" panose="02040503050406030204" pitchFamily="18" charset="0"/>
                          </a:rPr>
                          <m:t>𝟏</m:t>
                        </m:r>
                        <m:r>
                          <a:rPr lang="en-US" altLang="zh-CN" sz="2000" b="1" i="1" smtClean="0">
                            <a:solidFill>
                              <a:schemeClr val="bg1"/>
                            </a:solidFill>
                            <a:latin typeface="Cambria Math" panose="02040503050406030204" pitchFamily="18" charset="0"/>
                          </a:rPr>
                          <m:t>)</m:t>
                        </m:r>
                      </m:e>
                    </m:d>
                    <m:r>
                      <a:rPr lang="en-US" altLang="zh-CN" sz="2000" b="1" i="1" smtClean="0">
                        <a:solidFill>
                          <a:schemeClr val="bg1"/>
                        </a:solidFill>
                        <a:latin typeface="Cambria Math" panose="02040503050406030204" pitchFamily="18" charset="0"/>
                      </a:rPr>
                      <m:t>=</m:t>
                    </m:r>
                    <m:r>
                      <a:rPr lang="en-US" altLang="zh-CN" sz="2000" b="1" i="1" smtClean="0">
                        <a:solidFill>
                          <a:schemeClr val="bg1"/>
                        </a:solidFill>
                        <a:latin typeface="Cambria Math" panose="02040503050406030204" pitchFamily="18" charset="0"/>
                      </a:rPr>
                      <m:t>𝟏𝟔</m:t>
                    </m:r>
                  </m:oMath>
                </a14:m>
                <a:endParaRPr lang="en-US" altLang="zh-CN" sz="2000" b="1" dirty="0">
                  <a:solidFill>
                    <a:schemeClr val="bg1"/>
                  </a:solidFill>
                </a:endParaRPr>
              </a:p>
              <a:p>
                <a14:m>
                  <m:oMath xmlns:m="http://schemas.openxmlformats.org/officeDocument/2006/math">
                    <m:sSup>
                      <m:sSupPr>
                        <m:ctrlPr>
                          <a:rPr lang="en-US" altLang="zh-CN" sz="2000" b="1" i="1" smtClean="0">
                            <a:solidFill>
                              <a:schemeClr val="bg1"/>
                            </a:solidFill>
                            <a:latin typeface="Cambria Math" panose="02040503050406030204" pitchFamily="18" charset="0"/>
                          </a:rPr>
                        </m:ctrlPr>
                      </m:sSupPr>
                      <m:e>
                        <m:r>
                          <a:rPr lang="en-US" altLang="zh-CN" sz="2000" b="1" i="1" smtClean="0">
                            <a:solidFill>
                              <a:schemeClr val="bg1"/>
                            </a:solidFill>
                            <a:latin typeface="Cambria Math" panose="02040503050406030204" pitchFamily="18" charset="0"/>
                          </a:rPr>
                          <m:t>𝑩</m:t>
                        </m:r>
                      </m:e>
                      <m:sup>
                        <m:r>
                          <a:rPr lang="en-US" altLang="zh-CN" sz="2000" b="1" i="1" smtClean="0">
                            <a:solidFill>
                              <a:schemeClr val="bg1"/>
                            </a:solidFill>
                            <a:latin typeface="Cambria Math" panose="02040503050406030204" pitchFamily="18" charset="0"/>
                          </a:rPr>
                          <m:t>𝟐</m:t>
                        </m:r>
                      </m:sup>
                    </m:sSup>
                    <m:r>
                      <a:rPr lang="en-US" altLang="zh-CN" sz="2000" b="1" i="1" smtClean="0">
                        <a:solidFill>
                          <a:schemeClr val="bg1"/>
                        </a:solidFill>
                        <a:latin typeface="Cambria Math" panose="02040503050406030204" pitchFamily="18" charset="0"/>
                      </a:rPr>
                      <m:t>−</m:t>
                    </m:r>
                    <m:r>
                      <a:rPr lang="en-US" altLang="zh-CN" sz="2000" b="1" i="1" smtClean="0">
                        <a:solidFill>
                          <a:schemeClr val="bg1"/>
                        </a:solidFill>
                        <a:latin typeface="Cambria Math" panose="02040503050406030204" pitchFamily="18" charset="0"/>
                      </a:rPr>
                      <m:t>𝑨𝑪</m:t>
                    </m:r>
                    <m:r>
                      <a:rPr lang="en-US" altLang="zh-CN" sz="2000" b="1" i="1" smtClean="0">
                        <a:solidFill>
                          <a:schemeClr val="bg1"/>
                        </a:solidFill>
                        <a:latin typeface="Cambria Math" panose="02040503050406030204" pitchFamily="18" charset="0"/>
                      </a:rPr>
                      <m:t>=</m:t>
                    </m:r>
                    <m:r>
                      <a:rPr lang="en-US" altLang="zh-CN" sz="2000" b="1" i="1" smtClean="0">
                        <a:solidFill>
                          <a:schemeClr val="bg1"/>
                        </a:solidFill>
                        <a:latin typeface="Cambria Math" panose="02040503050406030204" pitchFamily="18" charset="0"/>
                      </a:rPr>
                      <m:t>𝟑𝟐</m:t>
                    </m:r>
                    <m:r>
                      <a:rPr lang="en-US" altLang="zh-CN" sz="2000" b="1" i="1" smtClean="0">
                        <a:solidFill>
                          <a:schemeClr val="bg1"/>
                        </a:solidFill>
                        <a:latin typeface="Cambria Math" panose="02040503050406030204" pitchFamily="18" charset="0"/>
                      </a:rPr>
                      <m:t>&gt;</m:t>
                    </m:r>
                    <m:r>
                      <a:rPr lang="en-US" altLang="zh-CN" sz="2000" b="1" i="1" smtClean="0">
                        <a:solidFill>
                          <a:schemeClr val="bg1"/>
                        </a:solidFill>
                        <a:latin typeface="Cambria Math" panose="02040503050406030204" pitchFamily="18" charset="0"/>
                      </a:rPr>
                      <m:t>𝟎</m:t>
                    </m:r>
                    <m:r>
                      <a:rPr lang="en-US" altLang="zh-CN" sz="2000" b="1" i="1" smtClean="0">
                        <a:solidFill>
                          <a:schemeClr val="bg1"/>
                        </a:solidFill>
                        <a:latin typeface="Cambria Math" panose="02040503050406030204" pitchFamily="18" charset="0"/>
                      </a:rPr>
                      <m:t>,</m:t>
                    </m:r>
                    <m:r>
                      <a:rPr lang="zh-CN" altLang="en-US" sz="2000" b="1" i="1">
                        <a:solidFill>
                          <a:schemeClr val="bg1"/>
                        </a:solidFill>
                        <a:latin typeface="Cambria Math" panose="02040503050406030204" pitchFamily="18" charset="0"/>
                      </a:rPr>
                      <m:t>故</m:t>
                    </m:r>
                    <m:r>
                      <a:rPr lang="zh-CN" altLang="en-US" sz="2000" b="1" i="1" smtClean="0">
                        <a:solidFill>
                          <a:schemeClr val="bg1"/>
                        </a:solidFill>
                        <a:latin typeface="Cambria Math" panose="02040503050406030204" pitchFamily="18" charset="0"/>
                      </a:rPr>
                      <m:t>点</m:t>
                    </m:r>
                    <m:r>
                      <a:rPr lang="zh-CN" altLang="en-US" sz="2000" b="1" i="1">
                        <a:solidFill>
                          <a:schemeClr val="bg1"/>
                        </a:solidFill>
                        <a:latin typeface="Cambria Math" panose="02040503050406030204" pitchFamily="18" charset="0"/>
                      </a:rPr>
                      <m:t>（</m:t>
                    </m:r>
                    <m:r>
                      <a:rPr lang="en-US" altLang="zh-CN" sz="2000" b="1" i="1">
                        <a:solidFill>
                          <a:schemeClr val="bg1"/>
                        </a:solidFill>
                        <a:latin typeface="Cambria Math" panose="02040503050406030204" pitchFamily="18" charset="0"/>
                      </a:rPr>
                      <m:t>−</m:t>
                    </m:r>
                    <m:r>
                      <a:rPr lang="en-US" altLang="zh-CN" sz="2000" b="1" i="1">
                        <a:solidFill>
                          <a:schemeClr val="bg1"/>
                        </a:solidFill>
                        <a:latin typeface="Cambria Math" panose="02040503050406030204" pitchFamily="18" charset="0"/>
                      </a:rPr>
                      <m:t>𝟏</m:t>
                    </m:r>
                    <m:r>
                      <a:rPr lang="en-US" altLang="zh-CN" sz="2000" b="1" i="1">
                        <a:solidFill>
                          <a:schemeClr val="bg1"/>
                        </a:solidFill>
                        <a:latin typeface="Cambria Math" panose="02040503050406030204" pitchFamily="18" charset="0"/>
                      </a:rPr>
                      <m:t>,</m:t>
                    </m:r>
                    <m:r>
                      <a:rPr lang="en-US" altLang="zh-CN" sz="2000" b="1" i="1">
                        <a:solidFill>
                          <a:schemeClr val="bg1"/>
                        </a:solidFill>
                        <a:latin typeface="Cambria Math" panose="02040503050406030204" pitchFamily="18" charset="0"/>
                      </a:rPr>
                      <m:t>𝟏</m:t>
                    </m:r>
                  </m:oMath>
                </a14:m>
                <a:r>
                  <a:rPr lang="zh-CN" altLang="en-US" sz="2000" b="1" dirty="0">
                    <a:solidFill>
                      <a:schemeClr val="bg1"/>
                    </a:solidFill>
                  </a:rPr>
                  <a:t>）不是函数极值点。</a:t>
                </a:r>
                <a:endParaRPr lang="en-US" altLang="zh-CN" sz="2000" b="1" dirty="0">
                  <a:solidFill>
                    <a:schemeClr val="bg1"/>
                  </a:solidFill>
                </a:endParaRPr>
              </a:p>
              <a:p>
                <a:r>
                  <a:rPr lang="en-US" altLang="zh-CN" sz="2000" b="1" dirty="0">
                    <a:solidFill>
                      <a:schemeClr val="bg1"/>
                    </a:solidFill>
                  </a:rPr>
                  <a:t>     </a:t>
                </a:r>
                <a:endParaRPr lang="zh-CN" altLang="en-US" sz="2000" b="1" dirty="0">
                  <a:solidFill>
                    <a:schemeClr val="bg1"/>
                  </a:solidFill>
                </a:endParaRPr>
              </a:p>
            </p:txBody>
          </p:sp>
        </mc:Choice>
        <mc:Fallback>
          <p:sp>
            <p:nvSpPr>
              <p:cNvPr id="8" name="文本框 7"/>
              <p:cNvSpPr txBox="1">
                <a:spLocks noRot="1" noChangeAspect="1" noMove="1" noResize="1" noEditPoints="1" noAdjustHandles="1" noChangeArrowheads="1" noChangeShapeType="1" noTextEdit="1"/>
              </p:cNvSpPr>
              <p:nvPr/>
            </p:nvSpPr>
            <p:spPr>
              <a:xfrm>
                <a:off x="42545" y="5349875"/>
                <a:ext cx="10777220" cy="1252220"/>
              </a:xfrm>
              <a:prstGeom prst="rect">
                <a:avLst/>
              </a:prstGeom>
              <a:blipFill rotWithShape="1">
                <a:blip r:embed="rId9"/>
                <a:stretch>
                  <a:fillRect/>
                </a:stretch>
              </a:blipFill>
            </p:spPr>
            <p:txBody>
              <a:bodyPr/>
              <a:lstStyle/>
              <a:p>
                <a:r>
                  <a:rPr lang="zh-CN" altLang="en-US">
                    <a:noFill/>
                  </a:rPr>
                  <a:t> </a:t>
                </a:r>
              </a:p>
            </p:txBody>
          </p:sp>
        </mc:Fallback>
      </mc:AlternateContent>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76931"/>
                                        </p:tgtEl>
                                        <p:attrNameLst>
                                          <p:attrName>style.visibility</p:attrName>
                                        </p:attrNameLst>
                                      </p:cBhvr>
                                      <p:to>
                                        <p:strVal val="visible"/>
                                      </p:to>
                                    </p:set>
                                    <p:anim calcmode="lin" valueType="num">
                                      <p:cBhvr additive="base">
                                        <p:cTn id="7" dur="500" fill="hold"/>
                                        <p:tgtEl>
                                          <p:spTgt spid="1276931"/>
                                        </p:tgtEl>
                                        <p:attrNameLst>
                                          <p:attrName>ppt_x</p:attrName>
                                        </p:attrNameLst>
                                      </p:cBhvr>
                                      <p:tavLst>
                                        <p:tav tm="0">
                                          <p:val>
                                            <p:strVal val="#ppt_x"/>
                                          </p:val>
                                        </p:tav>
                                        <p:tav tm="100000">
                                          <p:val>
                                            <p:strVal val="#ppt_x"/>
                                          </p:val>
                                        </p:tav>
                                      </p:tavLst>
                                    </p:anim>
                                    <p:anim calcmode="lin" valueType="num">
                                      <p:cBhvr additive="base">
                                        <p:cTn id="8" dur="500" fill="hold"/>
                                        <p:tgtEl>
                                          <p:spTgt spid="127693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barn(inVertical)">
                                      <p:cBhvr>
                                        <p:cTn id="19" dur="500"/>
                                        <p:tgtEl>
                                          <p:spTgt spid="4"/>
                                        </p:tgtEl>
                                      </p:cBhvr>
                                    </p:animEffect>
                                  </p:childTnLst>
                                </p:cTn>
                              </p:par>
                            </p:childTnLst>
                          </p:cTn>
                        </p:par>
                      </p:childTnLst>
                    </p:cTn>
                  </p:par>
                  <p:par>
                    <p:cTn id="20" fill="hold">
                      <p:stCondLst>
                        <p:cond delay="indefinite"/>
                      </p:stCondLst>
                      <p:childTnLst>
                        <p:par>
                          <p:cTn id="21" fill="hold">
                            <p:stCondLst>
                              <p:cond delay="0"/>
                            </p:stCondLst>
                            <p:childTnLst>
                              <p:par>
                                <p:cTn id="22" presetID="21" presetClass="entr" presetSubtype="1" fill="hold" grpId="0" nodeType="click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wheel(1)">
                                      <p:cBhvr>
                                        <p:cTn id="24" dur="2000"/>
                                        <p:tgtEl>
                                          <p:spTgt spid="5"/>
                                        </p:tgtEl>
                                      </p:cBhvr>
                                    </p:animEffect>
                                  </p:childTnLst>
                                </p:cTn>
                              </p:par>
                              <p:par>
                                <p:cTn id="25" presetID="21" presetClass="entr" presetSubtype="1"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heel(1)">
                                      <p:cBhvr>
                                        <p:cTn id="27" dur="20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500" fill="hold"/>
                                        <p:tgtEl>
                                          <p:spTgt spid="7"/>
                                        </p:tgtEl>
                                        <p:attrNameLst>
                                          <p:attrName>ppt_x</p:attrName>
                                        </p:attrNameLst>
                                      </p:cBhvr>
                                      <p:tavLst>
                                        <p:tav tm="0">
                                          <p:val>
                                            <p:strVal val="#ppt_x"/>
                                          </p:val>
                                        </p:tav>
                                        <p:tav tm="100000">
                                          <p:val>
                                            <p:strVal val="#ppt_x"/>
                                          </p:val>
                                        </p:tav>
                                      </p:tavLst>
                                    </p:anim>
                                    <p:anim calcmode="lin" valueType="num">
                                      <p:cBhvr additive="base">
                                        <p:cTn id="33"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4" grpId="0" bldLvl="0" animBg="1"/>
      <p:bldP spid="5" grpId="0" bldLvl="0" animBg="1"/>
      <p:bldP spid="6" grpId="0" bldLvl="0" animBg="1"/>
      <p:bldP spid="7" grpId="0" bldLvl="0" animBg="1"/>
    </p:bldLst>
  </p:timing>
</p:sld>
</file>

<file path=ppt/slides/slide78.xml><?xml version="1.0" encoding="utf-8"?>
<p:sld xmlns:a="http://schemas.openxmlformats.org/drawingml/2006/main" xmlns:r="http://schemas.openxmlformats.org/officeDocument/2006/relationships" xmlns:p="http://schemas.openxmlformats.org/presentationml/2006/main">
  <p:cSld>
    <p:bg>
      <p:bgPr>
        <a:gradFill>
          <a:gsLst>
            <a:gs pos="0">
              <a:srgbClr val="0D1B2A"/>
            </a:gs>
            <a:gs pos="60000">
              <a:srgbClr val="1B263B"/>
            </a:gs>
            <a:gs pos="100000">
              <a:srgbClr val="102A43"/>
            </a:gs>
          </a:gsLst>
          <a:lin ang="2700000" scaled="0"/>
        </a:gradFill>
        <a:effectLst/>
      </p:bgPr>
    </p:bg>
    <p:spTree>
      <p:nvGrpSpPr>
        <p:cNvPr id="1" name=""/>
        <p:cNvGrpSpPr/>
        <p:nvPr/>
      </p:nvGrpSpPr>
      <p:grpSpPr>
        <a:xfrm>
          <a:off x="0" y="0"/>
          <a:ext cx="0" cy="0"/>
          <a:chOff x="0" y="0"/>
          <a:chExt cx="0" cy="0"/>
        </a:xfrm>
      </p:grpSpPr>
      <p:pic>
        <p:nvPicPr>
          <p:cNvPr id="45" name="图片 4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2730" y="47712"/>
            <a:ext cx="795252" cy="556675"/>
          </a:xfrm>
          <a:prstGeom prst="rect">
            <a:avLst/>
          </a:prstGeom>
        </p:spPr>
      </p:pic>
      <mc:AlternateContent xmlns:mc="http://schemas.openxmlformats.org/markup-compatibility/2006">
        <mc:Choice xmlns:a14="http://schemas.microsoft.com/office/drawing/2010/main" Requires="a14">
          <p:sp>
            <p:nvSpPr>
              <p:cNvPr id="7" name="文本框 6"/>
              <p:cNvSpPr txBox="1"/>
              <p:nvPr/>
            </p:nvSpPr>
            <p:spPr>
              <a:xfrm>
                <a:off x="191135" y="942340"/>
                <a:ext cx="10153015" cy="3528695"/>
              </a:xfrm>
              <a:prstGeom prst="rect">
                <a:avLst/>
              </a:prstGeom>
              <a:solidFill>
                <a:srgbClr val="0070C0"/>
              </a:solidFill>
            </p:spPr>
            <p:txBody>
              <a:bodyPr wrap="square" rtlCol="0">
                <a:noAutofit/>
              </a:bodyPr>
              <a:lstStyle/>
              <a:p>
                <a:r>
                  <a:rPr lang="en-US" altLang="zh-CN" sz="2800" b="1" dirty="0">
                    <a:solidFill>
                      <a:schemeClr val="bg1"/>
                    </a:solidFill>
                  </a:rPr>
                  <a:t>     </a:t>
                </a:r>
                <a:r>
                  <a:rPr lang="zh-CN" altLang="en-US" sz="2800" b="1" dirty="0">
                    <a:solidFill>
                      <a:schemeClr val="bg1"/>
                    </a:solidFill>
                  </a:rPr>
                  <a:t>（</a:t>
                </a:r>
                <a:r>
                  <a:rPr lang="en-US" altLang="zh-CN" sz="2800" b="1" dirty="0">
                    <a:solidFill>
                      <a:schemeClr val="bg1"/>
                    </a:solidFill>
                  </a:rPr>
                  <a:t>3</a:t>
                </a:r>
                <a:r>
                  <a:rPr lang="zh-CN" altLang="en-US" sz="2800" b="1" dirty="0">
                    <a:solidFill>
                      <a:schemeClr val="bg1"/>
                    </a:solidFill>
                  </a:rPr>
                  <a:t>）在点</a:t>
                </a:r>
                <a14:m>
                  <m:oMath xmlns:m="http://schemas.openxmlformats.org/officeDocument/2006/math">
                    <m:d>
                      <m:dPr>
                        <m:ctrlPr>
                          <a:rPr lang="en-US" altLang="zh-CN" sz="2800" b="1" i="1" smtClean="0">
                            <a:solidFill>
                              <a:schemeClr val="bg1"/>
                            </a:solidFill>
                            <a:latin typeface="Cambria Math" panose="02040503050406030204" pitchFamily="18" charset="0"/>
                          </a:rPr>
                        </m:ctrlPr>
                      </m:dPr>
                      <m:e>
                        <m:r>
                          <a:rPr lang="en-US" altLang="zh-CN" sz="2800" b="1" i="1" smtClean="0">
                            <a:solidFill>
                              <a:schemeClr val="bg1"/>
                            </a:solidFill>
                            <a:latin typeface="Cambria Math" panose="02040503050406030204" pitchFamily="18" charset="0"/>
                          </a:rPr>
                          <m:t>−</m:t>
                        </m:r>
                        <m:r>
                          <a:rPr lang="en-US" altLang="zh-CN" sz="2800" b="1" i="1" smtClean="0">
                            <a:solidFill>
                              <a:schemeClr val="bg1"/>
                            </a:solidFill>
                            <a:latin typeface="Cambria Math" panose="02040503050406030204" pitchFamily="18" charset="0"/>
                          </a:rPr>
                          <m:t>𝟏</m:t>
                        </m:r>
                        <m:r>
                          <a:rPr lang="en-US" altLang="zh-CN" sz="2800" b="1" i="1" smtClean="0">
                            <a:solidFill>
                              <a:schemeClr val="bg1"/>
                            </a:solidFill>
                            <a:latin typeface="Cambria Math" panose="02040503050406030204" pitchFamily="18" charset="0"/>
                          </a:rPr>
                          <m:t>,−</m:t>
                        </m:r>
                        <m:r>
                          <a:rPr lang="en-US" altLang="zh-CN" sz="2800" b="1" i="1" smtClean="0">
                            <a:solidFill>
                              <a:schemeClr val="bg1"/>
                            </a:solidFill>
                            <a:latin typeface="Cambria Math" panose="02040503050406030204" pitchFamily="18" charset="0"/>
                          </a:rPr>
                          <m:t>𝟏</m:t>
                        </m:r>
                      </m:e>
                    </m:d>
                    <m:r>
                      <a:rPr lang="zh-CN" altLang="en-US" sz="2800" b="1" i="1">
                        <a:solidFill>
                          <a:schemeClr val="bg1"/>
                        </a:solidFill>
                        <a:latin typeface="Cambria Math" panose="02040503050406030204" pitchFamily="18" charset="0"/>
                      </a:rPr>
                      <m:t>处</m:t>
                    </m:r>
                    <m:r>
                      <a:rPr lang="zh-CN" altLang="en-US" sz="2800" b="1" i="1" smtClean="0">
                        <a:solidFill>
                          <a:schemeClr val="bg1"/>
                        </a:solidFill>
                        <a:latin typeface="Cambria Math" panose="02040503050406030204" pitchFamily="18" charset="0"/>
                      </a:rPr>
                      <m:t>，</m:t>
                    </m:r>
                    <m:r>
                      <a:rPr lang="en-US" altLang="zh-CN" sz="2800" b="1" i="1" smtClean="0">
                        <a:solidFill>
                          <a:schemeClr val="bg1"/>
                        </a:solidFill>
                        <a:latin typeface="Cambria Math" panose="02040503050406030204" pitchFamily="18" charset="0"/>
                      </a:rPr>
                      <m:t>𝑨</m:t>
                    </m:r>
                    <m:r>
                      <a:rPr lang="en-US" altLang="zh-CN" sz="2800" b="1" i="1" smtClean="0">
                        <a:solidFill>
                          <a:schemeClr val="bg1"/>
                        </a:solidFill>
                        <a:latin typeface="Cambria Math" panose="02040503050406030204" pitchFamily="18" charset="0"/>
                      </a:rPr>
                      <m:t>=</m:t>
                    </m:r>
                    <m:f>
                      <m:fPr>
                        <m:ctrlPr>
                          <a:rPr lang="en-US" altLang="zh-CN" sz="2800" b="1" i="1">
                            <a:solidFill>
                              <a:schemeClr val="bg1"/>
                            </a:solidFill>
                            <a:latin typeface="Cambria Math" panose="02040503050406030204" pitchFamily="18" charset="0"/>
                          </a:rPr>
                        </m:ctrlPr>
                      </m:fPr>
                      <m:num>
                        <m:sSup>
                          <m:sSupPr>
                            <m:ctrlPr>
                              <a:rPr lang="en-US" altLang="zh-CN" sz="2800" b="1" i="1">
                                <a:solidFill>
                                  <a:schemeClr val="bg1"/>
                                </a:solidFill>
                                <a:latin typeface="Cambria Math" panose="02040503050406030204" pitchFamily="18" charset="0"/>
                              </a:rPr>
                            </m:ctrlPr>
                          </m:sSupPr>
                          <m:e>
                            <m:r>
                              <a:rPr lang="zh-CN" altLang="en-US" sz="2800" b="1" i="1">
                                <a:solidFill>
                                  <a:schemeClr val="bg1"/>
                                </a:solidFill>
                                <a:latin typeface="Cambria Math" panose="02040503050406030204" pitchFamily="18" charset="0"/>
                              </a:rPr>
                              <m:t>𝝏</m:t>
                            </m:r>
                          </m:e>
                          <m:sup>
                            <m:r>
                              <a:rPr lang="en-US" altLang="zh-CN" sz="2800" b="1" i="1">
                                <a:solidFill>
                                  <a:schemeClr val="bg1"/>
                                </a:solidFill>
                                <a:latin typeface="Cambria Math" panose="02040503050406030204" pitchFamily="18" charset="0"/>
                              </a:rPr>
                              <m:t>𝟐</m:t>
                            </m:r>
                          </m:sup>
                        </m:sSup>
                        <m:r>
                          <a:rPr lang="en-US" altLang="zh-CN" sz="2800" b="1" i="1">
                            <a:solidFill>
                              <a:schemeClr val="bg1"/>
                            </a:solidFill>
                            <a:latin typeface="Cambria Math" panose="02040503050406030204" pitchFamily="18" charset="0"/>
                          </a:rPr>
                          <m:t>𝒛</m:t>
                        </m:r>
                      </m:num>
                      <m:den>
                        <m:r>
                          <a:rPr lang="zh-CN" altLang="en-US" sz="2800" b="1" i="1">
                            <a:solidFill>
                              <a:schemeClr val="bg1"/>
                            </a:solidFill>
                            <a:latin typeface="Cambria Math" panose="02040503050406030204" pitchFamily="18" charset="0"/>
                          </a:rPr>
                          <m:t>𝝏</m:t>
                        </m:r>
                        <m:sSup>
                          <m:sSupPr>
                            <m:ctrlPr>
                              <a:rPr lang="en-US" altLang="zh-CN" sz="2800" b="1" i="1">
                                <a:solidFill>
                                  <a:schemeClr val="bg1"/>
                                </a:solidFill>
                                <a:latin typeface="Cambria Math" panose="02040503050406030204" pitchFamily="18" charset="0"/>
                              </a:rPr>
                            </m:ctrlPr>
                          </m:sSupPr>
                          <m:e>
                            <m:r>
                              <a:rPr lang="en-US" altLang="zh-CN" sz="2800" b="1" i="1">
                                <a:solidFill>
                                  <a:schemeClr val="bg1"/>
                                </a:solidFill>
                                <a:latin typeface="Cambria Math" panose="02040503050406030204" pitchFamily="18" charset="0"/>
                              </a:rPr>
                              <m:t>𝒙</m:t>
                            </m:r>
                          </m:e>
                          <m:sup>
                            <m:r>
                              <a:rPr lang="en-US" altLang="zh-CN" sz="2800" b="1" i="1">
                                <a:solidFill>
                                  <a:schemeClr val="bg1"/>
                                </a:solidFill>
                                <a:latin typeface="Cambria Math" panose="02040503050406030204" pitchFamily="18" charset="0"/>
                              </a:rPr>
                              <m:t>𝟐</m:t>
                            </m:r>
                          </m:sup>
                        </m:sSup>
                      </m:den>
                    </m:f>
                    <m:d>
                      <m:dPr>
                        <m:begChr m:val="|"/>
                        <m:endChr m:val=""/>
                        <m:ctrlPr>
                          <a:rPr lang="en-US" altLang="zh-CN" sz="2800" b="1" i="1" smtClean="0">
                            <a:solidFill>
                              <a:schemeClr val="bg1"/>
                            </a:solidFill>
                            <a:latin typeface="Cambria Math" panose="02040503050406030204" pitchFamily="18" charset="0"/>
                          </a:rPr>
                        </m:ctrlPr>
                      </m:dPr>
                      <m:e>
                        <m:r>
                          <a:rPr lang="en-US" altLang="zh-CN" sz="2800" b="1" i="1" smtClean="0">
                            <a:solidFill>
                              <a:schemeClr val="bg1"/>
                            </a:solidFill>
                            <a:latin typeface="Cambria Math" panose="02040503050406030204" pitchFamily="18" charset="0"/>
                          </a:rPr>
                          <m:t>(−</m:t>
                        </m:r>
                        <m:r>
                          <a:rPr lang="en-US" altLang="zh-CN" sz="2800" b="1" i="1" smtClean="0">
                            <a:solidFill>
                              <a:schemeClr val="bg1"/>
                            </a:solidFill>
                            <a:latin typeface="Cambria Math" panose="02040503050406030204" pitchFamily="18" charset="0"/>
                          </a:rPr>
                          <m:t>𝟏</m:t>
                        </m:r>
                        <m:r>
                          <a:rPr lang="en-US" altLang="zh-CN" sz="2800" b="1" i="1" smtClean="0">
                            <a:solidFill>
                              <a:schemeClr val="bg1"/>
                            </a:solidFill>
                            <a:latin typeface="Cambria Math" panose="02040503050406030204" pitchFamily="18" charset="0"/>
                          </a:rPr>
                          <m:t>,−</m:t>
                        </m:r>
                        <m:r>
                          <a:rPr lang="en-US" altLang="zh-CN" sz="2800" b="1" i="1" smtClean="0">
                            <a:solidFill>
                              <a:schemeClr val="bg1"/>
                            </a:solidFill>
                            <a:latin typeface="Cambria Math" panose="02040503050406030204" pitchFamily="18" charset="0"/>
                          </a:rPr>
                          <m:t>𝟏</m:t>
                        </m:r>
                        <m:r>
                          <a:rPr lang="en-US" altLang="zh-CN" sz="2800" b="1" i="1" smtClean="0">
                            <a:solidFill>
                              <a:schemeClr val="bg1"/>
                            </a:solidFill>
                            <a:latin typeface="Cambria Math" panose="02040503050406030204" pitchFamily="18" charset="0"/>
                          </a:rPr>
                          <m:t>)</m:t>
                        </m:r>
                      </m:e>
                    </m:d>
                    <m:r>
                      <a:rPr lang="en-US" altLang="zh-CN" sz="2800" b="1" i="1" smtClean="0">
                        <a:solidFill>
                          <a:schemeClr val="bg1"/>
                        </a:solidFill>
                        <a:latin typeface="Cambria Math" panose="02040503050406030204" pitchFamily="18" charset="0"/>
                      </a:rPr>
                      <m:t>=</m:t>
                    </m:r>
                    <m:r>
                      <a:rPr lang="en-US" altLang="zh-CN" sz="2800" b="1" i="1" smtClean="0">
                        <a:solidFill>
                          <a:schemeClr val="bg1"/>
                        </a:solidFill>
                        <a:latin typeface="Cambria Math" panose="02040503050406030204" pitchFamily="18" charset="0"/>
                      </a:rPr>
                      <m:t>𝟐</m:t>
                    </m:r>
                  </m:oMath>
                </a14:m>
                <a:r>
                  <a:rPr lang="zh-CN" altLang="en-US" sz="2800" b="1" dirty="0">
                    <a:solidFill>
                      <a:schemeClr val="bg1"/>
                    </a:solidFill>
                  </a:rPr>
                  <a:t> </a:t>
                </a:r>
                <a:r>
                  <a:rPr lang="en-US" altLang="zh-CN" sz="2800" b="1" dirty="0">
                    <a:solidFill>
                      <a:schemeClr val="bg1"/>
                    </a:solidFill>
                  </a:rPr>
                  <a:t>,  </a:t>
                </a:r>
                <a14:m>
                  <m:oMath xmlns:m="http://schemas.openxmlformats.org/officeDocument/2006/math">
                    <m:r>
                      <a:rPr lang="en-US" altLang="zh-CN" sz="2800" b="1" i="1" smtClean="0">
                        <a:solidFill>
                          <a:schemeClr val="bg1"/>
                        </a:solidFill>
                        <a:latin typeface="Cambria Math" panose="02040503050406030204" pitchFamily="18" charset="0"/>
                      </a:rPr>
                      <m:t>𝑩</m:t>
                    </m:r>
                    <m:r>
                      <a:rPr lang="en-US" altLang="zh-CN" sz="2800" b="1" i="1" smtClean="0">
                        <a:solidFill>
                          <a:schemeClr val="bg1"/>
                        </a:solidFill>
                        <a:latin typeface="Cambria Math" panose="02040503050406030204" pitchFamily="18" charset="0"/>
                      </a:rPr>
                      <m:t>=</m:t>
                    </m:r>
                    <m:f>
                      <m:fPr>
                        <m:ctrlPr>
                          <a:rPr lang="en-US" altLang="zh-CN" sz="2800" b="1" i="1">
                            <a:solidFill>
                              <a:schemeClr val="bg1"/>
                            </a:solidFill>
                            <a:latin typeface="Cambria Math" panose="02040503050406030204" pitchFamily="18" charset="0"/>
                          </a:rPr>
                        </m:ctrlPr>
                      </m:fPr>
                      <m:num>
                        <m:sSup>
                          <m:sSupPr>
                            <m:ctrlPr>
                              <a:rPr lang="en-US" altLang="zh-CN" sz="2800" b="1" i="1">
                                <a:solidFill>
                                  <a:schemeClr val="bg1"/>
                                </a:solidFill>
                                <a:latin typeface="Cambria Math" panose="02040503050406030204" pitchFamily="18" charset="0"/>
                              </a:rPr>
                            </m:ctrlPr>
                          </m:sSupPr>
                          <m:e>
                            <m:r>
                              <a:rPr lang="zh-CN" altLang="en-US" sz="2800" b="1" i="1">
                                <a:solidFill>
                                  <a:schemeClr val="bg1"/>
                                </a:solidFill>
                                <a:latin typeface="Cambria Math" panose="02040503050406030204" pitchFamily="18" charset="0"/>
                              </a:rPr>
                              <m:t>𝝏</m:t>
                            </m:r>
                          </m:e>
                          <m:sup>
                            <m:r>
                              <a:rPr lang="en-US" altLang="zh-CN" sz="2800" b="1" i="1">
                                <a:solidFill>
                                  <a:schemeClr val="bg1"/>
                                </a:solidFill>
                                <a:latin typeface="Cambria Math" panose="02040503050406030204" pitchFamily="18" charset="0"/>
                              </a:rPr>
                              <m:t>𝟐</m:t>
                            </m:r>
                          </m:sup>
                        </m:sSup>
                        <m:r>
                          <a:rPr lang="en-US" altLang="zh-CN" sz="2800" b="1" i="1">
                            <a:solidFill>
                              <a:schemeClr val="bg1"/>
                            </a:solidFill>
                            <a:latin typeface="Cambria Math" panose="02040503050406030204" pitchFamily="18" charset="0"/>
                          </a:rPr>
                          <m:t>𝒛</m:t>
                        </m:r>
                      </m:num>
                      <m:den>
                        <m:r>
                          <a:rPr lang="zh-CN" altLang="en-US" sz="2800" b="1" i="1">
                            <a:solidFill>
                              <a:schemeClr val="bg1"/>
                            </a:solidFill>
                            <a:latin typeface="Cambria Math" panose="02040503050406030204" pitchFamily="18" charset="0"/>
                          </a:rPr>
                          <m:t>𝝏</m:t>
                        </m:r>
                        <m:r>
                          <a:rPr lang="en-US" altLang="zh-CN" sz="2800" b="1" i="1">
                            <a:solidFill>
                              <a:schemeClr val="bg1"/>
                            </a:solidFill>
                            <a:latin typeface="Cambria Math" panose="02040503050406030204" pitchFamily="18" charset="0"/>
                          </a:rPr>
                          <m:t>𝒙</m:t>
                        </m:r>
                        <m:r>
                          <a:rPr lang="zh-CN" altLang="en-US" sz="2800" b="1" i="1">
                            <a:solidFill>
                              <a:schemeClr val="bg1"/>
                            </a:solidFill>
                            <a:latin typeface="Cambria Math" panose="02040503050406030204" pitchFamily="18" charset="0"/>
                          </a:rPr>
                          <m:t>𝝏</m:t>
                        </m:r>
                        <m:r>
                          <a:rPr lang="en-US" altLang="zh-CN" sz="2800" b="1" i="1">
                            <a:solidFill>
                              <a:schemeClr val="bg1"/>
                            </a:solidFill>
                            <a:latin typeface="Cambria Math" panose="02040503050406030204" pitchFamily="18" charset="0"/>
                          </a:rPr>
                          <m:t>𝒚</m:t>
                        </m:r>
                      </m:den>
                    </m:f>
                    <m:d>
                      <m:dPr>
                        <m:begChr m:val="|"/>
                        <m:endChr m:val=""/>
                        <m:ctrlPr>
                          <a:rPr lang="en-US" altLang="zh-CN" sz="2800" b="1" i="1" smtClean="0">
                            <a:solidFill>
                              <a:schemeClr val="bg1"/>
                            </a:solidFill>
                            <a:latin typeface="Cambria Math" panose="02040503050406030204" pitchFamily="18" charset="0"/>
                          </a:rPr>
                        </m:ctrlPr>
                      </m:dPr>
                      <m:e>
                        <m:r>
                          <a:rPr lang="en-US" altLang="zh-CN" sz="2800" b="1" i="1" smtClean="0">
                            <a:solidFill>
                              <a:schemeClr val="bg1"/>
                            </a:solidFill>
                            <a:latin typeface="Cambria Math" panose="02040503050406030204" pitchFamily="18" charset="0"/>
                          </a:rPr>
                          <m:t>(</m:t>
                        </m:r>
                        <m:r>
                          <a:rPr lang="en-US" altLang="zh-CN" sz="2800" b="1" i="1">
                            <a:solidFill>
                              <a:schemeClr val="bg1"/>
                            </a:solidFill>
                            <a:latin typeface="Cambria Math" panose="02040503050406030204" pitchFamily="18" charset="0"/>
                          </a:rPr>
                          <m:t>−</m:t>
                        </m:r>
                        <m:r>
                          <a:rPr lang="en-US" altLang="zh-CN" sz="2800" b="1" i="1">
                            <a:solidFill>
                              <a:schemeClr val="bg1"/>
                            </a:solidFill>
                            <a:latin typeface="Cambria Math" panose="02040503050406030204" pitchFamily="18" charset="0"/>
                          </a:rPr>
                          <m:t>𝟏</m:t>
                        </m:r>
                        <m:r>
                          <a:rPr lang="en-US" altLang="zh-CN" sz="2800" b="1" i="1">
                            <a:solidFill>
                              <a:schemeClr val="bg1"/>
                            </a:solidFill>
                            <a:latin typeface="Cambria Math" panose="02040503050406030204" pitchFamily="18" charset="0"/>
                          </a:rPr>
                          <m:t>,−</m:t>
                        </m:r>
                        <m:r>
                          <a:rPr lang="en-US" altLang="zh-CN" sz="2800" b="1" i="1">
                            <a:solidFill>
                              <a:schemeClr val="bg1"/>
                            </a:solidFill>
                            <a:latin typeface="Cambria Math" panose="02040503050406030204" pitchFamily="18" charset="0"/>
                          </a:rPr>
                          <m:t>𝟏</m:t>
                        </m:r>
                        <m:r>
                          <a:rPr lang="en-US" altLang="zh-CN" sz="2800" b="1" i="1" smtClean="0">
                            <a:solidFill>
                              <a:schemeClr val="bg1"/>
                            </a:solidFill>
                            <a:latin typeface="Cambria Math" panose="02040503050406030204" pitchFamily="18" charset="0"/>
                          </a:rPr>
                          <m:t>)</m:t>
                        </m:r>
                      </m:e>
                    </m:d>
                    <m:r>
                      <a:rPr lang="en-US" altLang="zh-CN" sz="2800" b="1" i="1" smtClean="0">
                        <a:solidFill>
                          <a:schemeClr val="bg1"/>
                        </a:solidFill>
                        <a:latin typeface="Cambria Math" panose="02040503050406030204" pitchFamily="18" charset="0"/>
                      </a:rPr>
                      <m:t>=−</m:t>
                    </m:r>
                    <m:r>
                      <a:rPr lang="en-US" altLang="zh-CN" sz="2800" b="1" i="1" smtClean="0">
                        <a:solidFill>
                          <a:schemeClr val="bg1"/>
                        </a:solidFill>
                        <a:latin typeface="Cambria Math" panose="02040503050406030204" pitchFamily="18" charset="0"/>
                      </a:rPr>
                      <m:t>𝟖</m:t>
                    </m:r>
                  </m:oMath>
                </a14:m>
                <a:r>
                  <a:rPr lang="zh-CN" altLang="en-US" sz="2800" b="1" dirty="0">
                    <a:solidFill>
                      <a:schemeClr val="bg1"/>
                    </a:solidFill>
                  </a:rPr>
                  <a:t> </a:t>
                </a:r>
                <a:r>
                  <a:rPr lang="en-US" altLang="zh-CN" sz="2800" b="1" dirty="0">
                    <a:solidFill>
                      <a:schemeClr val="bg1"/>
                    </a:solidFill>
                  </a:rPr>
                  <a:t>, </a:t>
                </a:r>
                <a14:m>
                  <m:oMath xmlns:m="http://schemas.openxmlformats.org/officeDocument/2006/math">
                    <m:r>
                      <a:rPr lang="en-US" altLang="zh-CN" sz="2800" b="1" i="1" smtClean="0">
                        <a:solidFill>
                          <a:schemeClr val="bg1"/>
                        </a:solidFill>
                        <a:latin typeface="Cambria Math" panose="02040503050406030204" pitchFamily="18" charset="0"/>
                      </a:rPr>
                      <m:t>𝑪</m:t>
                    </m:r>
                    <m:r>
                      <a:rPr lang="en-US" altLang="zh-CN" sz="2800" b="1" i="1" smtClean="0">
                        <a:solidFill>
                          <a:schemeClr val="bg1"/>
                        </a:solidFill>
                        <a:latin typeface="Cambria Math" panose="02040503050406030204" pitchFamily="18" charset="0"/>
                      </a:rPr>
                      <m:t>=</m:t>
                    </m:r>
                    <m:f>
                      <m:fPr>
                        <m:ctrlPr>
                          <a:rPr lang="en-US" altLang="zh-CN" sz="2800" b="1" i="1">
                            <a:solidFill>
                              <a:schemeClr val="bg1"/>
                            </a:solidFill>
                            <a:latin typeface="Cambria Math" panose="02040503050406030204" pitchFamily="18" charset="0"/>
                          </a:rPr>
                        </m:ctrlPr>
                      </m:fPr>
                      <m:num>
                        <m:sSup>
                          <m:sSupPr>
                            <m:ctrlPr>
                              <a:rPr lang="en-US" altLang="zh-CN" sz="2800" b="1" i="1">
                                <a:solidFill>
                                  <a:schemeClr val="bg1"/>
                                </a:solidFill>
                                <a:latin typeface="Cambria Math" panose="02040503050406030204" pitchFamily="18" charset="0"/>
                              </a:rPr>
                            </m:ctrlPr>
                          </m:sSupPr>
                          <m:e>
                            <m:r>
                              <a:rPr lang="zh-CN" altLang="en-US" sz="2800" b="1" i="1">
                                <a:solidFill>
                                  <a:schemeClr val="bg1"/>
                                </a:solidFill>
                                <a:latin typeface="Cambria Math" panose="02040503050406030204" pitchFamily="18" charset="0"/>
                              </a:rPr>
                              <m:t>𝝏</m:t>
                            </m:r>
                          </m:e>
                          <m:sup>
                            <m:r>
                              <a:rPr lang="en-US" altLang="zh-CN" sz="2800" b="1" i="1">
                                <a:solidFill>
                                  <a:schemeClr val="bg1"/>
                                </a:solidFill>
                                <a:latin typeface="Cambria Math" panose="02040503050406030204" pitchFamily="18" charset="0"/>
                              </a:rPr>
                              <m:t>𝟐</m:t>
                            </m:r>
                          </m:sup>
                        </m:sSup>
                        <m:r>
                          <a:rPr lang="en-US" altLang="zh-CN" sz="2800" b="1" i="1">
                            <a:solidFill>
                              <a:schemeClr val="bg1"/>
                            </a:solidFill>
                            <a:latin typeface="Cambria Math" panose="02040503050406030204" pitchFamily="18" charset="0"/>
                          </a:rPr>
                          <m:t>𝒛</m:t>
                        </m:r>
                      </m:num>
                      <m:den>
                        <m:r>
                          <a:rPr lang="zh-CN" altLang="en-US" sz="2800" b="1" i="1">
                            <a:solidFill>
                              <a:schemeClr val="bg1"/>
                            </a:solidFill>
                            <a:latin typeface="Cambria Math" panose="02040503050406030204" pitchFamily="18" charset="0"/>
                          </a:rPr>
                          <m:t>𝝏</m:t>
                        </m:r>
                        <m:sSup>
                          <m:sSupPr>
                            <m:ctrlPr>
                              <a:rPr lang="en-US" altLang="zh-CN" sz="2800" b="1" i="1">
                                <a:solidFill>
                                  <a:schemeClr val="bg1"/>
                                </a:solidFill>
                                <a:latin typeface="Cambria Math" panose="02040503050406030204" pitchFamily="18" charset="0"/>
                              </a:rPr>
                            </m:ctrlPr>
                          </m:sSupPr>
                          <m:e>
                            <m:r>
                              <a:rPr lang="en-US" altLang="zh-CN" sz="2800" b="1" i="1">
                                <a:solidFill>
                                  <a:schemeClr val="bg1"/>
                                </a:solidFill>
                                <a:latin typeface="Cambria Math" panose="02040503050406030204" pitchFamily="18" charset="0"/>
                              </a:rPr>
                              <m:t>𝒚</m:t>
                            </m:r>
                          </m:e>
                          <m:sup>
                            <m:r>
                              <a:rPr lang="en-US" altLang="zh-CN" sz="2800" b="1" i="1">
                                <a:solidFill>
                                  <a:schemeClr val="bg1"/>
                                </a:solidFill>
                                <a:latin typeface="Cambria Math" panose="02040503050406030204" pitchFamily="18" charset="0"/>
                              </a:rPr>
                              <m:t>𝟐</m:t>
                            </m:r>
                          </m:sup>
                        </m:sSup>
                      </m:den>
                    </m:f>
                    <m:d>
                      <m:dPr>
                        <m:begChr m:val="|"/>
                        <m:endChr m:val=""/>
                        <m:ctrlPr>
                          <a:rPr lang="en-US" altLang="zh-CN" sz="2800" b="1" i="1" smtClean="0">
                            <a:solidFill>
                              <a:schemeClr val="bg1"/>
                            </a:solidFill>
                            <a:latin typeface="Cambria Math" panose="02040503050406030204" pitchFamily="18" charset="0"/>
                          </a:rPr>
                        </m:ctrlPr>
                      </m:dPr>
                      <m:e>
                        <m:r>
                          <a:rPr lang="en-US" altLang="zh-CN" sz="2800" b="1" i="1" smtClean="0">
                            <a:solidFill>
                              <a:schemeClr val="bg1"/>
                            </a:solidFill>
                            <a:latin typeface="Cambria Math" panose="02040503050406030204" pitchFamily="18" charset="0"/>
                          </a:rPr>
                          <m:t>(</m:t>
                        </m:r>
                        <m:r>
                          <a:rPr lang="en-US" altLang="zh-CN" sz="2800" b="1" i="1">
                            <a:solidFill>
                              <a:schemeClr val="bg1"/>
                            </a:solidFill>
                            <a:latin typeface="Cambria Math" panose="02040503050406030204" pitchFamily="18" charset="0"/>
                          </a:rPr>
                          <m:t>−</m:t>
                        </m:r>
                        <m:r>
                          <a:rPr lang="en-US" altLang="zh-CN" sz="2800" b="1" i="1">
                            <a:solidFill>
                              <a:schemeClr val="bg1"/>
                            </a:solidFill>
                            <a:latin typeface="Cambria Math" panose="02040503050406030204" pitchFamily="18" charset="0"/>
                          </a:rPr>
                          <m:t>𝟏</m:t>
                        </m:r>
                        <m:r>
                          <a:rPr lang="en-US" altLang="zh-CN" sz="2800" b="1" i="1">
                            <a:solidFill>
                              <a:schemeClr val="bg1"/>
                            </a:solidFill>
                            <a:latin typeface="Cambria Math" panose="02040503050406030204" pitchFamily="18" charset="0"/>
                          </a:rPr>
                          <m:t>,−</m:t>
                        </m:r>
                        <m:r>
                          <a:rPr lang="en-US" altLang="zh-CN" sz="2800" b="1" i="1">
                            <a:solidFill>
                              <a:schemeClr val="bg1"/>
                            </a:solidFill>
                            <a:latin typeface="Cambria Math" panose="02040503050406030204" pitchFamily="18" charset="0"/>
                          </a:rPr>
                          <m:t>𝟏</m:t>
                        </m:r>
                        <m:r>
                          <a:rPr lang="en-US" altLang="zh-CN" sz="2800" b="1" i="1" smtClean="0">
                            <a:solidFill>
                              <a:schemeClr val="bg1"/>
                            </a:solidFill>
                            <a:latin typeface="Cambria Math" panose="02040503050406030204" pitchFamily="18" charset="0"/>
                          </a:rPr>
                          <m:t>)</m:t>
                        </m:r>
                      </m:e>
                    </m:d>
                    <m:r>
                      <a:rPr lang="en-US" altLang="zh-CN" sz="2800" b="1" i="1" smtClean="0">
                        <a:solidFill>
                          <a:schemeClr val="bg1"/>
                        </a:solidFill>
                        <a:latin typeface="Cambria Math" panose="02040503050406030204" pitchFamily="18" charset="0"/>
                      </a:rPr>
                      <m:t>=</m:t>
                    </m:r>
                    <m:r>
                      <a:rPr lang="en-US" altLang="zh-CN" sz="2800" b="1" i="1" smtClean="0">
                        <a:solidFill>
                          <a:schemeClr val="bg1"/>
                        </a:solidFill>
                        <a:latin typeface="Cambria Math" panose="02040503050406030204" pitchFamily="18" charset="0"/>
                      </a:rPr>
                      <m:t>𝟏𝟔</m:t>
                    </m:r>
                  </m:oMath>
                </a14:m>
                <a:endParaRPr lang="en-US" altLang="zh-CN" sz="2800" b="1" dirty="0">
                  <a:solidFill>
                    <a:schemeClr val="bg1"/>
                  </a:solidFill>
                </a:endParaRPr>
              </a:p>
              <a:p>
                <a14:m>
                  <m:oMath xmlns:m="http://schemas.openxmlformats.org/officeDocument/2006/math">
                    <m:sSup>
                      <m:sSupPr>
                        <m:ctrlPr>
                          <a:rPr lang="en-US" altLang="zh-CN" sz="2800" b="1" i="1" smtClean="0">
                            <a:solidFill>
                              <a:schemeClr val="bg1"/>
                            </a:solidFill>
                            <a:latin typeface="Cambria Math" panose="02040503050406030204" pitchFamily="18" charset="0"/>
                          </a:rPr>
                        </m:ctrlPr>
                      </m:sSupPr>
                      <m:e>
                        <m:r>
                          <a:rPr lang="en-US" altLang="zh-CN" sz="2800" b="1" i="1" smtClean="0">
                            <a:solidFill>
                              <a:schemeClr val="bg1"/>
                            </a:solidFill>
                            <a:latin typeface="Cambria Math" panose="02040503050406030204" pitchFamily="18" charset="0"/>
                          </a:rPr>
                          <m:t>𝑩</m:t>
                        </m:r>
                      </m:e>
                      <m:sup>
                        <m:r>
                          <a:rPr lang="en-US" altLang="zh-CN" sz="2800" b="1" i="1" smtClean="0">
                            <a:solidFill>
                              <a:schemeClr val="bg1"/>
                            </a:solidFill>
                            <a:latin typeface="Cambria Math" panose="02040503050406030204" pitchFamily="18" charset="0"/>
                          </a:rPr>
                          <m:t>𝟐</m:t>
                        </m:r>
                      </m:sup>
                    </m:sSup>
                    <m:r>
                      <a:rPr lang="en-US" altLang="zh-CN" sz="2800" b="1" i="1" smtClean="0">
                        <a:solidFill>
                          <a:schemeClr val="bg1"/>
                        </a:solidFill>
                        <a:latin typeface="Cambria Math" panose="02040503050406030204" pitchFamily="18" charset="0"/>
                      </a:rPr>
                      <m:t>−</m:t>
                    </m:r>
                    <m:r>
                      <a:rPr lang="en-US" altLang="zh-CN" sz="2800" b="1" i="1" smtClean="0">
                        <a:solidFill>
                          <a:schemeClr val="bg1"/>
                        </a:solidFill>
                        <a:latin typeface="Cambria Math" panose="02040503050406030204" pitchFamily="18" charset="0"/>
                      </a:rPr>
                      <m:t>𝑨𝑪</m:t>
                    </m:r>
                    <m:r>
                      <a:rPr lang="en-US" altLang="zh-CN" sz="2800" b="1" i="1" smtClean="0">
                        <a:solidFill>
                          <a:schemeClr val="bg1"/>
                        </a:solidFill>
                        <a:latin typeface="Cambria Math" panose="02040503050406030204" pitchFamily="18" charset="0"/>
                      </a:rPr>
                      <m:t>=</m:t>
                    </m:r>
                    <m:r>
                      <a:rPr lang="en-US" altLang="zh-CN" sz="2800" b="1" i="1" smtClean="0">
                        <a:solidFill>
                          <a:schemeClr val="bg1"/>
                        </a:solidFill>
                        <a:latin typeface="Cambria Math" panose="02040503050406030204" pitchFamily="18" charset="0"/>
                      </a:rPr>
                      <m:t>𝟑𝟐</m:t>
                    </m:r>
                    <m:r>
                      <a:rPr lang="en-US" altLang="zh-CN" sz="2800" b="1" i="1" smtClean="0">
                        <a:solidFill>
                          <a:schemeClr val="bg1"/>
                        </a:solidFill>
                        <a:latin typeface="Cambria Math" panose="02040503050406030204" pitchFamily="18" charset="0"/>
                      </a:rPr>
                      <m:t>&gt;</m:t>
                    </m:r>
                    <m:r>
                      <a:rPr lang="en-US" altLang="zh-CN" sz="2800" b="1" i="1" smtClean="0">
                        <a:solidFill>
                          <a:schemeClr val="bg1"/>
                        </a:solidFill>
                        <a:latin typeface="Cambria Math" panose="02040503050406030204" pitchFamily="18" charset="0"/>
                      </a:rPr>
                      <m:t>𝟎</m:t>
                    </m:r>
                    <m:r>
                      <a:rPr lang="en-US" altLang="zh-CN" sz="2800" b="1" i="1" smtClean="0">
                        <a:solidFill>
                          <a:schemeClr val="bg1"/>
                        </a:solidFill>
                        <a:latin typeface="Cambria Math" panose="02040503050406030204" pitchFamily="18" charset="0"/>
                      </a:rPr>
                      <m:t>,</m:t>
                    </m:r>
                    <m:r>
                      <a:rPr lang="zh-CN" altLang="en-US" sz="2800" b="1" i="1">
                        <a:solidFill>
                          <a:schemeClr val="bg1"/>
                        </a:solidFill>
                        <a:latin typeface="Cambria Math" panose="02040503050406030204" pitchFamily="18" charset="0"/>
                      </a:rPr>
                      <m:t>故</m:t>
                    </m:r>
                    <m:r>
                      <a:rPr lang="zh-CN" altLang="en-US" sz="2800" b="1" i="1" smtClean="0">
                        <a:solidFill>
                          <a:schemeClr val="bg1"/>
                        </a:solidFill>
                        <a:latin typeface="Cambria Math" panose="02040503050406030204" pitchFamily="18" charset="0"/>
                      </a:rPr>
                      <m:t>点</m:t>
                    </m:r>
                    <m:r>
                      <a:rPr lang="zh-CN" altLang="en-US" sz="2800" b="1" i="1">
                        <a:solidFill>
                          <a:schemeClr val="bg1"/>
                        </a:solidFill>
                        <a:latin typeface="Cambria Math" panose="02040503050406030204" pitchFamily="18" charset="0"/>
                      </a:rPr>
                      <m:t>（</m:t>
                    </m:r>
                    <m:r>
                      <a:rPr lang="en-US" altLang="zh-CN" sz="2800" b="1" i="1">
                        <a:solidFill>
                          <a:schemeClr val="bg1"/>
                        </a:solidFill>
                        <a:latin typeface="Cambria Math" panose="02040503050406030204" pitchFamily="18" charset="0"/>
                      </a:rPr>
                      <m:t>−</m:t>
                    </m:r>
                    <m:r>
                      <a:rPr lang="en-US" altLang="zh-CN" sz="2800" b="1" i="1">
                        <a:solidFill>
                          <a:schemeClr val="bg1"/>
                        </a:solidFill>
                        <a:latin typeface="Cambria Math" panose="02040503050406030204" pitchFamily="18" charset="0"/>
                      </a:rPr>
                      <m:t>𝟏</m:t>
                    </m:r>
                    <m:r>
                      <a:rPr lang="en-US" altLang="zh-CN" sz="2800" b="1" i="1">
                        <a:solidFill>
                          <a:schemeClr val="bg1"/>
                        </a:solidFill>
                        <a:latin typeface="Cambria Math" panose="02040503050406030204" pitchFamily="18" charset="0"/>
                      </a:rPr>
                      <m:t>,−</m:t>
                    </m:r>
                    <m:r>
                      <a:rPr lang="en-US" altLang="zh-CN" sz="2800" b="1" i="1">
                        <a:solidFill>
                          <a:schemeClr val="bg1"/>
                        </a:solidFill>
                        <a:latin typeface="Cambria Math" panose="02040503050406030204" pitchFamily="18" charset="0"/>
                      </a:rPr>
                      <m:t>𝟏</m:t>
                    </m:r>
                  </m:oMath>
                </a14:m>
                <a:r>
                  <a:rPr lang="zh-CN" altLang="en-US" sz="2800" b="1" dirty="0">
                    <a:solidFill>
                      <a:schemeClr val="bg1"/>
                    </a:solidFill>
                  </a:rPr>
                  <a:t>）不是函数极值点。</a:t>
                </a:r>
                <a:endParaRPr lang="en-US" altLang="zh-CN" sz="2800" b="1" dirty="0">
                  <a:solidFill>
                    <a:schemeClr val="bg1"/>
                  </a:solidFill>
                </a:endParaRPr>
              </a:p>
              <a:p>
                <a:endParaRPr lang="en-US" altLang="zh-CN" sz="2800" b="1" dirty="0">
                  <a:solidFill>
                    <a:schemeClr val="bg1"/>
                  </a:solidFill>
                </a:endParaRPr>
              </a:p>
              <a:p>
                <a:r>
                  <a:rPr lang="en-US" altLang="zh-CN" sz="2800" b="1" dirty="0">
                    <a:solidFill>
                      <a:schemeClr val="bg1"/>
                    </a:solidFill>
                  </a:rPr>
                  <a:t>   </a:t>
                </a:r>
                <a:r>
                  <a:rPr lang="zh-CN" altLang="en-US" sz="2800" b="1" dirty="0">
                    <a:solidFill>
                      <a:schemeClr val="bg1"/>
                    </a:solidFill>
                  </a:rPr>
                  <a:t>因此函数在（</a:t>
                </a:r>
                <a:r>
                  <a:rPr lang="en-US" altLang="zh-CN" sz="2800" b="1" dirty="0">
                    <a:solidFill>
                      <a:schemeClr val="bg1"/>
                    </a:solidFill>
                  </a:rPr>
                  <a:t>1</a:t>
                </a:r>
                <a:r>
                  <a:rPr lang="zh-CN" altLang="en-US" sz="2800" b="1" dirty="0">
                    <a:solidFill>
                      <a:schemeClr val="bg1"/>
                    </a:solidFill>
                  </a:rPr>
                  <a:t>，</a:t>
                </a:r>
                <a:r>
                  <a:rPr lang="en-US" altLang="zh-CN" sz="2800" b="1" dirty="0">
                    <a:solidFill>
                      <a:schemeClr val="bg1"/>
                    </a:solidFill>
                  </a:rPr>
                  <a:t>0</a:t>
                </a:r>
                <a:r>
                  <a:rPr lang="zh-CN" altLang="en-US" sz="2800" b="1" dirty="0">
                    <a:solidFill>
                      <a:schemeClr val="bg1"/>
                    </a:solidFill>
                  </a:rPr>
                  <a:t>）点有极小值，</a:t>
                </a:r>
                <a:r>
                  <a:rPr lang="en-US" altLang="zh-CN" sz="2800" b="1" dirty="0">
                    <a:solidFill>
                      <a:schemeClr val="bg1"/>
                    </a:solidFill>
                  </a:rPr>
                  <a:t> </a:t>
                </a:r>
                <a14:m>
                  <m:oMath xmlns:m="http://schemas.openxmlformats.org/officeDocument/2006/math">
                    <m:sSub>
                      <m:sSubPr>
                        <m:ctrlPr>
                          <a:rPr lang="en-US" altLang="zh-CN" sz="2800" b="1" i="1" dirty="0" smtClean="0">
                            <a:solidFill>
                              <a:schemeClr val="bg1"/>
                            </a:solidFill>
                            <a:latin typeface="Cambria Math" panose="02040503050406030204" pitchFamily="18" charset="0"/>
                          </a:rPr>
                        </m:ctrlPr>
                      </m:sSubPr>
                      <m:e>
                        <m:r>
                          <a:rPr lang="en-US" altLang="zh-CN" sz="2800" b="1" i="1" dirty="0" smtClean="0">
                            <a:solidFill>
                              <a:schemeClr val="bg1"/>
                            </a:solidFill>
                            <a:latin typeface="Cambria Math" panose="02040503050406030204" pitchFamily="18" charset="0"/>
                          </a:rPr>
                          <m:t>𝒁</m:t>
                        </m:r>
                      </m:e>
                      <m:sub>
                        <m:r>
                          <a:rPr lang="zh-CN" altLang="en-US" sz="2800" b="1" i="1" dirty="0">
                            <a:solidFill>
                              <a:schemeClr val="bg1"/>
                            </a:solidFill>
                            <a:latin typeface="Cambria Math" panose="02040503050406030204" pitchFamily="18" charset="0"/>
                          </a:rPr>
                          <m:t>极</m:t>
                        </m:r>
                        <m:r>
                          <a:rPr lang="en-US" altLang="zh-CN" sz="2800" b="1" i="1" dirty="0" smtClean="0">
                            <a:solidFill>
                              <a:schemeClr val="bg1"/>
                            </a:solidFill>
                            <a:latin typeface="Cambria Math" panose="02040503050406030204" pitchFamily="18" charset="0"/>
                          </a:rPr>
                          <m:t> </m:t>
                        </m:r>
                        <m:r>
                          <a:rPr lang="zh-CN" altLang="en-US" sz="2800" b="1" i="1" dirty="0">
                            <a:solidFill>
                              <a:schemeClr val="bg1"/>
                            </a:solidFill>
                            <a:latin typeface="Cambria Math" panose="02040503050406030204" pitchFamily="18" charset="0"/>
                          </a:rPr>
                          <m:t>小</m:t>
                        </m:r>
                        <m:r>
                          <a:rPr lang="zh-CN" altLang="en-US" sz="2800" b="1" i="1" dirty="0" smtClean="0">
                            <a:solidFill>
                              <a:schemeClr val="bg1"/>
                            </a:solidFill>
                            <a:latin typeface="Cambria Math" panose="02040503050406030204" pitchFamily="18" charset="0"/>
                          </a:rPr>
                          <m:t>值</m:t>
                        </m:r>
                      </m:sub>
                    </m:sSub>
                    <m:r>
                      <a:rPr lang="en-US" altLang="zh-CN" sz="2800" b="1" i="1" dirty="0" smtClean="0">
                        <a:solidFill>
                          <a:schemeClr val="bg1"/>
                        </a:solidFill>
                        <a:latin typeface="Cambria Math" panose="02040503050406030204" pitchFamily="18" charset="0"/>
                      </a:rPr>
                      <m:t>=−</m:t>
                    </m:r>
                    <m:r>
                      <a:rPr lang="en-US" altLang="zh-CN" sz="2800" b="1" i="1" dirty="0" smtClean="0">
                        <a:solidFill>
                          <a:schemeClr val="bg1"/>
                        </a:solidFill>
                        <a:latin typeface="Cambria Math" panose="02040503050406030204" pitchFamily="18" charset="0"/>
                      </a:rPr>
                      <m:t>𝟏</m:t>
                    </m:r>
                  </m:oMath>
                </a14:m>
                <a:endParaRPr lang="en-US" altLang="zh-CN" sz="2800" b="1" dirty="0">
                  <a:solidFill>
                    <a:schemeClr val="bg1"/>
                  </a:solidFill>
                </a:endParaRPr>
              </a:p>
              <a:p>
                <a:r>
                  <a:rPr lang="en-US" altLang="zh-CN" sz="2800" b="1" dirty="0">
                    <a:solidFill>
                      <a:schemeClr val="bg1"/>
                    </a:solidFill>
                  </a:rPr>
                  <a:t>     </a:t>
                </a:r>
                <a:endParaRPr lang="en-US" altLang="zh-CN" sz="2800" b="1" dirty="0">
                  <a:solidFill>
                    <a:schemeClr val="bg1"/>
                  </a:solidFill>
                </a:endParaRPr>
              </a:p>
            </p:txBody>
          </p:sp>
        </mc:Choice>
        <mc:Fallback>
          <p:sp>
            <p:nvSpPr>
              <p:cNvPr id="7" name="文本框 6"/>
              <p:cNvSpPr txBox="1">
                <a:spLocks noRot="1" noChangeAspect="1" noMove="1" noResize="1" noEditPoints="1" noAdjustHandles="1" noChangeArrowheads="1" noChangeShapeType="1" noTextEdit="1"/>
              </p:cNvSpPr>
              <p:nvPr/>
            </p:nvSpPr>
            <p:spPr>
              <a:xfrm>
                <a:off x="191135" y="942340"/>
                <a:ext cx="10153015" cy="3528695"/>
              </a:xfrm>
              <a:prstGeom prst="rect">
                <a:avLst/>
              </a:prstGeom>
              <a:blipFill rotWithShape="1">
                <a:blip r:embed="rId2"/>
                <a:stretch>
                  <a:fillRect/>
                </a:stretch>
              </a:blipFill>
            </p:spPr>
            <p:txBody>
              <a:bodyPr/>
              <a:lstStyle/>
              <a:p>
                <a:r>
                  <a:rPr lang="zh-CN" altLang="en-US">
                    <a:noFill/>
                  </a:rPr>
                  <a:t> </a:t>
                </a:r>
              </a:p>
            </p:txBody>
          </p:sp>
        </mc:Fallback>
      </mc:AlternateContent>
    </p:spTree>
  </p:cSld>
  <p:clrMapOvr>
    <a:masterClrMapping/>
  </p:clrMapOvr>
  <p:transition spd="slow">
    <p:random/>
  </p:transition>
</p:sld>
</file>

<file path=ppt/slides/slide79.xml><?xml version="1.0" encoding="utf-8"?>
<p:sld xmlns:a="http://schemas.openxmlformats.org/drawingml/2006/main" xmlns:r="http://schemas.openxmlformats.org/officeDocument/2006/relationships" xmlns:p="http://schemas.openxmlformats.org/presentationml/2006/main">
  <p:cSld>
    <p:bg>
      <p:bgPr>
        <a:gradFill>
          <a:gsLst>
            <a:gs pos="0">
              <a:srgbClr val="0D1B2A"/>
            </a:gs>
            <a:gs pos="60000">
              <a:srgbClr val="1B263B"/>
            </a:gs>
            <a:gs pos="100000">
              <a:srgbClr val="102A43"/>
            </a:gs>
          </a:gsLst>
          <a:lin ang="2700000" scaled="0"/>
        </a:gradFill>
        <a:effectLst/>
      </p:bgPr>
    </p:bg>
    <p:spTree>
      <p:nvGrpSpPr>
        <p:cNvPr id="1" name=""/>
        <p:cNvGrpSpPr/>
        <p:nvPr/>
      </p:nvGrpSpPr>
      <p:grpSpPr>
        <a:xfrm>
          <a:off x="0" y="0"/>
          <a:ext cx="0" cy="0"/>
          <a:chOff x="0" y="0"/>
          <a:chExt cx="0" cy="0"/>
        </a:xfrm>
      </p:grpSpPr>
      <p:pic>
        <p:nvPicPr>
          <p:cNvPr id="45" name="图片 4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2730" y="47712"/>
            <a:ext cx="795252" cy="556675"/>
          </a:xfrm>
          <a:prstGeom prst="rect">
            <a:avLst/>
          </a:prstGeom>
        </p:spPr>
      </p:pic>
      <p:graphicFrame>
        <p:nvGraphicFramePr>
          <p:cNvPr id="1276931" name="Object 3"/>
          <p:cNvGraphicFramePr>
            <a:graphicFrameLocks noChangeAspect="1"/>
          </p:cNvGraphicFramePr>
          <p:nvPr/>
        </p:nvGraphicFramePr>
        <p:xfrm>
          <a:off x="119063" y="260668"/>
          <a:ext cx="10301609" cy="1406525"/>
        </p:xfrm>
        <a:graphic>
          <a:graphicData uri="http://schemas.openxmlformats.org/presentationml/2006/ole">
            <mc:AlternateContent xmlns:mc="http://schemas.openxmlformats.org/markup-compatibility/2006">
              <mc:Choice xmlns:v="urn:schemas-microsoft-com:vml" Requires="v">
                <p:oleObj spid="_x0000_s2" name="Document" r:id="rId2" imgW="5547360" imgH="720725" progId="Word.Document.12">
                  <p:embed/>
                </p:oleObj>
              </mc:Choice>
              <mc:Fallback>
                <p:oleObj name="Document" r:id="rId2" imgW="5547360" imgH="720725" progId="Word.Document.12">
                  <p:embed/>
                  <p:pic>
                    <p:nvPicPr>
                      <p:cNvPr id="0" name="Object 3"/>
                      <p:cNvPicPr>
                        <a:picLocks noChangeAspect="1" noChangeArrowheads="1"/>
                      </p:cNvPicPr>
                      <p:nvPr/>
                    </p:nvPicPr>
                    <p:blipFill>
                      <a:blip r:embed="rId3"/>
                      <a:srcRect/>
                      <a:stretch>
                        <a:fillRect/>
                      </a:stretch>
                    </p:blipFill>
                    <p:spPr bwMode="auto">
                      <a:xfrm>
                        <a:off x="119063" y="260668"/>
                        <a:ext cx="10301609" cy="1406525"/>
                      </a:xfrm>
                      <a:prstGeom prst="rect">
                        <a:avLst/>
                      </a:prstGeom>
                      <a:noFill/>
                    </p:spPr>
                  </p:pic>
                </p:oleObj>
              </mc:Fallback>
            </mc:AlternateContent>
          </a:graphicData>
        </a:graphic>
      </p:graphicFrame>
      <mc:AlternateContent xmlns:mc="http://schemas.openxmlformats.org/markup-compatibility/2006">
        <mc:Choice xmlns:a14="http://schemas.microsoft.com/office/drawing/2010/main" Requires="a14">
          <p:sp>
            <p:nvSpPr>
              <p:cNvPr id="7" name="文本框 6"/>
              <p:cNvSpPr txBox="1"/>
              <p:nvPr/>
            </p:nvSpPr>
            <p:spPr>
              <a:xfrm>
                <a:off x="42545" y="1628775"/>
                <a:ext cx="11847830" cy="5057140"/>
              </a:xfrm>
              <a:prstGeom prst="rect">
                <a:avLst/>
              </a:prstGeom>
              <a:noFill/>
            </p:spPr>
            <p:txBody>
              <a:bodyPr wrap="square" rtlCol="0">
                <a:spAutoFit/>
              </a:bodyPr>
              <a:lstStyle/>
              <a:p>
                <a:r>
                  <a:rPr lang="en-US" altLang="zh-CN" sz="2400" b="1" dirty="0">
                    <a:solidFill>
                      <a:schemeClr val="bg1"/>
                    </a:solidFill>
                  </a:rPr>
                  <a:t>     </a:t>
                </a:r>
                <a:r>
                  <a:rPr lang="zh-CN" altLang="en-US" sz="2400" b="1" dirty="0">
                    <a:solidFill>
                      <a:schemeClr val="bg1"/>
                    </a:solidFill>
                  </a:rPr>
                  <a:t>解： 构建拉格朗日函数    </a:t>
                </a:r>
                <a14:m>
                  <m:oMath xmlns:m="http://schemas.openxmlformats.org/officeDocument/2006/math">
                    <m:r>
                      <a:rPr lang="en-US" altLang="zh-CN" sz="2400" b="1" i="1" smtClean="0">
                        <a:solidFill>
                          <a:schemeClr val="bg1"/>
                        </a:solidFill>
                        <a:latin typeface="Cambria Math" panose="02040503050406030204" pitchFamily="18" charset="0"/>
                      </a:rPr>
                      <m:t>𝑭</m:t>
                    </m:r>
                    <m:d>
                      <m:dPr>
                        <m:ctrlPr>
                          <a:rPr lang="en-US" altLang="zh-CN" sz="2400" b="1" i="1" smtClean="0">
                            <a:solidFill>
                              <a:schemeClr val="bg1"/>
                            </a:solidFill>
                            <a:latin typeface="Cambria Math" panose="02040503050406030204" pitchFamily="18" charset="0"/>
                          </a:rPr>
                        </m:ctrlPr>
                      </m:dPr>
                      <m:e>
                        <m:r>
                          <a:rPr lang="en-US" altLang="zh-CN" sz="2400" b="1" i="1" smtClean="0">
                            <a:solidFill>
                              <a:schemeClr val="bg1"/>
                            </a:solidFill>
                            <a:latin typeface="Cambria Math" panose="02040503050406030204" pitchFamily="18" charset="0"/>
                          </a:rPr>
                          <m:t>𝒙</m:t>
                        </m:r>
                        <m:r>
                          <a:rPr lang="en-US" altLang="zh-CN" sz="2400" b="1" i="1" smtClean="0">
                            <a:solidFill>
                              <a:schemeClr val="bg1"/>
                            </a:solidFill>
                            <a:latin typeface="Cambria Math" panose="02040503050406030204" pitchFamily="18" charset="0"/>
                          </a:rPr>
                          <m:t>,</m:t>
                        </m:r>
                        <m:r>
                          <a:rPr lang="en-US" altLang="zh-CN" sz="2400" b="1" i="1" smtClean="0">
                            <a:solidFill>
                              <a:schemeClr val="bg1"/>
                            </a:solidFill>
                            <a:latin typeface="Cambria Math" panose="02040503050406030204" pitchFamily="18" charset="0"/>
                          </a:rPr>
                          <m:t>𝒚</m:t>
                        </m:r>
                        <m:r>
                          <a:rPr lang="en-US" altLang="zh-CN" sz="2400" b="1" i="1" smtClean="0">
                            <a:solidFill>
                              <a:schemeClr val="bg1"/>
                            </a:solidFill>
                            <a:latin typeface="Cambria Math" panose="02040503050406030204" pitchFamily="18" charset="0"/>
                          </a:rPr>
                          <m:t>,</m:t>
                        </m:r>
                        <m:r>
                          <a:rPr lang="zh-CN" altLang="en-US" sz="2400" b="1" i="1" smtClean="0">
                            <a:solidFill>
                              <a:schemeClr val="bg1"/>
                            </a:solidFill>
                            <a:latin typeface="Cambria Math" panose="02040503050406030204" pitchFamily="18" charset="0"/>
                          </a:rPr>
                          <m:t>𝝀</m:t>
                        </m:r>
                      </m:e>
                    </m:d>
                    <m:r>
                      <a:rPr lang="en-US" altLang="zh-CN" sz="2400" b="1" i="1" smtClean="0">
                        <a:solidFill>
                          <a:schemeClr val="bg1"/>
                        </a:solidFill>
                        <a:latin typeface="Cambria Math" panose="02040503050406030204" pitchFamily="18" charset="0"/>
                      </a:rPr>
                      <m:t>=</m:t>
                    </m:r>
                    <m:sSup>
                      <m:sSupPr>
                        <m:ctrlPr>
                          <a:rPr lang="en-US" altLang="zh-CN" sz="2400" b="1" i="1" smtClean="0">
                            <a:solidFill>
                              <a:schemeClr val="bg1"/>
                            </a:solidFill>
                            <a:latin typeface="Cambria Math" panose="02040503050406030204" pitchFamily="18" charset="0"/>
                          </a:rPr>
                        </m:ctrlPr>
                      </m:sSupPr>
                      <m:e>
                        <m:r>
                          <a:rPr lang="en-US" altLang="zh-CN" sz="2400" b="1" i="1" smtClean="0">
                            <a:solidFill>
                              <a:schemeClr val="bg1"/>
                            </a:solidFill>
                            <a:latin typeface="Cambria Math" panose="02040503050406030204" pitchFamily="18" charset="0"/>
                          </a:rPr>
                          <m:t>𝒙</m:t>
                        </m:r>
                      </m:e>
                      <m:sup>
                        <m:r>
                          <a:rPr lang="en-US" altLang="zh-CN" sz="2400" b="1" i="1" smtClean="0">
                            <a:solidFill>
                              <a:schemeClr val="bg1"/>
                            </a:solidFill>
                            <a:latin typeface="Cambria Math" panose="02040503050406030204" pitchFamily="18" charset="0"/>
                          </a:rPr>
                          <m:t>𝟐</m:t>
                        </m:r>
                      </m:sup>
                    </m:sSup>
                    <m:r>
                      <a:rPr lang="en-US" altLang="zh-CN" sz="2400" b="1" i="1" smtClean="0">
                        <a:solidFill>
                          <a:schemeClr val="bg1"/>
                        </a:solidFill>
                        <a:latin typeface="Cambria Math" panose="02040503050406030204" pitchFamily="18" charset="0"/>
                      </a:rPr>
                      <m:t>+</m:t>
                    </m:r>
                    <m:sSup>
                      <m:sSupPr>
                        <m:ctrlPr>
                          <a:rPr lang="en-US" altLang="zh-CN" sz="2400" b="1" i="1" smtClean="0">
                            <a:solidFill>
                              <a:schemeClr val="bg1"/>
                            </a:solidFill>
                            <a:latin typeface="Cambria Math" panose="02040503050406030204" pitchFamily="18" charset="0"/>
                          </a:rPr>
                        </m:ctrlPr>
                      </m:sSupPr>
                      <m:e>
                        <m:r>
                          <a:rPr lang="en-US" altLang="zh-CN" sz="2400" b="1" i="1" smtClean="0">
                            <a:solidFill>
                              <a:schemeClr val="bg1"/>
                            </a:solidFill>
                            <a:latin typeface="Cambria Math" panose="02040503050406030204" pitchFamily="18" charset="0"/>
                          </a:rPr>
                          <m:t>𝒚</m:t>
                        </m:r>
                      </m:e>
                      <m:sup>
                        <m:r>
                          <a:rPr lang="en-US" altLang="zh-CN" sz="2400" b="1" i="1" smtClean="0">
                            <a:solidFill>
                              <a:schemeClr val="bg1"/>
                            </a:solidFill>
                            <a:latin typeface="Cambria Math" panose="02040503050406030204" pitchFamily="18" charset="0"/>
                          </a:rPr>
                          <m:t>𝟐</m:t>
                        </m:r>
                      </m:sup>
                    </m:sSup>
                    <m:r>
                      <a:rPr lang="en-US" altLang="zh-CN" sz="2400" b="1" i="1" smtClean="0">
                        <a:solidFill>
                          <a:schemeClr val="bg1"/>
                        </a:solidFill>
                        <a:latin typeface="Cambria Math" panose="02040503050406030204" pitchFamily="18" charset="0"/>
                      </a:rPr>
                      <m:t>+</m:t>
                    </m:r>
                    <m:r>
                      <a:rPr lang="zh-CN" altLang="en-US" sz="2400" b="1" i="1" smtClean="0">
                        <a:solidFill>
                          <a:schemeClr val="bg1"/>
                        </a:solidFill>
                        <a:latin typeface="Cambria Math" panose="02040503050406030204" pitchFamily="18" charset="0"/>
                      </a:rPr>
                      <m:t>𝝀</m:t>
                    </m:r>
                    <m:r>
                      <a:rPr lang="en-US" altLang="zh-CN" sz="2400" b="1" i="1" smtClean="0">
                        <a:solidFill>
                          <a:schemeClr val="bg1"/>
                        </a:solidFill>
                        <a:latin typeface="Cambria Math" panose="02040503050406030204" pitchFamily="18" charset="0"/>
                      </a:rPr>
                      <m:t>(</m:t>
                    </m:r>
                    <m:sSup>
                      <m:sSupPr>
                        <m:ctrlPr>
                          <a:rPr lang="en-US" altLang="zh-CN" sz="2400" b="1" i="1">
                            <a:solidFill>
                              <a:schemeClr val="bg1"/>
                            </a:solidFill>
                            <a:latin typeface="Cambria Math" panose="02040503050406030204" pitchFamily="18" charset="0"/>
                          </a:rPr>
                        </m:ctrlPr>
                      </m:sSupPr>
                      <m:e>
                        <m:r>
                          <a:rPr lang="en-US" altLang="zh-CN" sz="2400" b="1" i="1">
                            <a:solidFill>
                              <a:schemeClr val="bg1"/>
                            </a:solidFill>
                            <a:latin typeface="Cambria Math" panose="02040503050406030204" pitchFamily="18" charset="0"/>
                          </a:rPr>
                          <m:t>𝒙</m:t>
                        </m:r>
                      </m:e>
                      <m:sup>
                        <m:r>
                          <a:rPr lang="en-US" altLang="zh-CN" sz="2400" b="1" i="1">
                            <a:solidFill>
                              <a:schemeClr val="bg1"/>
                            </a:solidFill>
                            <a:latin typeface="Cambria Math" panose="02040503050406030204" pitchFamily="18" charset="0"/>
                          </a:rPr>
                          <m:t>𝟐</m:t>
                        </m:r>
                      </m:sup>
                    </m:sSup>
                    <m:r>
                      <a:rPr lang="en-US" altLang="zh-CN" sz="2400" b="1" i="1">
                        <a:solidFill>
                          <a:schemeClr val="bg1"/>
                        </a:solidFill>
                        <a:latin typeface="Cambria Math" panose="02040503050406030204" pitchFamily="18" charset="0"/>
                      </a:rPr>
                      <m:t>+</m:t>
                    </m:r>
                    <m:sSup>
                      <m:sSupPr>
                        <m:ctrlPr>
                          <a:rPr lang="en-US" altLang="zh-CN" sz="2400" b="1" i="1">
                            <a:solidFill>
                              <a:schemeClr val="bg1"/>
                            </a:solidFill>
                            <a:latin typeface="Cambria Math" panose="02040503050406030204" pitchFamily="18" charset="0"/>
                          </a:rPr>
                        </m:ctrlPr>
                      </m:sSupPr>
                      <m:e>
                        <m:r>
                          <a:rPr lang="en-US" altLang="zh-CN" sz="2400" b="1" i="1">
                            <a:solidFill>
                              <a:schemeClr val="bg1"/>
                            </a:solidFill>
                            <a:latin typeface="Cambria Math" panose="02040503050406030204" pitchFamily="18" charset="0"/>
                          </a:rPr>
                          <m:t>𝒚</m:t>
                        </m:r>
                      </m:e>
                      <m:sup>
                        <m:r>
                          <a:rPr lang="en-US" altLang="zh-CN" sz="2400" b="1" i="1">
                            <a:solidFill>
                              <a:schemeClr val="bg1"/>
                            </a:solidFill>
                            <a:latin typeface="Cambria Math" panose="02040503050406030204" pitchFamily="18" charset="0"/>
                          </a:rPr>
                          <m:t>𝟐</m:t>
                        </m:r>
                      </m:sup>
                    </m:sSup>
                    <m:r>
                      <a:rPr lang="en-US" altLang="zh-CN" sz="2400" b="1" i="1" smtClean="0">
                        <a:solidFill>
                          <a:schemeClr val="bg1"/>
                        </a:solidFill>
                        <a:latin typeface="Cambria Math" panose="02040503050406030204" pitchFamily="18" charset="0"/>
                      </a:rPr>
                      <m:t>−</m:t>
                    </m:r>
                    <m:r>
                      <a:rPr lang="en-US" altLang="zh-CN" sz="2400" b="1" i="1" smtClean="0">
                        <a:solidFill>
                          <a:schemeClr val="bg1"/>
                        </a:solidFill>
                        <a:latin typeface="Cambria Math" panose="02040503050406030204" pitchFamily="18" charset="0"/>
                      </a:rPr>
                      <m:t>𝒙𝒚</m:t>
                    </m:r>
                    <m:r>
                      <a:rPr lang="en-US" altLang="zh-CN" sz="2400" b="1" i="1" smtClean="0">
                        <a:solidFill>
                          <a:schemeClr val="bg1"/>
                        </a:solidFill>
                        <a:latin typeface="Cambria Math" panose="02040503050406030204" pitchFamily="18" charset="0"/>
                      </a:rPr>
                      <m:t>−</m:t>
                    </m:r>
                    <m:r>
                      <a:rPr lang="en-US" altLang="zh-CN" sz="2400" b="1" i="1" smtClean="0">
                        <a:solidFill>
                          <a:schemeClr val="bg1"/>
                        </a:solidFill>
                        <a:latin typeface="Cambria Math" panose="02040503050406030204" pitchFamily="18" charset="0"/>
                      </a:rPr>
                      <m:t>𝟏</m:t>
                    </m:r>
                    <m:r>
                      <a:rPr lang="en-US" altLang="zh-CN" sz="2400" b="1" i="1" smtClean="0">
                        <a:solidFill>
                          <a:schemeClr val="bg1"/>
                        </a:solidFill>
                        <a:latin typeface="Cambria Math" panose="02040503050406030204" pitchFamily="18" charset="0"/>
                      </a:rPr>
                      <m:t>)</m:t>
                    </m:r>
                  </m:oMath>
                </a14:m>
                <a:r>
                  <a:rPr lang="en-US" altLang="zh-CN" sz="2400" b="1" dirty="0">
                    <a:solidFill>
                      <a:schemeClr val="bg1"/>
                    </a:solidFill>
                  </a:rPr>
                  <a:t>,  </a:t>
                </a:r>
                <a14:m>
                  <m:oMath xmlns:m="http://schemas.openxmlformats.org/officeDocument/2006/math">
                    <m:r>
                      <a:rPr lang="zh-CN" altLang="en-US" sz="2400" b="1" i="1" dirty="0">
                        <a:solidFill>
                          <a:schemeClr val="bg1"/>
                        </a:solidFill>
                        <a:latin typeface="Cambria Math" panose="02040503050406030204" pitchFamily="18" charset="0"/>
                      </a:rPr>
                      <m:t>则</m:t>
                    </m:r>
                  </m:oMath>
                </a14:m>
                <a:endParaRPr lang="en-US" altLang="zh-CN" sz="2400" b="1" i="1" dirty="0">
                  <a:solidFill>
                    <a:schemeClr val="bg1"/>
                  </a:solidFill>
                  <a:latin typeface="Cambria Math" panose="02040503050406030204" pitchFamily="18" charset="0"/>
                </a:endParaRPr>
              </a:p>
              <a:p>
                <a:r>
                  <a:rPr lang="en-US" altLang="zh-CN" sz="2400" b="1" dirty="0">
                    <a:solidFill>
                      <a:schemeClr val="bg1"/>
                    </a:solidFill>
                  </a:rPr>
                  <a:t>       </a:t>
                </a:r>
                <a14:m>
                  <m:oMath xmlns:m="http://schemas.openxmlformats.org/officeDocument/2006/math">
                    <m:f>
                      <m:fPr>
                        <m:ctrlPr>
                          <a:rPr lang="en-US" altLang="zh-CN" sz="2400" b="1" i="1">
                            <a:solidFill>
                              <a:schemeClr val="bg1"/>
                            </a:solidFill>
                            <a:latin typeface="Cambria Math" panose="02040503050406030204" pitchFamily="18" charset="0"/>
                          </a:rPr>
                        </m:ctrlPr>
                      </m:fPr>
                      <m:num>
                        <m:r>
                          <a:rPr lang="zh-CN" altLang="en-US" sz="2400" b="1" i="1" smtClean="0">
                            <a:solidFill>
                              <a:schemeClr val="bg1"/>
                            </a:solidFill>
                            <a:latin typeface="Cambria Math" panose="02040503050406030204" pitchFamily="18" charset="0"/>
                          </a:rPr>
                          <m:t>𝝏</m:t>
                        </m:r>
                        <m:r>
                          <a:rPr lang="en-US" altLang="zh-CN" sz="2400" b="1" i="1" smtClean="0">
                            <a:solidFill>
                              <a:schemeClr val="bg1"/>
                            </a:solidFill>
                            <a:latin typeface="Cambria Math" panose="02040503050406030204" pitchFamily="18" charset="0"/>
                          </a:rPr>
                          <m:t>𝑭</m:t>
                        </m:r>
                      </m:num>
                      <m:den>
                        <m:r>
                          <a:rPr lang="zh-CN" altLang="en-US" sz="2400" b="1" i="1">
                            <a:solidFill>
                              <a:schemeClr val="bg1"/>
                            </a:solidFill>
                            <a:latin typeface="Cambria Math" panose="02040503050406030204" pitchFamily="18" charset="0"/>
                          </a:rPr>
                          <m:t>𝝏</m:t>
                        </m:r>
                        <m:r>
                          <a:rPr lang="en-US" altLang="zh-CN" sz="2400" b="1" i="1" smtClean="0">
                            <a:solidFill>
                              <a:schemeClr val="bg1"/>
                            </a:solidFill>
                            <a:latin typeface="Cambria Math" panose="02040503050406030204" pitchFamily="18" charset="0"/>
                          </a:rPr>
                          <m:t>𝒙</m:t>
                        </m:r>
                      </m:den>
                    </m:f>
                    <m:r>
                      <a:rPr lang="en-US" altLang="zh-CN" sz="2400" b="1" i="1" smtClean="0">
                        <a:solidFill>
                          <a:schemeClr val="bg1"/>
                        </a:solidFill>
                        <a:latin typeface="Cambria Math" panose="02040503050406030204" pitchFamily="18" charset="0"/>
                      </a:rPr>
                      <m:t>=</m:t>
                    </m:r>
                    <m:r>
                      <a:rPr lang="en-US" altLang="zh-CN" sz="2400" b="1" i="1" smtClean="0">
                        <a:solidFill>
                          <a:schemeClr val="bg1"/>
                        </a:solidFill>
                        <a:latin typeface="Cambria Math" panose="02040503050406030204" pitchFamily="18" charset="0"/>
                      </a:rPr>
                      <m:t>𝟐</m:t>
                    </m:r>
                    <m:r>
                      <a:rPr lang="en-US" altLang="zh-CN" sz="2400" b="1" i="1" smtClean="0">
                        <a:solidFill>
                          <a:schemeClr val="bg1"/>
                        </a:solidFill>
                        <a:latin typeface="Cambria Math" panose="02040503050406030204" pitchFamily="18" charset="0"/>
                      </a:rPr>
                      <m:t>𝒙</m:t>
                    </m:r>
                    <m:r>
                      <a:rPr lang="en-US" altLang="zh-CN" sz="2400" b="1" i="1" smtClean="0">
                        <a:solidFill>
                          <a:schemeClr val="bg1"/>
                        </a:solidFill>
                        <a:latin typeface="Cambria Math" panose="02040503050406030204" pitchFamily="18" charset="0"/>
                      </a:rPr>
                      <m:t>+</m:t>
                    </m:r>
                    <m:r>
                      <a:rPr lang="zh-CN" altLang="en-US" sz="2400" b="1" i="1">
                        <a:solidFill>
                          <a:schemeClr val="bg1"/>
                        </a:solidFill>
                        <a:latin typeface="Cambria Math" panose="02040503050406030204" pitchFamily="18" charset="0"/>
                      </a:rPr>
                      <m:t>𝝀</m:t>
                    </m:r>
                    <m:r>
                      <a:rPr lang="en-US" altLang="zh-CN" sz="2400" b="1" i="0" smtClean="0">
                        <a:solidFill>
                          <a:schemeClr val="bg1"/>
                        </a:solidFill>
                        <a:latin typeface="Cambria Math" panose="02040503050406030204" pitchFamily="18" charset="0"/>
                      </a:rPr>
                      <m:t>(</m:t>
                    </m:r>
                    <m:r>
                      <a:rPr lang="en-US" altLang="zh-CN" sz="2400" b="1" i="0" smtClean="0">
                        <a:solidFill>
                          <a:schemeClr val="bg1"/>
                        </a:solidFill>
                        <a:latin typeface="Cambria Math" panose="02040503050406030204" pitchFamily="18" charset="0"/>
                      </a:rPr>
                      <m:t>𝟐𝐱</m:t>
                    </m:r>
                    <m:r>
                      <a:rPr lang="en-US" altLang="zh-CN" sz="2400" b="1" i="0" smtClean="0">
                        <a:solidFill>
                          <a:schemeClr val="bg1"/>
                        </a:solidFill>
                        <a:latin typeface="Cambria Math" panose="02040503050406030204" pitchFamily="18" charset="0"/>
                      </a:rPr>
                      <m:t>−</m:t>
                    </m:r>
                    <m:r>
                      <a:rPr lang="en-US" altLang="zh-CN" sz="2400" b="1" i="0" smtClean="0">
                        <a:solidFill>
                          <a:schemeClr val="bg1"/>
                        </a:solidFill>
                        <a:latin typeface="Cambria Math" panose="02040503050406030204" pitchFamily="18" charset="0"/>
                      </a:rPr>
                      <m:t>𝐲</m:t>
                    </m:r>
                    <m:r>
                      <a:rPr lang="en-US" altLang="zh-CN" sz="2400" b="1" i="0" smtClean="0">
                        <a:solidFill>
                          <a:schemeClr val="bg1"/>
                        </a:solidFill>
                        <a:latin typeface="Cambria Math" panose="02040503050406030204" pitchFamily="18" charset="0"/>
                      </a:rPr>
                      <m:t>)</m:t>
                    </m:r>
                  </m:oMath>
                </a14:m>
                <a:r>
                  <a:rPr lang="en-US" altLang="zh-CN" sz="2400" b="1" dirty="0">
                    <a:solidFill>
                      <a:schemeClr val="bg1"/>
                    </a:solidFill>
                  </a:rPr>
                  <a:t>,</a:t>
                </a:r>
                <a14:m>
                  <m:oMath xmlns:m="http://schemas.openxmlformats.org/officeDocument/2006/math">
                    <m:f>
                      <m:fPr>
                        <m:ctrlPr>
                          <a:rPr lang="en-US" altLang="zh-CN" sz="2400" b="1" i="1">
                            <a:solidFill>
                              <a:schemeClr val="bg1"/>
                            </a:solidFill>
                            <a:latin typeface="Cambria Math" panose="02040503050406030204" pitchFamily="18" charset="0"/>
                          </a:rPr>
                        </m:ctrlPr>
                      </m:fPr>
                      <m:num>
                        <m:r>
                          <a:rPr lang="zh-CN" altLang="en-US" sz="2400" b="1" i="1">
                            <a:solidFill>
                              <a:schemeClr val="bg1"/>
                            </a:solidFill>
                            <a:latin typeface="Cambria Math" panose="02040503050406030204" pitchFamily="18" charset="0"/>
                          </a:rPr>
                          <m:t>𝝏</m:t>
                        </m:r>
                        <m:r>
                          <a:rPr lang="en-US" altLang="zh-CN" sz="2400" b="1" i="1">
                            <a:solidFill>
                              <a:schemeClr val="bg1"/>
                            </a:solidFill>
                            <a:latin typeface="Cambria Math" panose="02040503050406030204" pitchFamily="18" charset="0"/>
                          </a:rPr>
                          <m:t>𝑭</m:t>
                        </m:r>
                      </m:num>
                      <m:den>
                        <m:r>
                          <a:rPr lang="zh-CN" altLang="en-US" sz="2400" b="1" i="1">
                            <a:solidFill>
                              <a:schemeClr val="bg1"/>
                            </a:solidFill>
                            <a:latin typeface="Cambria Math" panose="02040503050406030204" pitchFamily="18" charset="0"/>
                          </a:rPr>
                          <m:t>𝝏</m:t>
                        </m:r>
                        <m:r>
                          <a:rPr lang="en-US" altLang="zh-CN" sz="2400" b="1" i="1" smtClean="0">
                            <a:solidFill>
                              <a:schemeClr val="bg1"/>
                            </a:solidFill>
                            <a:latin typeface="Cambria Math" panose="02040503050406030204" pitchFamily="18" charset="0"/>
                          </a:rPr>
                          <m:t>𝒚</m:t>
                        </m:r>
                      </m:den>
                    </m:f>
                    <m:r>
                      <a:rPr lang="en-US" altLang="zh-CN" sz="2400" b="1" i="1">
                        <a:solidFill>
                          <a:schemeClr val="bg1"/>
                        </a:solidFill>
                        <a:latin typeface="Cambria Math" panose="02040503050406030204" pitchFamily="18" charset="0"/>
                      </a:rPr>
                      <m:t>=</m:t>
                    </m:r>
                    <m:r>
                      <a:rPr lang="en-US" altLang="zh-CN" sz="2400" b="1" i="1">
                        <a:solidFill>
                          <a:schemeClr val="bg1"/>
                        </a:solidFill>
                        <a:latin typeface="Cambria Math" panose="02040503050406030204" pitchFamily="18" charset="0"/>
                      </a:rPr>
                      <m:t>𝟐</m:t>
                    </m:r>
                    <m:r>
                      <a:rPr lang="en-US" altLang="zh-CN" sz="2400" b="1" i="1" smtClean="0">
                        <a:solidFill>
                          <a:schemeClr val="bg1"/>
                        </a:solidFill>
                        <a:latin typeface="Cambria Math" panose="02040503050406030204" pitchFamily="18" charset="0"/>
                      </a:rPr>
                      <m:t>𝒚</m:t>
                    </m:r>
                    <m:r>
                      <a:rPr lang="en-US" altLang="zh-CN" sz="2400" b="1" i="1">
                        <a:solidFill>
                          <a:schemeClr val="bg1"/>
                        </a:solidFill>
                        <a:latin typeface="Cambria Math" panose="02040503050406030204" pitchFamily="18" charset="0"/>
                      </a:rPr>
                      <m:t>+</m:t>
                    </m:r>
                    <m:r>
                      <a:rPr lang="zh-CN" altLang="en-US" sz="2400" b="1" i="1">
                        <a:solidFill>
                          <a:schemeClr val="bg1"/>
                        </a:solidFill>
                        <a:latin typeface="Cambria Math" panose="02040503050406030204" pitchFamily="18" charset="0"/>
                      </a:rPr>
                      <m:t>𝝀</m:t>
                    </m:r>
                    <m:r>
                      <a:rPr lang="en-US" altLang="zh-CN" sz="2400" b="1" i="1" smtClean="0">
                        <a:solidFill>
                          <a:schemeClr val="bg1"/>
                        </a:solidFill>
                        <a:latin typeface="Cambria Math" panose="02040503050406030204" pitchFamily="18" charset="0"/>
                      </a:rPr>
                      <m:t>(</m:t>
                    </m:r>
                    <m:r>
                      <a:rPr lang="en-US" altLang="zh-CN" sz="2400" b="1" i="1" smtClean="0">
                        <a:solidFill>
                          <a:schemeClr val="bg1"/>
                        </a:solidFill>
                        <a:latin typeface="Cambria Math" panose="02040503050406030204" pitchFamily="18" charset="0"/>
                      </a:rPr>
                      <m:t>𝟐</m:t>
                    </m:r>
                    <m:r>
                      <a:rPr lang="en-US" altLang="zh-CN" sz="2400" b="1" i="1" smtClean="0">
                        <a:solidFill>
                          <a:schemeClr val="bg1"/>
                        </a:solidFill>
                        <a:latin typeface="Cambria Math" panose="02040503050406030204" pitchFamily="18" charset="0"/>
                      </a:rPr>
                      <m:t>𝒚</m:t>
                    </m:r>
                    <m:r>
                      <a:rPr lang="en-US" altLang="zh-CN" sz="2400" b="1" i="1" smtClean="0">
                        <a:solidFill>
                          <a:schemeClr val="bg1"/>
                        </a:solidFill>
                        <a:latin typeface="Cambria Math" panose="02040503050406030204" pitchFamily="18" charset="0"/>
                      </a:rPr>
                      <m:t>−</m:t>
                    </m:r>
                    <m:r>
                      <a:rPr lang="en-US" altLang="zh-CN" sz="2400" b="1" i="1" smtClean="0">
                        <a:solidFill>
                          <a:schemeClr val="bg1"/>
                        </a:solidFill>
                        <a:latin typeface="Cambria Math" panose="02040503050406030204" pitchFamily="18" charset="0"/>
                      </a:rPr>
                      <m:t>𝒙</m:t>
                    </m:r>
                    <m:r>
                      <a:rPr lang="en-US" altLang="zh-CN" sz="2400" b="1" i="1" smtClean="0">
                        <a:solidFill>
                          <a:schemeClr val="bg1"/>
                        </a:solidFill>
                        <a:latin typeface="Cambria Math" panose="02040503050406030204" pitchFamily="18" charset="0"/>
                      </a:rPr>
                      <m:t>)</m:t>
                    </m:r>
                  </m:oMath>
                </a14:m>
                <a:r>
                  <a:rPr lang="en-US" altLang="zh-CN" sz="2400" b="1" dirty="0">
                    <a:solidFill>
                      <a:schemeClr val="bg1"/>
                    </a:solidFill>
                  </a:rPr>
                  <a:t>, </a:t>
                </a:r>
                <a14:m>
                  <m:oMath xmlns:m="http://schemas.openxmlformats.org/officeDocument/2006/math">
                    <m:f>
                      <m:fPr>
                        <m:ctrlPr>
                          <a:rPr lang="en-US" altLang="zh-CN" sz="2400" b="1" i="1">
                            <a:solidFill>
                              <a:schemeClr val="bg1"/>
                            </a:solidFill>
                            <a:latin typeface="Cambria Math" panose="02040503050406030204" pitchFamily="18" charset="0"/>
                          </a:rPr>
                        </m:ctrlPr>
                      </m:fPr>
                      <m:num>
                        <m:r>
                          <a:rPr lang="zh-CN" altLang="en-US" sz="2400" b="1" i="1">
                            <a:solidFill>
                              <a:schemeClr val="bg1"/>
                            </a:solidFill>
                            <a:latin typeface="Cambria Math" panose="02040503050406030204" pitchFamily="18" charset="0"/>
                          </a:rPr>
                          <m:t>𝝏</m:t>
                        </m:r>
                        <m:r>
                          <a:rPr lang="en-US" altLang="zh-CN" sz="2400" b="1" i="1">
                            <a:solidFill>
                              <a:schemeClr val="bg1"/>
                            </a:solidFill>
                            <a:latin typeface="Cambria Math" panose="02040503050406030204" pitchFamily="18" charset="0"/>
                          </a:rPr>
                          <m:t>𝑭</m:t>
                        </m:r>
                      </m:num>
                      <m:den>
                        <m:r>
                          <a:rPr lang="zh-CN" altLang="en-US" sz="2400" b="1" i="1">
                            <a:solidFill>
                              <a:schemeClr val="bg1"/>
                            </a:solidFill>
                            <a:latin typeface="Cambria Math" panose="02040503050406030204" pitchFamily="18" charset="0"/>
                          </a:rPr>
                          <m:t>𝝏𝝀</m:t>
                        </m:r>
                      </m:den>
                    </m:f>
                    <m:r>
                      <a:rPr lang="en-US" altLang="zh-CN" sz="2400" b="1" i="1">
                        <a:solidFill>
                          <a:schemeClr val="bg1"/>
                        </a:solidFill>
                        <a:latin typeface="Cambria Math" panose="02040503050406030204" pitchFamily="18" charset="0"/>
                      </a:rPr>
                      <m:t>=</m:t>
                    </m:r>
                  </m:oMath>
                </a14:m>
                <a:r>
                  <a:rPr lang="en-US" altLang="zh-CN" sz="2400" b="1" dirty="0">
                    <a:solidFill>
                      <a:schemeClr val="bg1"/>
                    </a:solidFill>
                  </a:rPr>
                  <a:t> </a:t>
                </a:r>
                <a14:m>
                  <m:oMath xmlns:m="http://schemas.openxmlformats.org/officeDocument/2006/math">
                    <m:sSup>
                      <m:sSupPr>
                        <m:ctrlPr>
                          <a:rPr lang="en-US" altLang="zh-CN" sz="2400" b="1" i="1">
                            <a:solidFill>
                              <a:schemeClr val="bg1"/>
                            </a:solidFill>
                            <a:latin typeface="Cambria Math" panose="02040503050406030204" pitchFamily="18" charset="0"/>
                          </a:rPr>
                        </m:ctrlPr>
                      </m:sSupPr>
                      <m:e>
                        <m:r>
                          <a:rPr lang="en-US" altLang="zh-CN" sz="2400" b="1" i="1">
                            <a:solidFill>
                              <a:schemeClr val="bg1"/>
                            </a:solidFill>
                            <a:latin typeface="Cambria Math" panose="02040503050406030204" pitchFamily="18" charset="0"/>
                          </a:rPr>
                          <m:t>𝒙</m:t>
                        </m:r>
                      </m:e>
                      <m:sup>
                        <m:r>
                          <a:rPr lang="en-US" altLang="zh-CN" sz="2400" b="1" i="1">
                            <a:solidFill>
                              <a:schemeClr val="bg1"/>
                            </a:solidFill>
                            <a:latin typeface="Cambria Math" panose="02040503050406030204" pitchFamily="18" charset="0"/>
                          </a:rPr>
                          <m:t>𝟐</m:t>
                        </m:r>
                      </m:sup>
                    </m:sSup>
                    <m:r>
                      <a:rPr lang="en-US" altLang="zh-CN" sz="2400" b="1" i="1">
                        <a:solidFill>
                          <a:schemeClr val="bg1"/>
                        </a:solidFill>
                        <a:latin typeface="Cambria Math" panose="02040503050406030204" pitchFamily="18" charset="0"/>
                      </a:rPr>
                      <m:t>+</m:t>
                    </m:r>
                    <m:sSup>
                      <m:sSupPr>
                        <m:ctrlPr>
                          <a:rPr lang="en-US" altLang="zh-CN" sz="2400" b="1" i="1">
                            <a:solidFill>
                              <a:schemeClr val="bg1"/>
                            </a:solidFill>
                            <a:latin typeface="Cambria Math" panose="02040503050406030204" pitchFamily="18" charset="0"/>
                          </a:rPr>
                        </m:ctrlPr>
                      </m:sSupPr>
                      <m:e>
                        <m:r>
                          <a:rPr lang="en-US" altLang="zh-CN" sz="2400" b="1" i="1">
                            <a:solidFill>
                              <a:schemeClr val="bg1"/>
                            </a:solidFill>
                            <a:latin typeface="Cambria Math" panose="02040503050406030204" pitchFamily="18" charset="0"/>
                          </a:rPr>
                          <m:t>𝒚</m:t>
                        </m:r>
                      </m:e>
                      <m:sup>
                        <m:r>
                          <a:rPr lang="en-US" altLang="zh-CN" sz="2400" b="1" i="1">
                            <a:solidFill>
                              <a:schemeClr val="bg1"/>
                            </a:solidFill>
                            <a:latin typeface="Cambria Math" panose="02040503050406030204" pitchFamily="18" charset="0"/>
                          </a:rPr>
                          <m:t>𝟐</m:t>
                        </m:r>
                      </m:sup>
                    </m:sSup>
                    <m:r>
                      <a:rPr lang="en-US" altLang="zh-CN" sz="2400" b="1" i="1">
                        <a:solidFill>
                          <a:schemeClr val="bg1"/>
                        </a:solidFill>
                        <a:latin typeface="Cambria Math" panose="02040503050406030204" pitchFamily="18" charset="0"/>
                      </a:rPr>
                      <m:t>−</m:t>
                    </m:r>
                    <m:r>
                      <a:rPr lang="en-US" altLang="zh-CN" sz="2400" b="1" i="1">
                        <a:solidFill>
                          <a:schemeClr val="bg1"/>
                        </a:solidFill>
                        <a:latin typeface="Cambria Math" panose="02040503050406030204" pitchFamily="18" charset="0"/>
                      </a:rPr>
                      <m:t>𝒙𝒚</m:t>
                    </m:r>
                    <m:r>
                      <a:rPr lang="en-US" altLang="zh-CN" sz="2400" b="1" i="1">
                        <a:solidFill>
                          <a:schemeClr val="bg1"/>
                        </a:solidFill>
                        <a:latin typeface="Cambria Math" panose="02040503050406030204" pitchFamily="18" charset="0"/>
                      </a:rPr>
                      <m:t>−</m:t>
                    </m:r>
                    <m:r>
                      <a:rPr lang="en-US" altLang="zh-CN" sz="2400" b="1" i="1">
                        <a:solidFill>
                          <a:schemeClr val="bg1"/>
                        </a:solidFill>
                        <a:latin typeface="Cambria Math" panose="02040503050406030204" pitchFamily="18" charset="0"/>
                      </a:rPr>
                      <m:t>𝟏</m:t>
                    </m:r>
                  </m:oMath>
                </a14:m>
                <a:endParaRPr lang="en-US" altLang="zh-CN" sz="2400" b="1" dirty="0">
                  <a:solidFill>
                    <a:schemeClr val="bg1"/>
                  </a:solidFill>
                </a:endParaRPr>
              </a:p>
              <a:p>
                <a:r>
                  <a:rPr lang="zh-CN" altLang="en-US" sz="2400" b="1" dirty="0">
                    <a:solidFill>
                      <a:schemeClr val="bg1"/>
                    </a:solidFill>
                  </a:rPr>
                  <a:t>        令</a:t>
                </a:r>
                <a14:m>
                  <m:oMath xmlns:m="http://schemas.openxmlformats.org/officeDocument/2006/math">
                    <m:f>
                      <m:fPr>
                        <m:ctrlPr>
                          <a:rPr lang="en-US" altLang="zh-CN" sz="2400" b="1" i="1" smtClean="0">
                            <a:solidFill>
                              <a:schemeClr val="bg1"/>
                            </a:solidFill>
                            <a:latin typeface="Cambria Math" panose="02040503050406030204" pitchFamily="18" charset="0"/>
                          </a:rPr>
                        </m:ctrlPr>
                      </m:fPr>
                      <m:num>
                        <m:r>
                          <a:rPr lang="zh-CN" altLang="en-US" sz="2400" b="1" i="1" smtClean="0">
                            <a:solidFill>
                              <a:schemeClr val="bg1"/>
                            </a:solidFill>
                            <a:latin typeface="Cambria Math" panose="02040503050406030204" pitchFamily="18" charset="0"/>
                          </a:rPr>
                          <m:t>𝝏</m:t>
                        </m:r>
                        <m:r>
                          <a:rPr lang="en-US" altLang="zh-CN" sz="2400" b="1" i="1" smtClean="0">
                            <a:solidFill>
                              <a:schemeClr val="bg1"/>
                            </a:solidFill>
                            <a:latin typeface="Cambria Math" panose="02040503050406030204" pitchFamily="18" charset="0"/>
                          </a:rPr>
                          <m:t>𝑭</m:t>
                        </m:r>
                      </m:num>
                      <m:den>
                        <m:r>
                          <a:rPr lang="zh-CN" altLang="en-US" sz="2400" b="1" i="1">
                            <a:solidFill>
                              <a:schemeClr val="bg1"/>
                            </a:solidFill>
                            <a:latin typeface="Cambria Math" panose="02040503050406030204" pitchFamily="18" charset="0"/>
                          </a:rPr>
                          <m:t>𝝏</m:t>
                        </m:r>
                        <m:r>
                          <a:rPr lang="en-US" altLang="zh-CN" sz="2400" b="1" i="1" smtClean="0">
                            <a:solidFill>
                              <a:schemeClr val="bg1"/>
                            </a:solidFill>
                            <a:latin typeface="Cambria Math" panose="02040503050406030204" pitchFamily="18" charset="0"/>
                          </a:rPr>
                          <m:t>𝒙</m:t>
                        </m:r>
                      </m:den>
                    </m:f>
                    <m:r>
                      <a:rPr lang="en-US" altLang="zh-CN" sz="2400" b="1" i="0" smtClean="0">
                        <a:solidFill>
                          <a:schemeClr val="bg1"/>
                        </a:solidFill>
                        <a:latin typeface="Cambria Math" panose="02040503050406030204" pitchFamily="18" charset="0"/>
                      </a:rPr>
                      <m:t>=</m:t>
                    </m:r>
                    <m:r>
                      <a:rPr lang="en-US" altLang="zh-CN" sz="2400" b="1" i="0" smtClean="0">
                        <a:solidFill>
                          <a:schemeClr val="bg1"/>
                        </a:solidFill>
                        <a:latin typeface="Cambria Math" panose="02040503050406030204" pitchFamily="18" charset="0"/>
                      </a:rPr>
                      <m:t>𝟎</m:t>
                    </m:r>
                    <m:r>
                      <a:rPr lang="zh-CN" altLang="en-US" sz="2400" b="1" i="1">
                        <a:solidFill>
                          <a:schemeClr val="bg1"/>
                        </a:solidFill>
                        <a:latin typeface="Cambria Math" panose="02040503050406030204" pitchFamily="18" charset="0"/>
                      </a:rPr>
                      <m:t>，</m:t>
                    </m:r>
                    <m:f>
                      <m:fPr>
                        <m:ctrlPr>
                          <a:rPr lang="en-US" altLang="zh-CN" sz="2400" b="1" i="1">
                            <a:solidFill>
                              <a:schemeClr val="bg1"/>
                            </a:solidFill>
                            <a:latin typeface="Cambria Math" panose="02040503050406030204" pitchFamily="18" charset="0"/>
                          </a:rPr>
                        </m:ctrlPr>
                      </m:fPr>
                      <m:num>
                        <m:r>
                          <a:rPr lang="zh-CN" altLang="en-US" sz="2400" b="1" i="1">
                            <a:solidFill>
                              <a:schemeClr val="bg1"/>
                            </a:solidFill>
                            <a:latin typeface="Cambria Math" panose="02040503050406030204" pitchFamily="18" charset="0"/>
                          </a:rPr>
                          <m:t>𝝏</m:t>
                        </m:r>
                        <m:r>
                          <a:rPr lang="en-US" altLang="zh-CN" sz="2400" b="1" i="1">
                            <a:solidFill>
                              <a:schemeClr val="bg1"/>
                            </a:solidFill>
                            <a:latin typeface="Cambria Math" panose="02040503050406030204" pitchFamily="18" charset="0"/>
                          </a:rPr>
                          <m:t>𝑭</m:t>
                        </m:r>
                      </m:num>
                      <m:den>
                        <m:r>
                          <a:rPr lang="zh-CN" altLang="en-US" sz="2400" b="1" i="1">
                            <a:solidFill>
                              <a:schemeClr val="bg1"/>
                            </a:solidFill>
                            <a:latin typeface="Cambria Math" panose="02040503050406030204" pitchFamily="18" charset="0"/>
                          </a:rPr>
                          <m:t>𝝏</m:t>
                        </m:r>
                        <m:r>
                          <a:rPr lang="en-US" altLang="zh-CN" sz="2400" b="1" i="1">
                            <a:solidFill>
                              <a:schemeClr val="bg1"/>
                            </a:solidFill>
                            <a:latin typeface="Cambria Math" panose="02040503050406030204" pitchFamily="18" charset="0"/>
                          </a:rPr>
                          <m:t>𝒚</m:t>
                        </m:r>
                      </m:den>
                    </m:f>
                    <m:r>
                      <a:rPr lang="en-US" altLang="zh-CN" sz="2400" b="1" i="1" smtClean="0">
                        <a:solidFill>
                          <a:schemeClr val="bg1"/>
                        </a:solidFill>
                        <a:latin typeface="Cambria Math" panose="02040503050406030204" pitchFamily="18" charset="0"/>
                      </a:rPr>
                      <m:t>=</m:t>
                    </m:r>
                    <m:r>
                      <a:rPr lang="en-US" altLang="zh-CN" sz="2400" b="1" i="1" smtClean="0">
                        <a:solidFill>
                          <a:schemeClr val="bg1"/>
                        </a:solidFill>
                        <a:latin typeface="Cambria Math" panose="02040503050406030204" pitchFamily="18" charset="0"/>
                      </a:rPr>
                      <m:t>𝟎</m:t>
                    </m:r>
                  </m:oMath>
                </a14:m>
                <a:r>
                  <a:rPr lang="zh-CN" altLang="en-US" sz="2400" b="1" dirty="0">
                    <a:solidFill>
                      <a:schemeClr val="bg1"/>
                    </a:solidFill>
                  </a:rPr>
                  <a:t>，</a:t>
                </a:r>
                <a:r>
                  <a:rPr lang="en-US" altLang="zh-CN" sz="2400" b="1" dirty="0">
                    <a:solidFill>
                      <a:schemeClr val="bg1"/>
                    </a:solidFill>
                  </a:rPr>
                  <a:t> </a:t>
                </a:r>
                <a14:m>
                  <m:oMath xmlns:m="http://schemas.openxmlformats.org/officeDocument/2006/math">
                    <m:f>
                      <m:fPr>
                        <m:ctrlPr>
                          <a:rPr lang="en-US" altLang="zh-CN" sz="2400" b="1" i="1">
                            <a:solidFill>
                              <a:schemeClr val="bg1"/>
                            </a:solidFill>
                            <a:latin typeface="Cambria Math" panose="02040503050406030204" pitchFamily="18" charset="0"/>
                          </a:rPr>
                        </m:ctrlPr>
                      </m:fPr>
                      <m:num>
                        <m:r>
                          <a:rPr lang="zh-CN" altLang="en-US" sz="2400" b="1" i="1">
                            <a:solidFill>
                              <a:schemeClr val="bg1"/>
                            </a:solidFill>
                            <a:latin typeface="Cambria Math" panose="02040503050406030204" pitchFamily="18" charset="0"/>
                          </a:rPr>
                          <m:t>𝝏</m:t>
                        </m:r>
                        <m:r>
                          <a:rPr lang="en-US" altLang="zh-CN" sz="2400" b="1" i="1">
                            <a:solidFill>
                              <a:schemeClr val="bg1"/>
                            </a:solidFill>
                            <a:latin typeface="Cambria Math" panose="02040503050406030204" pitchFamily="18" charset="0"/>
                          </a:rPr>
                          <m:t>𝑭</m:t>
                        </m:r>
                      </m:num>
                      <m:den>
                        <m:r>
                          <a:rPr lang="zh-CN" altLang="en-US" sz="2400" b="1" i="1">
                            <a:solidFill>
                              <a:schemeClr val="bg1"/>
                            </a:solidFill>
                            <a:latin typeface="Cambria Math" panose="02040503050406030204" pitchFamily="18" charset="0"/>
                          </a:rPr>
                          <m:t>𝝏𝝀</m:t>
                        </m:r>
                      </m:den>
                    </m:f>
                    <m:r>
                      <a:rPr lang="en-US" altLang="zh-CN" sz="2400" b="1" i="1" smtClean="0">
                        <a:solidFill>
                          <a:schemeClr val="bg1"/>
                        </a:solidFill>
                        <a:latin typeface="Cambria Math" panose="02040503050406030204" pitchFamily="18" charset="0"/>
                      </a:rPr>
                      <m:t>=</m:t>
                    </m:r>
                    <m:r>
                      <a:rPr lang="en-US" altLang="zh-CN" sz="2400" b="1" i="1" smtClean="0">
                        <a:solidFill>
                          <a:schemeClr val="bg1"/>
                        </a:solidFill>
                        <a:latin typeface="Cambria Math" panose="02040503050406030204" pitchFamily="18" charset="0"/>
                      </a:rPr>
                      <m:t>𝟎</m:t>
                    </m:r>
                  </m:oMath>
                </a14:m>
                <a:r>
                  <a:rPr lang="en-US" altLang="zh-CN" sz="2400" b="1" dirty="0">
                    <a:solidFill>
                      <a:schemeClr val="bg1"/>
                    </a:solidFill>
                  </a:rPr>
                  <a:t> </a:t>
                </a:r>
                <a:r>
                  <a:rPr lang="zh-CN" altLang="en-US" sz="2400" b="1" dirty="0">
                    <a:solidFill>
                      <a:schemeClr val="bg1"/>
                    </a:solidFill>
                  </a:rPr>
                  <a:t>得</a:t>
                </a:r>
                <a:endParaRPr lang="en-US" altLang="zh-CN" sz="2400" b="1" dirty="0">
                  <a:solidFill>
                    <a:schemeClr val="bg1"/>
                  </a:solidFill>
                </a:endParaRPr>
              </a:p>
              <a:p>
                <a:r>
                  <a:rPr lang="en-US" altLang="zh-CN" sz="2400" b="1" dirty="0">
                    <a:solidFill>
                      <a:schemeClr val="bg1"/>
                    </a:solidFill>
                  </a:rPr>
                  <a:t>        </a:t>
                </a:r>
                <a14:m>
                  <m:oMath xmlns:m="http://schemas.openxmlformats.org/officeDocument/2006/math">
                    <m:d>
                      <m:dPr>
                        <m:begChr m:val="{"/>
                        <m:endChr m:val=""/>
                        <m:ctrlPr>
                          <a:rPr lang="en-US" altLang="zh-CN" sz="2400" b="1" i="1" smtClean="0">
                            <a:solidFill>
                              <a:schemeClr val="bg1"/>
                            </a:solidFill>
                            <a:latin typeface="Cambria Math" panose="02040503050406030204" pitchFamily="18" charset="0"/>
                          </a:rPr>
                        </m:ctrlPr>
                      </m:dPr>
                      <m:e>
                        <m:eqArr>
                          <m:eqArrPr>
                            <m:ctrlPr>
                              <a:rPr lang="en-US" altLang="zh-CN" sz="2400" b="1" i="1" smtClean="0">
                                <a:solidFill>
                                  <a:schemeClr val="bg1"/>
                                </a:solidFill>
                                <a:latin typeface="Cambria Math" panose="02040503050406030204" pitchFamily="18" charset="0"/>
                              </a:rPr>
                            </m:ctrlPr>
                          </m:eqArrPr>
                          <m:e>
                            <m:r>
                              <a:rPr lang="en-US" altLang="zh-CN" sz="2400" b="1" i="1">
                                <a:solidFill>
                                  <a:schemeClr val="bg1"/>
                                </a:solidFill>
                                <a:latin typeface="Cambria Math" panose="02040503050406030204" pitchFamily="18" charset="0"/>
                              </a:rPr>
                              <m:t>𝟐</m:t>
                            </m:r>
                            <m:r>
                              <a:rPr lang="en-US" altLang="zh-CN" sz="2400" b="1" i="1">
                                <a:solidFill>
                                  <a:schemeClr val="bg1"/>
                                </a:solidFill>
                                <a:latin typeface="Cambria Math" panose="02040503050406030204" pitchFamily="18" charset="0"/>
                              </a:rPr>
                              <m:t>𝒙</m:t>
                            </m:r>
                            <m:r>
                              <a:rPr lang="en-US" altLang="zh-CN" sz="2400" b="1" i="1">
                                <a:solidFill>
                                  <a:schemeClr val="bg1"/>
                                </a:solidFill>
                                <a:latin typeface="Cambria Math" panose="02040503050406030204" pitchFamily="18" charset="0"/>
                              </a:rPr>
                              <m:t>+</m:t>
                            </m:r>
                            <m:r>
                              <a:rPr lang="zh-CN" altLang="en-US" sz="2400" b="1" i="1">
                                <a:solidFill>
                                  <a:schemeClr val="bg1"/>
                                </a:solidFill>
                                <a:latin typeface="Cambria Math" panose="02040503050406030204" pitchFamily="18" charset="0"/>
                              </a:rPr>
                              <m:t>𝝀</m:t>
                            </m:r>
                            <m:d>
                              <m:dPr>
                                <m:ctrlPr>
                                  <a:rPr lang="en-US" altLang="zh-CN" sz="2400" b="1" i="1">
                                    <a:solidFill>
                                      <a:schemeClr val="bg1"/>
                                    </a:solidFill>
                                    <a:latin typeface="Cambria Math" panose="02040503050406030204" pitchFamily="18" charset="0"/>
                                  </a:rPr>
                                </m:ctrlPr>
                              </m:dPr>
                              <m:e>
                                <m:r>
                                  <a:rPr lang="en-US" altLang="zh-CN" sz="2400" b="1">
                                    <a:solidFill>
                                      <a:schemeClr val="bg1"/>
                                    </a:solidFill>
                                    <a:latin typeface="Cambria Math" panose="02040503050406030204" pitchFamily="18" charset="0"/>
                                  </a:rPr>
                                  <m:t>𝟐𝐱</m:t>
                                </m:r>
                                <m:r>
                                  <a:rPr lang="en-US" altLang="zh-CN" sz="2400" b="1">
                                    <a:solidFill>
                                      <a:schemeClr val="bg1"/>
                                    </a:solidFill>
                                    <a:latin typeface="Cambria Math" panose="02040503050406030204" pitchFamily="18" charset="0"/>
                                  </a:rPr>
                                  <m:t>−</m:t>
                                </m:r>
                                <m:r>
                                  <a:rPr lang="en-US" altLang="zh-CN" sz="2400" b="1">
                                    <a:solidFill>
                                      <a:schemeClr val="bg1"/>
                                    </a:solidFill>
                                    <a:latin typeface="Cambria Math" panose="02040503050406030204" pitchFamily="18" charset="0"/>
                                  </a:rPr>
                                  <m:t>𝐲</m:t>
                                </m:r>
                              </m:e>
                            </m:d>
                            <m:r>
                              <a:rPr lang="en-US" altLang="zh-CN" sz="2400" b="1" i="0" smtClean="0">
                                <a:solidFill>
                                  <a:schemeClr val="bg1"/>
                                </a:solidFill>
                                <a:latin typeface="Cambria Math" panose="02040503050406030204" pitchFamily="18" charset="0"/>
                              </a:rPr>
                              <m:t>=</m:t>
                            </m:r>
                            <m:r>
                              <a:rPr lang="en-US" altLang="zh-CN" sz="2400" b="1" i="1" smtClean="0">
                                <a:solidFill>
                                  <a:schemeClr val="bg1"/>
                                </a:solidFill>
                                <a:latin typeface="Cambria Math" panose="02040503050406030204" pitchFamily="18" charset="0"/>
                              </a:rPr>
                              <m:t>𝟎</m:t>
                            </m:r>
                          </m:e>
                          <m:e>
                            <m:r>
                              <a:rPr lang="en-US" altLang="zh-CN" sz="2400" b="1" i="1">
                                <a:solidFill>
                                  <a:schemeClr val="bg1"/>
                                </a:solidFill>
                                <a:latin typeface="Cambria Math" panose="02040503050406030204" pitchFamily="18" charset="0"/>
                              </a:rPr>
                              <m:t>𝟐</m:t>
                            </m:r>
                            <m:r>
                              <a:rPr lang="en-US" altLang="zh-CN" sz="2400" b="1" i="1">
                                <a:solidFill>
                                  <a:schemeClr val="bg1"/>
                                </a:solidFill>
                                <a:latin typeface="Cambria Math" panose="02040503050406030204" pitchFamily="18" charset="0"/>
                              </a:rPr>
                              <m:t>𝒚</m:t>
                            </m:r>
                            <m:r>
                              <a:rPr lang="en-US" altLang="zh-CN" sz="2400" b="1" i="1">
                                <a:solidFill>
                                  <a:schemeClr val="bg1"/>
                                </a:solidFill>
                                <a:latin typeface="Cambria Math" panose="02040503050406030204" pitchFamily="18" charset="0"/>
                              </a:rPr>
                              <m:t>+</m:t>
                            </m:r>
                            <m:r>
                              <a:rPr lang="zh-CN" altLang="en-US" sz="2400" b="1" i="1">
                                <a:solidFill>
                                  <a:schemeClr val="bg1"/>
                                </a:solidFill>
                                <a:latin typeface="Cambria Math" panose="02040503050406030204" pitchFamily="18" charset="0"/>
                              </a:rPr>
                              <m:t>𝝀</m:t>
                            </m:r>
                            <m:r>
                              <a:rPr lang="en-US" altLang="zh-CN" sz="2400" b="1" i="1">
                                <a:solidFill>
                                  <a:schemeClr val="bg1"/>
                                </a:solidFill>
                                <a:latin typeface="Cambria Math" panose="02040503050406030204" pitchFamily="18" charset="0"/>
                              </a:rPr>
                              <m:t>(</m:t>
                            </m:r>
                            <m:r>
                              <a:rPr lang="en-US" altLang="zh-CN" sz="2400" b="1" i="1">
                                <a:solidFill>
                                  <a:schemeClr val="bg1"/>
                                </a:solidFill>
                                <a:latin typeface="Cambria Math" panose="02040503050406030204" pitchFamily="18" charset="0"/>
                              </a:rPr>
                              <m:t>𝟐</m:t>
                            </m:r>
                            <m:r>
                              <a:rPr lang="en-US" altLang="zh-CN" sz="2400" b="1" i="1">
                                <a:solidFill>
                                  <a:schemeClr val="bg1"/>
                                </a:solidFill>
                                <a:latin typeface="Cambria Math" panose="02040503050406030204" pitchFamily="18" charset="0"/>
                              </a:rPr>
                              <m:t>𝒚</m:t>
                            </m:r>
                            <m:r>
                              <a:rPr lang="en-US" altLang="zh-CN" sz="2400" b="1" i="1">
                                <a:solidFill>
                                  <a:schemeClr val="bg1"/>
                                </a:solidFill>
                                <a:latin typeface="Cambria Math" panose="02040503050406030204" pitchFamily="18" charset="0"/>
                              </a:rPr>
                              <m:t>−</m:t>
                            </m:r>
                            <m:r>
                              <a:rPr lang="en-US" altLang="zh-CN" sz="2400" b="1" i="1">
                                <a:solidFill>
                                  <a:schemeClr val="bg1"/>
                                </a:solidFill>
                                <a:latin typeface="Cambria Math" panose="02040503050406030204" pitchFamily="18" charset="0"/>
                              </a:rPr>
                              <m:t>𝒙</m:t>
                            </m:r>
                            <m:r>
                              <a:rPr lang="en-US" altLang="zh-CN" sz="2400" b="1" i="1">
                                <a:solidFill>
                                  <a:schemeClr val="bg1"/>
                                </a:solidFill>
                                <a:latin typeface="Cambria Math" panose="02040503050406030204" pitchFamily="18" charset="0"/>
                              </a:rPr>
                              <m:t>)</m:t>
                            </m:r>
                            <m:r>
                              <m:rPr>
                                <m:nor/>
                              </m:rPr>
                              <a:rPr lang="en-US" altLang="zh-CN" sz="2400" b="1" i="0" smtClean="0">
                                <a:solidFill>
                                  <a:schemeClr val="bg1"/>
                                </a:solidFill>
                                <a:latin typeface="Cambria Math" panose="02040503050406030204" pitchFamily="18" charset="0"/>
                              </a:rPr>
                              <m:t>=</m:t>
                            </m:r>
                            <m:r>
                              <m:rPr>
                                <m:nor/>
                              </m:rPr>
                              <a:rPr lang="en-US" altLang="zh-CN" sz="2400" b="1" i="0" smtClean="0">
                                <a:solidFill>
                                  <a:schemeClr val="bg1"/>
                                </a:solidFill>
                                <a:latin typeface="Cambria Math" panose="02040503050406030204" pitchFamily="18" charset="0"/>
                              </a:rPr>
                              <m:t>0</m:t>
                            </m:r>
                          </m:e>
                          <m:e>
                            <m:sSup>
                              <m:sSupPr>
                                <m:ctrlPr>
                                  <a:rPr lang="en-US" altLang="zh-CN" sz="2400" b="1" i="1">
                                    <a:solidFill>
                                      <a:schemeClr val="bg1"/>
                                    </a:solidFill>
                                    <a:latin typeface="Cambria Math" panose="02040503050406030204" pitchFamily="18" charset="0"/>
                                  </a:rPr>
                                </m:ctrlPr>
                              </m:sSupPr>
                              <m:e>
                                <m:r>
                                  <a:rPr lang="en-US" altLang="zh-CN" sz="2400" b="1" i="1">
                                    <a:solidFill>
                                      <a:schemeClr val="bg1"/>
                                    </a:solidFill>
                                    <a:latin typeface="Cambria Math" panose="02040503050406030204" pitchFamily="18" charset="0"/>
                                  </a:rPr>
                                  <m:t>𝒙</m:t>
                                </m:r>
                              </m:e>
                              <m:sup>
                                <m:r>
                                  <a:rPr lang="en-US" altLang="zh-CN" sz="2400" b="1" i="1">
                                    <a:solidFill>
                                      <a:schemeClr val="bg1"/>
                                    </a:solidFill>
                                    <a:latin typeface="Cambria Math" panose="02040503050406030204" pitchFamily="18" charset="0"/>
                                  </a:rPr>
                                  <m:t>𝟐</m:t>
                                </m:r>
                              </m:sup>
                            </m:sSup>
                            <m:r>
                              <a:rPr lang="en-US" altLang="zh-CN" sz="2400" b="1" i="1">
                                <a:solidFill>
                                  <a:schemeClr val="bg1"/>
                                </a:solidFill>
                                <a:latin typeface="Cambria Math" panose="02040503050406030204" pitchFamily="18" charset="0"/>
                              </a:rPr>
                              <m:t>+</m:t>
                            </m:r>
                            <m:sSup>
                              <m:sSupPr>
                                <m:ctrlPr>
                                  <a:rPr lang="en-US" altLang="zh-CN" sz="2400" b="1" i="1">
                                    <a:solidFill>
                                      <a:schemeClr val="bg1"/>
                                    </a:solidFill>
                                    <a:latin typeface="Cambria Math" panose="02040503050406030204" pitchFamily="18" charset="0"/>
                                  </a:rPr>
                                </m:ctrlPr>
                              </m:sSupPr>
                              <m:e>
                                <m:r>
                                  <a:rPr lang="en-US" altLang="zh-CN" sz="2400" b="1" i="1">
                                    <a:solidFill>
                                      <a:schemeClr val="bg1"/>
                                    </a:solidFill>
                                    <a:latin typeface="Cambria Math" panose="02040503050406030204" pitchFamily="18" charset="0"/>
                                  </a:rPr>
                                  <m:t>𝒚</m:t>
                                </m:r>
                              </m:e>
                              <m:sup>
                                <m:r>
                                  <a:rPr lang="en-US" altLang="zh-CN" sz="2400" b="1" i="1">
                                    <a:solidFill>
                                      <a:schemeClr val="bg1"/>
                                    </a:solidFill>
                                    <a:latin typeface="Cambria Math" panose="02040503050406030204" pitchFamily="18" charset="0"/>
                                  </a:rPr>
                                  <m:t>𝟐</m:t>
                                </m:r>
                              </m:sup>
                            </m:sSup>
                            <m:r>
                              <a:rPr lang="en-US" altLang="zh-CN" sz="2400" b="1" i="1">
                                <a:solidFill>
                                  <a:schemeClr val="bg1"/>
                                </a:solidFill>
                                <a:latin typeface="Cambria Math" panose="02040503050406030204" pitchFamily="18" charset="0"/>
                              </a:rPr>
                              <m:t>−</m:t>
                            </m:r>
                            <m:r>
                              <a:rPr lang="en-US" altLang="zh-CN" sz="2400" b="1" i="1">
                                <a:solidFill>
                                  <a:schemeClr val="bg1"/>
                                </a:solidFill>
                                <a:latin typeface="Cambria Math" panose="02040503050406030204" pitchFamily="18" charset="0"/>
                              </a:rPr>
                              <m:t>𝒙𝒚</m:t>
                            </m:r>
                            <m:r>
                              <a:rPr lang="en-US" altLang="zh-CN" sz="2400" b="1" i="1">
                                <a:solidFill>
                                  <a:schemeClr val="bg1"/>
                                </a:solidFill>
                                <a:latin typeface="Cambria Math" panose="02040503050406030204" pitchFamily="18" charset="0"/>
                              </a:rPr>
                              <m:t>−</m:t>
                            </m:r>
                            <m:r>
                              <a:rPr lang="en-US" altLang="zh-CN" sz="2400" b="1" i="1">
                                <a:solidFill>
                                  <a:schemeClr val="bg1"/>
                                </a:solidFill>
                                <a:latin typeface="Cambria Math" panose="02040503050406030204" pitchFamily="18" charset="0"/>
                              </a:rPr>
                              <m:t>𝟏</m:t>
                            </m:r>
                            <m:r>
                              <m:rPr>
                                <m:nor/>
                              </m:rPr>
                              <a:rPr lang="en-US" altLang="zh-CN" sz="2400" b="1" dirty="0">
                                <a:solidFill>
                                  <a:schemeClr val="bg1"/>
                                </a:solidFill>
                                <a:latin typeface="Cambria Math" panose="02040503050406030204" pitchFamily="18" charset="0"/>
                              </a:rPr>
                              <m:t> </m:t>
                            </m:r>
                            <m:r>
                              <a:rPr lang="en-US" altLang="zh-CN" sz="2400" b="1" i="1" dirty="0" smtClean="0">
                                <a:solidFill>
                                  <a:schemeClr val="bg1"/>
                                </a:solidFill>
                                <a:latin typeface="Cambria Math" panose="02040503050406030204" pitchFamily="18" charset="0"/>
                              </a:rPr>
                              <m:t>=</m:t>
                            </m:r>
                            <m:r>
                              <a:rPr lang="en-US" altLang="zh-CN" sz="2400" b="1" i="1" dirty="0" smtClean="0">
                                <a:solidFill>
                                  <a:schemeClr val="bg1"/>
                                </a:solidFill>
                                <a:latin typeface="Cambria Math" panose="02040503050406030204" pitchFamily="18" charset="0"/>
                              </a:rPr>
                              <m:t>𝟎</m:t>
                            </m:r>
                          </m:e>
                        </m:eqArr>
                      </m:e>
                    </m:d>
                  </m:oMath>
                </a14:m>
                <a:r>
                  <a:rPr lang="zh-CN" altLang="en-US" sz="2400" b="1" dirty="0">
                    <a:solidFill>
                      <a:schemeClr val="bg1"/>
                    </a:solidFill>
                  </a:rPr>
                  <a:t>   解方程组得 </a:t>
                </a:r>
                <a14:m>
                  <m:oMath xmlns:m="http://schemas.openxmlformats.org/officeDocument/2006/math">
                    <m:d>
                      <m:dPr>
                        <m:ctrlPr>
                          <a:rPr lang="en-US" altLang="zh-CN" sz="2400" b="1" i="1" smtClean="0">
                            <a:solidFill>
                              <a:schemeClr val="bg1"/>
                            </a:solidFill>
                            <a:latin typeface="Cambria Math" panose="02040503050406030204" pitchFamily="18" charset="0"/>
                          </a:rPr>
                        </m:ctrlPr>
                      </m:dPr>
                      <m:e>
                        <m:r>
                          <a:rPr lang="en-US" altLang="zh-CN" sz="2400" b="1" i="1" smtClean="0">
                            <a:solidFill>
                              <a:schemeClr val="bg1"/>
                            </a:solidFill>
                            <a:latin typeface="Cambria Math" panose="02040503050406030204" pitchFamily="18" charset="0"/>
                          </a:rPr>
                          <m:t>𝟏</m:t>
                        </m:r>
                        <m:r>
                          <a:rPr lang="en-US" altLang="zh-CN" sz="2400" b="1" i="1" smtClean="0">
                            <a:solidFill>
                              <a:schemeClr val="bg1"/>
                            </a:solidFill>
                            <a:latin typeface="Cambria Math" panose="02040503050406030204" pitchFamily="18" charset="0"/>
                          </a:rPr>
                          <m:t>,</m:t>
                        </m:r>
                        <m:r>
                          <a:rPr lang="en-US" altLang="zh-CN" sz="2400" b="1" i="1" smtClean="0">
                            <a:solidFill>
                              <a:schemeClr val="bg1"/>
                            </a:solidFill>
                            <a:latin typeface="Cambria Math" panose="02040503050406030204" pitchFamily="18" charset="0"/>
                          </a:rPr>
                          <m:t>𝟏</m:t>
                        </m:r>
                      </m:e>
                    </m:d>
                    <m:r>
                      <a:rPr lang="en-US" altLang="zh-CN" sz="2400" b="1" i="1" smtClean="0">
                        <a:solidFill>
                          <a:schemeClr val="bg1"/>
                        </a:solidFill>
                        <a:latin typeface="Cambria Math" panose="02040503050406030204" pitchFamily="18" charset="0"/>
                      </a:rPr>
                      <m:t>,</m:t>
                    </m:r>
                    <m:d>
                      <m:dPr>
                        <m:ctrlPr>
                          <a:rPr lang="en-US" altLang="zh-CN" sz="2400" b="1" i="1" smtClean="0">
                            <a:solidFill>
                              <a:schemeClr val="bg1"/>
                            </a:solidFill>
                            <a:latin typeface="Cambria Math" panose="02040503050406030204" pitchFamily="18" charset="0"/>
                          </a:rPr>
                        </m:ctrlPr>
                      </m:dPr>
                      <m:e>
                        <m:r>
                          <a:rPr lang="en-US" altLang="zh-CN" sz="2400" b="1" i="1" smtClean="0">
                            <a:solidFill>
                              <a:schemeClr val="bg1"/>
                            </a:solidFill>
                            <a:latin typeface="Cambria Math" panose="02040503050406030204" pitchFamily="18" charset="0"/>
                          </a:rPr>
                          <m:t>−</m:t>
                        </m:r>
                        <m:r>
                          <a:rPr lang="en-US" altLang="zh-CN" sz="2400" b="1" i="1" smtClean="0">
                            <a:solidFill>
                              <a:schemeClr val="bg1"/>
                            </a:solidFill>
                            <a:latin typeface="Cambria Math" panose="02040503050406030204" pitchFamily="18" charset="0"/>
                          </a:rPr>
                          <m:t>𝟏</m:t>
                        </m:r>
                        <m:r>
                          <a:rPr lang="en-US" altLang="zh-CN" sz="2400" b="1" i="1" smtClean="0">
                            <a:solidFill>
                              <a:schemeClr val="bg1"/>
                            </a:solidFill>
                            <a:latin typeface="Cambria Math" panose="02040503050406030204" pitchFamily="18" charset="0"/>
                          </a:rPr>
                          <m:t>,−</m:t>
                        </m:r>
                        <m:r>
                          <a:rPr lang="en-US" altLang="zh-CN" sz="2400" b="1" i="1" smtClean="0">
                            <a:solidFill>
                              <a:schemeClr val="bg1"/>
                            </a:solidFill>
                            <a:latin typeface="Cambria Math" panose="02040503050406030204" pitchFamily="18" charset="0"/>
                          </a:rPr>
                          <m:t>𝟏</m:t>
                        </m:r>
                      </m:e>
                    </m:d>
                    <m:r>
                      <a:rPr lang="en-US" altLang="zh-CN" sz="2400" b="1" i="1" smtClean="0">
                        <a:solidFill>
                          <a:schemeClr val="bg1"/>
                        </a:solidFill>
                        <a:latin typeface="Cambria Math" panose="02040503050406030204" pitchFamily="18" charset="0"/>
                      </a:rPr>
                      <m:t>,(</m:t>
                    </m:r>
                    <m:f>
                      <m:fPr>
                        <m:ctrlPr>
                          <a:rPr lang="en-US" altLang="zh-CN" sz="2400" b="1" i="1" smtClean="0">
                            <a:solidFill>
                              <a:schemeClr val="bg1"/>
                            </a:solidFill>
                            <a:latin typeface="Cambria Math" panose="02040503050406030204" pitchFamily="18" charset="0"/>
                          </a:rPr>
                        </m:ctrlPr>
                      </m:fPr>
                      <m:num>
                        <m:rad>
                          <m:radPr>
                            <m:degHide m:val="on"/>
                            <m:ctrlPr>
                              <a:rPr lang="en-US" altLang="zh-CN" sz="2400" b="1" i="1" smtClean="0">
                                <a:solidFill>
                                  <a:schemeClr val="bg1"/>
                                </a:solidFill>
                                <a:latin typeface="Cambria Math" panose="02040503050406030204" pitchFamily="18" charset="0"/>
                              </a:rPr>
                            </m:ctrlPr>
                          </m:radPr>
                          <m:deg/>
                          <m:e>
                            <m:r>
                              <a:rPr lang="en-US" altLang="zh-CN" sz="2400" b="1" i="1" smtClean="0">
                                <a:solidFill>
                                  <a:schemeClr val="bg1"/>
                                </a:solidFill>
                                <a:latin typeface="Cambria Math" panose="02040503050406030204" pitchFamily="18" charset="0"/>
                              </a:rPr>
                              <m:t>𝟑</m:t>
                            </m:r>
                          </m:e>
                        </m:rad>
                      </m:num>
                      <m:den>
                        <m:r>
                          <a:rPr lang="en-US" altLang="zh-CN" sz="2400" b="1" i="1" smtClean="0">
                            <a:solidFill>
                              <a:schemeClr val="bg1"/>
                            </a:solidFill>
                            <a:latin typeface="Cambria Math" panose="02040503050406030204" pitchFamily="18" charset="0"/>
                          </a:rPr>
                          <m:t>𝟑</m:t>
                        </m:r>
                      </m:den>
                    </m:f>
                    <m:r>
                      <a:rPr lang="en-US" altLang="zh-CN" sz="2400" b="1" i="1" smtClean="0">
                        <a:solidFill>
                          <a:schemeClr val="bg1"/>
                        </a:solidFill>
                        <a:latin typeface="Cambria Math" panose="02040503050406030204" pitchFamily="18" charset="0"/>
                      </a:rPr>
                      <m:t>,−</m:t>
                    </m:r>
                    <m:f>
                      <m:fPr>
                        <m:ctrlPr>
                          <a:rPr lang="en-US" altLang="zh-CN" sz="2400" b="1" i="1">
                            <a:solidFill>
                              <a:schemeClr val="bg1"/>
                            </a:solidFill>
                            <a:latin typeface="Cambria Math" panose="02040503050406030204" pitchFamily="18" charset="0"/>
                          </a:rPr>
                        </m:ctrlPr>
                      </m:fPr>
                      <m:num>
                        <m:rad>
                          <m:radPr>
                            <m:degHide m:val="on"/>
                            <m:ctrlPr>
                              <a:rPr lang="en-US" altLang="zh-CN" sz="2400" b="1" i="1">
                                <a:solidFill>
                                  <a:schemeClr val="bg1"/>
                                </a:solidFill>
                                <a:latin typeface="Cambria Math" panose="02040503050406030204" pitchFamily="18" charset="0"/>
                              </a:rPr>
                            </m:ctrlPr>
                          </m:radPr>
                          <m:deg/>
                          <m:e>
                            <m:r>
                              <a:rPr lang="en-US" altLang="zh-CN" sz="2400" b="1" i="1">
                                <a:solidFill>
                                  <a:schemeClr val="bg1"/>
                                </a:solidFill>
                                <a:latin typeface="Cambria Math" panose="02040503050406030204" pitchFamily="18" charset="0"/>
                              </a:rPr>
                              <m:t>𝟑</m:t>
                            </m:r>
                          </m:e>
                        </m:rad>
                      </m:num>
                      <m:den>
                        <m:r>
                          <a:rPr lang="en-US" altLang="zh-CN" sz="2400" b="1" i="1">
                            <a:solidFill>
                              <a:schemeClr val="bg1"/>
                            </a:solidFill>
                            <a:latin typeface="Cambria Math" panose="02040503050406030204" pitchFamily="18" charset="0"/>
                          </a:rPr>
                          <m:t>𝟑</m:t>
                        </m:r>
                      </m:den>
                    </m:f>
                    <m:r>
                      <a:rPr lang="en-US" altLang="zh-CN" sz="2400" b="1" i="1" smtClean="0">
                        <a:solidFill>
                          <a:schemeClr val="bg1"/>
                        </a:solidFill>
                        <a:latin typeface="Cambria Math" panose="02040503050406030204" pitchFamily="18" charset="0"/>
                      </a:rPr>
                      <m:t>)</m:t>
                    </m:r>
                  </m:oMath>
                </a14:m>
                <a:r>
                  <a:rPr lang="en-US" altLang="zh-CN" sz="2400" b="1" dirty="0">
                    <a:solidFill>
                      <a:schemeClr val="bg1"/>
                    </a:solidFill>
                  </a:rPr>
                  <a:t>, </a:t>
                </a:r>
                <a14:m>
                  <m:oMath xmlns:m="http://schemas.openxmlformats.org/officeDocument/2006/math">
                    <m:r>
                      <a:rPr lang="en-US" altLang="zh-CN" sz="2400" b="1" i="1">
                        <a:solidFill>
                          <a:schemeClr val="bg1"/>
                        </a:solidFill>
                        <a:latin typeface="Cambria Math" panose="02040503050406030204" pitchFamily="18" charset="0"/>
                      </a:rPr>
                      <m:t>,(</m:t>
                    </m:r>
                    <m:r>
                      <a:rPr lang="en-US" altLang="zh-CN" sz="2400" b="1" i="1" smtClean="0">
                        <a:solidFill>
                          <a:schemeClr val="bg1"/>
                        </a:solidFill>
                        <a:latin typeface="Cambria Math" panose="02040503050406030204" pitchFamily="18" charset="0"/>
                      </a:rPr>
                      <m:t>−</m:t>
                    </m:r>
                    <m:f>
                      <m:fPr>
                        <m:ctrlPr>
                          <a:rPr lang="en-US" altLang="zh-CN" sz="2400" b="1" i="1">
                            <a:solidFill>
                              <a:schemeClr val="bg1"/>
                            </a:solidFill>
                            <a:latin typeface="Cambria Math" panose="02040503050406030204" pitchFamily="18" charset="0"/>
                          </a:rPr>
                        </m:ctrlPr>
                      </m:fPr>
                      <m:num>
                        <m:rad>
                          <m:radPr>
                            <m:degHide m:val="on"/>
                            <m:ctrlPr>
                              <a:rPr lang="en-US" altLang="zh-CN" sz="2400" b="1" i="1">
                                <a:solidFill>
                                  <a:schemeClr val="bg1"/>
                                </a:solidFill>
                                <a:latin typeface="Cambria Math" panose="02040503050406030204" pitchFamily="18" charset="0"/>
                              </a:rPr>
                            </m:ctrlPr>
                          </m:radPr>
                          <m:deg/>
                          <m:e>
                            <m:r>
                              <a:rPr lang="en-US" altLang="zh-CN" sz="2400" b="1" i="1">
                                <a:solidFill>
                                  <a:schemeClr val="bg1"/>
                                </a:solidFill>
                                <a:latin typeface="Cambria Math" panose="02040503050406030204" pitchFamily="18" charset="0"/>
                              </a:rPr>
                              <m:t>𝟑</m:t>
                            </m:r>
                          </m:e>
                        </m:rad>
                      </m:num>
                      <m:den>
                        <m:r>
                          <a:rPr lang="en-US" altLang="zh-CN" sz="2400" b="1" i="1">
                            <a:solidFill>
                              <a:schemeClr val="bg1"/>
                            </a:solidFill>
                            <a:latin typeface="Cambria Math" panose="02040503050406030204" pitchFamily="18" charset="0"/>
                          </a:rPr>
                          <m:t>𝟑</m:t>
                        </m:r>
                      </m:den>
                    </m:f>
                    <m:r>
                      <a:rPr lang="en-US" altLang="zh-CN" sz="2400" b="1" i="1">
                        <a:solidFill>
                          <a:schemeClr val="bg1"/>
                        </a:solidFill>
                        <a:latin typeface="Cambria Math" panose="02040503050406030204" pitchFamily="18" charset="0"/>
                      </a:rPr>
                      <m:t>,−</m:t>
                    </m:r>
                    <m:f>
                      <m:fPr>
                        <m:ctrlPr>
                          <a:rPr lang="en-US" altLang="zh-CN" sz="2400" b="1" i="1">
                            <a:solidFill>
                              <a:schemeClr val="bg1"/>
                            </a:solidFill>
                            <a:latin typeface="Cambria Math" panose="02040503050406030204" pitchFamily="18" charset="0"/>
                          </a:rPr>
                        </m:ctrlPr>
                      </m:fPr>
                      <m:num>
                        <m:rad>
                          <m:radPr>
                            <m:degHide m:val="on"/>
                            <m:ctrlPr>
                              <a:rPr lang="en-US" altLang="zh-CN" sz="2400" b="1" i="1">
                                <a:solidFill>
                                  <a:schemeClr val="bg1"/>
                                </a:solidFill>
                                <a:latin typeface="Cambria Math" panose="02040503050406030204" pitchFamily="18" charset="0"/>
                              </a:rPr>
                            </m:ctrlPr>
                          </m:radPr>
                          <m:deg/>
                          <m:e>
                            <m:r>
                              <a:rPr lang="en-US" altLang="zh-CN" sz="2400" b="1" i="1">
                                <a:solidFill>
                                  <a:schemeClr val="bg1"/>
                                </a:solidFill>
                                <a:latin typeface="Cambria Math" panose="02040503050406030204" pitchFamily="18" charset="0"/>
                              </a:rPr>
                              <m:t>𝟑</m:t>
                            </m:r>
                          </m:e>
                        </m:rad>
                      </m:num>
                      <m:den>
                        <m:r>
                          <a:rPr lang="en-US" altLang="zh-CN" sz="2400" b="1" i="1">
                            <a:solidFill>
                              <a:schemeClr val="bg1"/>
                            </a:solidFill>
                            <a:latin typeface="Cambria Math" panose="02040503050406030204" pitchFamily="18" charset="0"/>
                          </a:rPr>
                          <m:t>𝟑</m:t>
                        </m:r>
                      </m:den>
                    </m:f>
                    <m:r>
                      <a:rPr lang="en-US" altLang="zh-CN" sz="2400" b="1" i="1">
                        <a:solidFill>
                          <a:schemeClr val="bg1"/>
                        </a:solidFill>
                        <a:latin typeface="Cambria Math" panose="02040503050406030204" pitchFamily="18" charset="0"/>
                      </a:rPr>
                      <m:t>)</m:t>
                    </m:r>
                  </m:oMath>
                </a14:m>
                <a:endParaRPr lang="en-US" altLang="zh-CN" sz="2400" b="1" dirty="0">
                  <a:solidFill>
                    <a:schemeClr val="bg1"/>
                  </a:solidFill>
                </a:endParaRPr>
              </a:p>
              <a:p>
                <a:endParaRPr lang="en-US" altLang="zh-CN" sz="2400" b="1" dirty="0">
                  <a:solidFill>
                    <a:schemeClr val="bg1"/>
                  </a:solidFill>
                </a:endParaRPr>
              </a:p>
              <a:p>
                <a:r>
                  <a:rPr lang="en-US" altLang="zh-CN" sz="2400" b="1" dirty="0">
                    <a:solidFill>
                      <a:schemeClr val="bg1"/>
                    </a:solidFill>
                  </a:rPr>
                  <a:t>  </a:t>
                </a:r>
                <a:r>
                  <a:rPr lang="zh-CN" altLang="en-US" sz="2400" b="1" dirty="0">
                    <a:solidFill>
                      <a:schemeClr val="bg1"/>
                    </a:solidFill>
                  </a:rPr>
                  <a:t>由于</a:t>
                </a:r>
                <a14:m>
                  <m:oMath xmlns:m="http://schemas.openxmlformats.org/officeDocument/2006/math">
                    <m:r>
                      <a:rPr lang="en-US" altLang="zh-CN" sz="2400" b="1" i="1" smtClean="0">
                        <a:solidFill>
                          <a:schemeClr val="bg1"/>
                        </a:solidFill>
                        <a:latin typeface="Cambria Math" panose="02040503050406030204" pitchFamily="18" charset="0"/>
                      </a:rPr>
                      <m:t>𝒇</m:t>
                    </m:r>
                    <m:d>
                      <m:dPr>
                        <m:ctrlPr>
                          <a:rPr lang="en-US" altLang="zh-CN" sz="2400" b="1" i="1" smtClean="0">
                            <a:solidFill>
                              <a:schemeClr val="bg1"/>
                            </a:solidFill>
                            <a:latin typeface="Cambria Math" panose="02040503050406030204" pitchFamily="18" charset="0"/>
                          </a:rPr>
                        </m:ctrlPr>
                      </m:dPr>
                      <m:e>
                        <m:f>
                          <m:fPr>
                            <m:ctrlPr>
                              <a:rPr lang="en-US" altLang="zh-CN" sz="2400" b="1" i="1" smtClean="0">
                                <a:solidFill>
                                  <a:schemeClr val="bg1"/>
                                </a:solidFill>
                                <a:latin typeface="Cambria Math" panose="02040503050406030204" pitchFamily="18" charset="0"/>
                              </a:rPr>
                            </m:ctrlPr>
                          </m:fPr>
                          <m:num>
                            <m:rad>
                              <m:radPr>
                                <m:degHide m:val="on"/>
                                <m:ctrlPr>
                                  <a:rPr lang="en-US" altLang="zh-CN" sz="2400" b="1" i="1" smtClean="0">
                                    <a:solidFill>
                                      <a:schemeClr val="bg1"/>
                                    </a:solidFill>
                                    <a:latin typeface="Cambria Math" panose="02040503050406030204" pitchFamily="18" charset="0"/>
                                  </a:rPr>
                                </m:ctrlPr>
                              </m:radPr>
                              <m:deg/>
                              <m:e>
                                <m:r>
                                  <a:rPr lang="en-US" altLang="zh-CN" sz="2400" b="1" i="1" smtClean="0">
                                    <a:solidFill>
                                      <a:schemeClr val="bg1"/>
                                    </a:solidFill>
                                    <a:latin typeface="Cambria Math" panose="02040503050406030204" pitchFamily="18" charset="0"/>
                                  </a:rPr>
                                  <m:t>𝟑</m:t>
                                </m:r>
                              </m:e>
                            </m:rad>
                          </m:num>
                          <m:den>
                            <m:r>
                              <a:rPr lang="en-US" altLang="zh-CN" sz="2400" b="1" i="1" smtClean="0">
                                <a:solidFill>
                                  <a:schemeClr val="bg1"/>
                                </a:solidFill>
                                <a:latin typeface="Cambria Math" panose="02040503050406030204" pitchFamily="18" charset="0"/>
                              </a:rPr>
                              <m:t>𝟑</m:t>
                            </m:r>
                          </m:den>
                        </m:f>
                        <m:r>
                          <a:rPr lang="en-US" altLang="zh-CN" sz="2400" b="1" i="1" smtClean="0">
                            <a:solidFill>
                              <a:schemeClr val="bg1"/>
                            </a:solidFill>
                            <a:latin typeface="Cambria Math" panose="02040503050406030204" pitchFamily="18" charset="0"/>
                          </a:rPr>
                          <m:t>,−</m:t>
                        </m:r>
                        <m:f>
                          <m:fPr>
                            <m:ctrlPr>
                              <a:rPr lang="en-US" altLang="zh-CN" sz="2400" b="1" i="1">
                                <a:solidFill>
                                  <a:schemeClr val="bg1"/>
                                </a:solidFill>
                                <a:latin typeface="Cambria Math" panose="02040503050406030204" pitchFamily="18" charset="0"/>
                              </a:rPr>
                            </m:ctrlPr>
                          </m:fPr>
                          <m:num>
                            <m:rad>
                              <m:radPr>
                                <m:degHide m:val="on"/>
                                <m:ctrlPr>
                                  <a:rPr lang="en-US" altLang="zh-CN" sz="2400" b="1" i="1">
                                    <a:solidFill>
                                      <a:schemeClr val="bg1"/>
                                    </a:solidFill>
                                    <a:latin typeface="Cambria Math" panose="02040503050406030204" pitchFamily="18" charset="0"/>
                                  </a:rPr>
                                </m:ctrlPr>
                              </m:radPr>
                              <m:deg/>
                              <m:e>
                                <m:r>
                                  <a:rPr lang="en-US" altLang="zh-CN" sz="2400" b="1" i="1">
                                    <a:solidFill>
                                      <a:schemeClr val="bg1"/>
                                    </a:solidFill>
                                    <a:latin typeface="Cambria Math" panose="02040503050406030204" pitchFamily="18" charset="0"/>
                                  </a:rPr>
                                  <m:t>𝟑</m:t>
                                </m:r>
                              </m:e>
                            </m:rad>
                          </m:num>
                          <m:den>
                            <m:r>
                              <a:rPr lang="en-US" altLang="zh-CN" sz="2400" b="1" i="1">
                                <a:solidFill>
                                  <a:schemeClr val="bg1"/>
                                </a:solidFill>
                                <a:latin typeface="Cambria Math" panose="02040503050406030204" pitchFamily="18" charset="0"/>
                              </a:rPr>
                              <m:t>𝟑</m:t>
                            </m:r>
                          </m:den>
                        </m:f>
                      </m:e>
                    </m:d>
                    <m:r>
                      <a:rPr lang="en-US" altLang="zh-CN" sz="2400" b="1" i="1">
                        <a:solidFill>
                          <a:schemeClr val="bg1"/>
                        </a:solidFill>
                        <a:latin typeface="Cambria Math" panose="02040503050406030204" pitchFamily="18" charset="0"/>
                      </a:rPr>
                      <m:t>=</m:t>
                    </m:r>
                    <m:r>
                      <a:rPr lang="en-US" altLang="zh-CN" sz="2400" b="1" i="1">
                        <a:solidFill>
                          <a:schemeClr val="bg1"/>
                        </a:solidFill>
                        <a:latin typeface="Cambria Math" panose="02040503050406030204" pitchFamily="18" charset="0"/>
                      </a:rPr>
                      <m:t>𝒇</m:t>
                    </m:r>
                    <m:d>
                      <m:dPr>
                        <m:ctrlPr>
                          <a:rPr lang="en-US" altLang="zh-CN" sz="2400" b="1" i="1">
                            <a:solidFill>
                              <a:schemeClr val="bg1"/>
                            </a:solidFill>
                            <a:latin typeface="Cambria Math" panose="02040503050406030204" pitchFamily="18" charset="0"/>
                          </a:rPr>
                        </m:ctrlPr>
                      </m:dPr>
                      <m:e>
                        <m:r>
                          <a:rPr lang="en-US" altLang="zh-CN" sz="2400" b="1" i="1" smtClean="0">
                            <a:solidFill>
                              <a:schemeClr val="bg1"/>
                            </a:solidFill>
                            <a:latin typeface="Cambria Math" panose="02040503050406030204" pitchFamily="18" charset="0"/>
                          </a:rPr>
                          <m:t>−</m:t>
                        </m:r>
                        <m:f>
                          <m:fPr>
                            <m:ctrlPr>
                              <a:rPr lang="en-US" altLang="zh-CN" sz="2400" b="1" i="1">
                                <a:solidFill>
                                  <a:schemeClr val="bg1"/>
                                </a:solidFill>
                                <a:latin typeface="Cambria Math" panose="02040503050406030204" pitchFamily="18" charset="0"/>
                              </a:rPr>
                            </m:ctrlPr>
                          </m:fPr>
                          <m:num>
                            <m:rad>
                              <m:radPr>
                                <m:degHide m:val="on"/>
                                <m:ctrlPr>
                                  <a:rPr lang="en-US" altLang="zh-CN" sz="2400" b="1" i="1">
                                    <a:solidFill>
                                      <a:schemeClr val="bg1"/>
                                    </a:solidFill>
                                    <a:latin typeface="Cambria Math" panose="02040503050406030204" pitchFamily="18" charset="0"/>
                                  </a:rPr>
                                </m:ctrlPr>
                              </m:radPr>
                              <m:deg/>
                              <m:e>
                                <m:r>
                                  <a:rPr lang="en-US" altLang="zh-CN" sz="2400" b="1" i="1">
                                    <a:solidFill>
                                      <a:schemeClr val="bg1"/>
                                    </a:solidFill>
                                    <a:latin typeface="Cambria Math" panose="02040503050406030204" pitchFamily="18" charset="0"/>
                                  </a:rPr>
                                  <m:t>𝟑</m:t>
                                </m:r>
                              </m:e>
                            </m:rad>
                          </m:num>
                          <m:den>
                            <m:r>
                              <a:rPr lang="en-US" altLang="zh-CN" sz="2400" b="1" i="1">
                                <a:solidFill>
                                  <a:schemeClr val="bg1"/>
                                </a:solidFill>
                                <a:latin typeface="Cambria Math" panose="02040503050406030204" pitchFamily="18" charset="0"/>
                              </a:rPr>
                              <m:t>𝟑</m:t>
                            </m:r>
                          </m:den>
                        </m:f>
                        <m:r>
                          <a:rPr lang="en-US" altLang="zh-CN" sz="2400" b="1" i="1">
                            <a:solidFill>
                              <a:schemeClr val="bg1"/>
                            </a:solidFill>
                            <a:latin typeface="Cambria Math" panose="02040503050406030204" pitchFamily="18" charset="0"/>
                          </a:rPr>
                          <m:t>,−</m:t>
                        </m:r>
                        <m:f>
                          <m:fPr>
                            <m:ctrlPr>
                              <a:rPr lang="en-US" altLang="zh-CN" sz="2400" b="1" i="1">
                                <a:solidFill>
                                  <a:schemeClr val="bg1"/>
                                </a:solidFill>
                                <a:latin typeface="Cambria Math" panose="02040503050406030204" pitchFamily="18" charset="0"/>
                              </a:rPr>
                            </m:ctrlPr>
                          </m:fPr>
                          <m:num>
                            <m:rad>
                              <m:radPr>
                                <m:degHide m:val="on"/>
                                <m:ctrlPr>
                                  <a:rPr lang="en-US" altLang="zh-CN" sz="2400" b="1" i="1">
                                    <a:solidFill>
                                      <a:schemeClr val="bg1"/>
                                    </a:solidFill>
                                    <a:latin typeface="Cambria Math" panose="02040503050406030204" pitchFamily="18" charset="0"/>
                                  </a:rPr>
                                </m:ctrlPr>
                              </m:radPr>
                              <m:deg/>
                              <m:e>
                                <m:r>
                                  <a:rPr lang="en-US" altLang="zh-CN" sz="2400" b="1" i="1">
                                    <a:solidFill>
                                      <a:schemeClr val="bg1"/>
                                    </a:solidFill>
                                    <a:latin typeface="Cambria Math" panose="02040503050406030204" pitchFamily="18" charset="0"/>
                                  </a:rPr>
                                  <m:t>𝟑</m:t>
                                </m:r>
                              </m:e>
                            </m:rad>
                          </m:num>
                          <m:den>
                            <m:r>
                              <a:rPr lang="en-US" altLang="zh-CN" sz="2400" b="1" i="1">
                                <a:solidFill>
                                  <a:schemeClr val="bg1"/>
                                </a:solidFill>
                                <a:latin typeface="Cambria Math" panose="02040503050406030204" pitchFamily="18" charset="0"/>
                              </a:rPr>
                              <m:t>𝟑</m:t>
                            </m:r>
                          </m:den>
                        </m:f>
                      </m:e>
                    </m:d>
                    <m:r>
                      <a:rPr lang="en-US" altLang="zh-CN" sz="2400" b="1" i="1" smtClean="0">
                        <a:solidFill>
                          <a:schemeClr val="bg1"/>
                        </a:solidFill>
                        <a:latin typeface="Cambria Math" panose="02040503050406030204" pitchFamily="18" charset="0"/>
                      </a:rPr>
                      <m:t>=</m:t>
                    </m:r>
                    <m:f>
                      <m:fPr>
                        <m:ctrlPr>
                          <a:rPr lang="en-US" altLang="zh-CN" sz="2400" b="1" i="1" smtClean="0">
                            <a:solidFill>
                              <a:schemeClr val="bg1"/>
                            </a:solidFill>
                            <a:latin typeface="Cambria Math" panose="02040503050406030204" pitchFamily="18" charset="0"/>
                          </a:rPr>
                        </m:ctrlPr>
                      </m:fPr>
                      <m:num>
                        <m:r>
                          <a:rPr lang="en-US" altLang="zh-CN" sz="2400" b="1" i="1" smtClean="0">
                            <a:solidFill>
                              <a:schemeClr val="bg1"/>
                            </a:solidFill>
                            <a:latin typeface="Cambria Math" panose="02040503050406030204" pitchFamily="18" charset="0"/>
                          </a:rPr>
                          <m:t>𝟐</m:t>
                        </m:r>
                      </m:num>
                      <m:den>
                        <m:r>
                          <a:rPr lang="en-US" altLang="zh-CN" sz="2400" b="1" i="1" smtClean="0">
                            <a:solidFill>
                              <a:schemeClr val="bg1"/>
                            </a:solidFill>
                            <a:latin typeface="Cambria Math" panose="02040503050406030204" pitchFamily="18" charset="0"/>
                          </a:rPr>
                          <m:t>𝟑</m:t>
                        </m:r>
                      </m:den>
                    </m:f>
                  </m:oMath>
                </a14:m>
                <a:endParaRPr lang="en-US" altLang="zh-CN" sz="2400" b="1" dirty="0">
                  <a:solidFill>
                    <a:schemeClr val="bg1"/>
                  </a:solidFill>
                </a:endParaRPr>
              </a:p>
              <a:p>
                <a:r>
                  <a:rPr lang="en-US" altLang="zh-CN" sz="2400" b="1" dirty="0">
                    <a:solidFill>
                      <a:schemeClr val="bg1"/>
                    </a:solidFill>
                  </a:rPr>
                  <a:t> </a:t>
                </a:r>
                <a14:m>
                  <m:oMath xmlns:m="http://schemas.openxmlformats.org/officeDocument/2006/math">
                    <m:r>
                      <a:rPr lang="en-US" altLang="zh-CN" sz="2400" b="1" i="0" smtClean="0">
                        <a:solidFill>
                          <a:schemeClr val="bg1"/>
                        </a:solidFill>
                        <a:latin typeface="Cambria Math" panose="02040503050406030204" pitchFamily="18" charset="0"/>
                      </a:rPr>
                      <m:t>    </m:t>
                    </m:r>
                    <m:r>
                      <a:rPr lang="en-US" altLang="zh-CN" sz="2400" b="1" i="1" smtClean="0">
                        <a:solidFill>
                          <a:schemeClr val="bg1"/>
                        </a:solidFill>
                        <a:latin typeface="Cambria Math" panose="02040503050406030204" pitchFamily="18" charset="0"/>
                      </a:rPr>
                      <m:t>𝒇</m:t>
                    </m:r>
                    <m:d>
                      <m:dPr>
                        <m:ctrlPr>
                          <a:rPr lang="en-US" altLang="zh-CN" sz="2400" b="1" i="1" smtClean="0">
                            <a:solidFill>
                              <a:schemeClr val="bg1"/>
                            </a:solidFill>
                            <a:latin typeface="Cambria Math" panose="02040503050406030204" pitchFamily="18" charset="0"/>
                          </a:rPr>
                        </m:ctrlPr>
                      </m:dPr>
                      <m:e>
                        <m:r>
                          <a:rPr lang="en-US" altLang="zh-CN" sz="2400" b="1" i="1" smtClean="0">
                            <a:solidFill>
                              <a:schemeClr val="bg1"/>
                            </a:solidFill>
                            <a:latin typeface="Cambria Math" panose="02040503050406030204" pitchFamily="18" charset="0"/>
                          </a:rPr>
                          <m:t>𝟏</m:t>
                        </m:r>
                        <m:r>
                          <a:rPr lang="en-US" altLang="zh-CN" sz="2400" b="1" i="1" smtClean="0">
                            <a:solidFill>
                              <a:schemeClr val="bg1"/>
                            </a:solidFill>
                            <a:latin typeface="Cambria Math" panose="02040503050406030204" pitchFamily="18" charset="0"/>
                          </a:rPr>
                          <m:t>,</m:t>
                        </m:r>
                        <m:r>
                          <a:rPr lang="en-US" altLang="zh-CN" sz="2400" b="1" i="1" smtClean="0">
                            <a:solidFill>
                              <a:schemeClr val="bg1"/>
                            </a:solidFill>
                            <a:latin typeface="Cambria Math" panose="02040503050406030204" pitchFamily="18" charset="0"/>
                          </a:rPr>
                          <m:t>𝟏</m:t>
                        </m:r>
                      </m:e>
                    </m:d>
                    <m:r>
                      <a:rPr lang="en-US" altLang="zh-CN" sz="2400" b="1" i="1">
                        <a:solidFill>
                          <a:schemeClr val="bg1"/>
                        </a:solidFill>
                        <a:latin typeface="Cambria Math" panose="02040503050406030204" pitchFamily="18" charset="0"/>
                      </a:rPr>
                      <m:t>=</m:t>
                    </m:r>
                    <m:r>
                      <a:rPr lang="en-US" altLang="zh-CN" sz="2400" b="1" i="1">
                        <a:solidFill>
                          <a:schemeClr val="bg1"/>
                        </a:solidFill>
                        <a:latin typeface="Cambria Math" panose="02040503050406030204" pitchFamily="18" charset="0"/>
                      </a:rPr>
                      <m:t>𝒇</m:t>
                    </m:r>
                    <m:d>
                      <m:dPr>
                        <m:ctrlPr>
                          <a:rPr lang="en-US" altLang="zh-CN" sz="2400" b="1" i="1" smtClean="0">
                            <a:solidFill>
                              <a:schemeClr val="bg1"/>
                            </a:solidFill>
                            <a:latin typeface="Cambria Math" panose="02040503050406030204" pitchFamily="18" charset="0"/>
                          </a:rPr>
                        </m:ctrlPr>
                      </m:dPr>
                      <m:e>
                        <m:r>
                          <a:rPr lang="en-US" altLang="zh-CN" sz="2400" b="1" i="1" smtClean="0">
                            <a:solidFill>
                              <a:schemeClr val="bg1"/>
                            </a:solidFill>
                            <a:latin typeface="Cambria Math" panose="02040503050406030204" pitchFamily="18" charset="0"/>
                          </a:rPr>
                          <m:t>−</m:t>
                        </m:r>
                        <m:r>
                          <a:rPr lang="en-US" altLang="zh-CN" sz="2400" b="1" i="1" smtClean="0">
                            <a:solidFill>
                              <a:schemeClr val="bg1"/>
                            </a:solidFill>
                            <a:latin typeface="Cambria Math" panose="02040503050406030204" pitchFamily="18" charset="0"/>
                          </a:rPr>
                          <m:t>𝟏</m:t>
                        </m:r>
                        <m:r>
                          <a:rPr lang="en-US" altLang="zh-CN" sz="2400" b="1" i="1">
                            <a:solidFill>
                              <a:schemeClr val="bg1"/>
                            </a:solidFill>
                            <a:latin typeface="Cambria Math" panose="02040503050406030204" pitchFamily="18" charset="0"/>
                          </a:rPr>
                          <m:t>,</m:t>
                        </m:r>
                        <m:r>
                          <a:rPr lang="en-US" altLang="zh-CN" sz="2400" b="1" i="1" smtClean="0">
                            <a:solidFill>
                              <a:schemeClr val="bg1"/>
                            </a:solidFill>
                            <a:latin typeface="Cambria Math" panose="02040503050406030204" pitchFamily="18" charset="0"/>
                          </a:rPr>
                          <m:t>−</m:t>
                        </m:r>
                        <m:r>
                          <a:rPr lang="en-US" altLang="zh-CN" sz="2400" b="1" i="1" smtClean="0">
                            <a:solidFill>
                              <a:schemeClr val="bg1"/>
                            </a:solidFill>
                            <a:latin typeface="Cambria Math" panose="02040503050406030204" pitchFamily="18" charset="0"/>
                          </a:rPr>
                          <m:t>𝟏</m:t>
                        </m:r>
                      </m:e>
                    </m:d>
                    <m:r>
                      <a:rPr lang="en-US" altLang="zh-CN" sz="2400" b="1" i="1" smtClean="0">
                        <a:solidFill>
                          <a:schemeClr val="bg1"/>
                        </a:solidFill>
                        <a:latin typeface="Cambria Math" panose="02040503050406030204" pitchFamily="18" charset="0"/>
                      </a:rPr>
                      <m:t>=</m:t>
                    </m:r>
                    <m:r>
                      <a:rPr lang="en-US" altLang="zh-CN" sz="2400" b="1" i="1" smtClean="0">
                        <a:solidFill>
                          <a:schemeClr val="bg1"/>
                        </a:solidFill>
                        <a:latin typeface="Cambria Math" panose="02040503050406030204" pitchFamily="18" charset="0"/>
                      </a:rPr>
                      <m:t>𝟐</m:t>
                    </m:r>
                  </m:oMath>
                </a14:m>
                <a:r>
                  <a:rPr lang="en-US" altLang="zh-CN" sz="2400" b="1" dirty="0">
                    <a:solidFill>
                      <a:schemeClr val="bg1"/>
                    </a:solidFill>
                  </a:rPr>
                  <a:t> </a:t>
                </a:r>
                <a:endParaRPr lang="en-US" altLang="zh-CN" sz="2400" b="1" dirty="0">
                  <a:solidFill>
                    <a:schemeClr val="bg1"/>
                  </a:solidFill>
                </a:endParaRPr>
              </a:p>
              <a:p>
                <a:endParaRPr lang="en-US" altLang="zh-CN" sz="2400" b="1" dirty="0">
                  <a:solidFill>
                    <a:schemeClr val="bg1"/>
                  </a:solidFill>
                </a:endParaRPr>
              </a:p>
              <a:p>
                <a:r>
                  <a:rPr lang="en-US" altLang="zh-CN" sz="2400" b="1" dirty="0">
                    <a:solidFill>
                      <a:schemeClr val="bg1"/>
                    </a:solidFill>
                  </a:rPr>
                  <a:t>   </a:t>
                </a:r>
                <a:r>
                  <a:rPr lang="zh-CN" altLang="en-US" sz="2400" b="1" dirty="0">
                    <a:solidFill>
                      <a:schemeClr val="bg1"/>
                    </a:solidFill>
                  </a:rPr>
                  <a:t>因此函数的最大值 为</a:t>
                </a:r>
                <a:r>
                  <a:rPr lang="en-US" altLang="zh-CN" sz="2400" b="1" dirty="0">
                    <a:solidFill>
                      <a:schemeClr val="bg1"/>
                    </a:solidFill>
                  </a:rPr>
                  <a:t>2</a:t>
                </a:r>
                <a:r>
                  <a:rPr lang="zh-CN" altLang="en-US" sz="2400" b="1" dirty="0">
                    <a:solidFill>
                      <a:schemeClr val="bg1"/>
                    </a:solidFill>
                  </a:rPr>
                  <a:t>，最小值 为</a:t>
                </a:r>
                <a14:m>
                  <m:oMath xmlns:m="http://schemas.openxmlformats.org/officeDocument/2006/math">
                    <m:f>
                      <m:fPr>
                        <m:ctrlPr>
                          <a:rPr lang="en-US" altLang="zh-CN" sz="2400" b="1" i="1">
                            <a:solidFill>
                              <a:schemeClr val="bg1"/>
                            </a:solidFill>
                            <a:latin typeface="Cambria Math" panose="02040503050406030204" pitchFamily="18" charset="0"/>
                          </a:rPr>
                        </m:ctrlPr>
                      </m:fPr>
                      <m:num>
                        <m:r>
                          <a:rPr lang="en-US" altLang="zh-CN" sz="2400" b="1" i="1">
                            <a:solidFill>
                              <a:schemeClr val="bg1"/>
                            </a:solidFill>
                            <a:latin typeface="Cambria Math" panose="02040503050406030204" pitchFamily="18" charset="0"/>
                          </a:rPr>
                          <m:t>𝟐</m:t>
                        </m:r>
                      </m:num>
                      <m:den>
                        <m:r>
                          <a:rPr lang="en-US" altLang="zh-CN" sz="2400" b="1" i="1">
                            <a:solidFill>
                              <a:schemeClr val="bg1"/>
                            </a:solidFill>
                            <a:latin typeface="Cambria Math" panose="02040503050406030204" pitchFamily="18" charset="0"/>
                          </a:rPr>
                          <m:t>𝟑</m:t>
                        </m:r>
                      </m:den>
                    </m:f>
                  </m:oMath>
                </a14:m>
                <a:endParaRPr lang="en-US" altLang="zh-CN" sz="2400" b="1" i="1" dirty="0">
                  <a:solidFill>
                    <a:schemeClr val="bg1"/>
                  </a:solidFill>
                  <a:latin typeface="Cambria Math" panose="02040503050406030204" pitchFamily="18" charset="0"/>
                </a:endParaRPr>
              </a:p>
            </p:txBody>
          </p:sp>
        </mc:Choice>
        <mc:Fallback>
          <p:sp>
            <p:nvSpPr>
              <p:cNvPr id="7" name="文本框 6"/>
              <p:cNvSpPr txBox="1">
                <a:spLocks noRot="1" noChangeAspect="1" noMove="1" noResize="1" noEditPoints="1" noAdjustHandles="1" noChangeArrowheads="1" noChangeShapeType="1" noTextEdit="1"/>
              </p:cNvSpPr>
              <p:nvPr/>
            </p:nvSpPr>
            <p:spPr>
              <a:xfrm>
                <a:off x="42545" y="1628775"/>
                <a:ext cx="11847830" cy="5057140"/>
              </a:xfrm>
              <a:prstGeom prst="rect">
                <a:avLst/>
              </a:prstGeom>
              <a:blipFill rotWithShape="1">
                <a:blip r:embed="rId4"/>
                <a:stretch>
                  <a:fillRect/>
                </a:stretch>
              </a:blipFill>
            </p:spPr>
            <p:txBody>
              <a:bodyPr/>
              <a:lstStyle/>
              <a:p>
                <a:r>
                  <a:rPr lang="zh-CN" altLang="en-US">
                    <a:noFill/>
                  </a:rPr>
                  <a:t> </a:t>
                </a:r>
              </a:p>
            </p:txBody>
          </p:sp>
        </mc:Fallback>
      </mc:AlternateContent>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276931"/>
                                        </p:tgtEl>
                                        <p:attrNameLst>
                                          <p:attrName>style.visibility</p:attrName>
                                        </p:attrNameLst>
                                      </p:cBhvr>
                                      <p:to>
                                        <p:strVal val="visible"/>
                                      </p:to>
                                    </p:set>
                                    <p:anim calcmode="lin" valueType="num">
                                      <p:cBhvr additive="base">
                                        <p:cTn id="7" dur="500" fill="hold"/>
                                        <p:tgtEl>
                                          <p:spTgt spid="1276931"/>
                                        </p:tgtEl>
                                        <p:attrNameLst>
                                          <p:attrName>ppt_x</p:attrName>
                                        </p:attrNameLst>
                                      </p:cBhvr>
                                      <p:tavLst>
                                        <p:tav tm="0">
                                          <p:val>
                                            <p:strVal val="0-#ppt_w/2"/>
                                          </p:val>
                                        </p:tav>
                                        <p:tav tm="100000">
                                          <p:val>
                                            <p:strVal val="#ppt_x"/>
                                          </p:val>
                                        </p:tav>
                                      </p:tavLst>
                                    </p:anim>
                                    <p:anim calcmode="lin" valueType="num">
                                      <p:cBhvr additive="base">
                                        <p:cTn id="8" dur="500" fill="hold"/>
                                        <p:tgtEl>
                                          <p:spTgt spid="127693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4" presetClass="entr" presetSubtype="1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randombar(horizontal)">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Lst>
  </p:timing>
</p:sld>
</file>

<file path=ppt/slides/slide80.xml><?xml version="1.0" encoding="utf-8"?>
<p:sld xmlns:a="http://schemas.openxmlformats.org/drawingml/2006/main" xmlns:r="http://schemas.openxmlformats.org/officeDocument/2006/relationships" xmlns:p="http://schemas.openxmlformats.org/presentationml/2006/main">
  <p:cSld>
    <p:bg>
      <p:bgPr>
        <a:gradFill>
          <a:gsLst>
            <a:gs pos="0">
              <a:srgbClr val="0D1B2A"/>
            </a:gs>
            <a:gs pos="60000">
              <a:srgbClr val="1B263B"/>
            </a:gs>
            <a:gs pos="100000">
              <a:srgbClr val="102A43"/>
            </a:gs>
          </a:gsLst>
          <a:lin ang="2700000" scaled="0"/>
        </a:gradFill>
        <a:effectLst/>
      </p:bgPr>
    </p:bg>
    <p:spTree>
      <p:nvGrpSpPr>
        <p:cNvPr id="1" name=""/>
        <p:cNvGrpSpPr/>
        <p:nvPr/>
      </p:nvGrpSpPr>
      <p:grpSpPr>
        <a:xfrm>
          <a:off x="0" y="0"/>
          <a:ext cx="0" cy="0"/>
          <a:chOff x="0" y="0"/>
          <a:chExt cx="0" cy="0"/>
        </a:xfrm>
      </p:grpSpPr>
      <p:sp>
        <p:nvSpPr>
          <p:cNvPr id="11" name="任意多边形: 形状 10"/>
          <p:cNvSpPr/>
          <p:nvPr/>
        </p:nvSpPr>
        <p:spPr>
          <a:xfrm rot="2700000">
            <a:off x="-803840" y="-755763"/>
            <a:ext cx="5428563" cy="5833960"/>
          </a:xfrm>
          <a:custGeom>
            <a:avLst/>
            <a:gdLst>
              <a:gd name="connsiteX0" fmla="*/ 0 w 5428563"/>
              <a:gd name="connsiteY0" fmla="*/ 2574839 h 5504327"/>
              <a:gd name="connsiteX1" fmla="*/ 2574839 w 5428563"/>
              <a:gd name="connsiteY1" fmla="*/ 0 h 5504327"/>
              <a:gd name="connsiteX2" fmla="*/ 4511157 w 5428563"/>
              <a:gd name="connsiteY2" fmla="*/ 0 h 5504327"/>
              <a:gd name="connsiteX3" fmla="*/ 5428563 w 5428563"/>
              <a:gd name="connsiteY3" fmla="*/ 917406 h 5504327"/>
              <a:gd name="connsiteX4" fmla="*/ 5428563 w 5428563"/>
              <a:gd name="connsiteY4" fmla="*/ 4586921 h 5504327"/>
              <a:gd name="connsiteX5" fmla="*/ 4511157 w 5428563"/>
              <a:gd name="connsiteY5" fmla="*/ 5504327 h 5504327"/>
              <a:gd name="connsiteX6" fmla="*/ 2929489 w 5428563"/>
              <a:gd name="connsiteY6" fmla="*/ 5504327 h 5504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428563" h="5504327">
                <a:moveTo>
                  <a:pt x="0" y="2574839"/>
                </a:moveTo>
                <a:lnTo>
                  <a:pt x="2574839" y="0"/>
                </a:lnTo>
                <a:lnTo>
                  <a:pt x="4511157" y="0"/>
                </a:lnTo>
                <a:cubicBezTo>
                  <a:pt x="5017826" y="0"/>
                  <a:pt x="5428563" y="410737"/>
                  <a:pt x="5428563" y="917406"/>
                </a:cubicBezTo>
                <a:lnTo>
                  <a:pt x="5428563" y="4586921"/>
                </a:lnTo>
                <a:cubicBezTo>
                  <a:pt x="5428563" y="5093590"/>
                  <a:pt x="5017826" y="5504327"/>
                  <a:pt x="4511157" y="5504327"/>
                </a:cubicBezTo>
                <a:lnTo>
                  <a:pt x="2929489" y="5504327"/>
                </a:lnTo>
                <a:close/>
              </a:path>
            </a:pathLst>
          </a:custGeom>
          <a:solidFill>
            <a:schemeClr val="accent1">
              <a:lumMod val="20000"/>
              <a:lumOff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5981700" y="2419350"/>
            <a:ext cx="3946914" cy="830997"/>
          </a:xfrm>
          <a:prstGeom prst="rect">
            <a:avLst/>
          </a:prstGeom>
          <a:noFill/>
        </p:spPr>
        <p:txBody>
          <a:bodyPr wrap="none" rtlCol="0">
            <a:spAutoFit/>
            <a:scene3d>
              <a:camera prst="orthographicFront"/>
              <a:lightRig rig="threePt" dir="t"/>
            </a:scene3d>
            <a:sp3d contourW="6350"/>
          </a:bodyPr>
          <a:lstStyle>
            <a:defPPr>
              <a:defRPr lang="zh-CN"/>
            </a:defPPr>
            <a:lvl1pPr>
              <a:defRPr sz="2800" b="1">
                <a:solidFill>
                  <a:schemeClr val="tx1">
                    <a:lumMod val="75000"/>
                    <a:lumOff val="25000"/>
                  </a:schemeClr>
                </a:solidFill>
              </a:defRPr>
            </a:lvl1pPr>
          </a:lstStyle>
          <a:p>
            <a:r>
              <a:rPr lang="en-US" altLang="zh-CN" sz="4800" dirty="0">
                <a:solidFill>
                  <a:srgbClr val="FFFF00"/>
                </a:solidFill>
              </a:rPr>
              <a:t>6  </a:t>
            </a:r>
            <a:r>
              <a:rPr lang="zh-CN" altLang="en-US" sz="4800" dirty="0">
                <a:solidFill>
                  <a:srgbClr val="FFFF00"/>
                </a:solidFill>
              </a:rPr>
              <a:t>概率论初步</a:t>
            </a:r>
            <a:endParaRPr lang="zh-CN" altLang="en-US" sz="4800" dirty="0">
              <a:solidFill>
                <a:srgbClr val="FFFF00"/>
              </a:solidFill>
            </a:endParaRPr>
          </a:p>
        </p:txBody>
      </p:sp>
      <p:pic>
        <p:nvPicPr>
          <p:cNvPr id="16" name="图片占位符 15"/>
          <p:cNvPicPr>
            <a:picLocks noGrp="1" noChangeAspect="1"/>
          </p:cNvPicPr>
          <p:nvPr>
            <p:ph type="pic" sz="quarter" idx="10"/>
          </p:nvPr>
        </p:nvPicPr>
        <p:blipFill>
          <a:blip r:embed="rId1" cstate="screen"/>
          <a:srcRect/>
          <a:stretch>
            <a:fillRect/>
          </a:stretch>
        </p:blipFill>
        <p:spPr/>
      </p:pic>
      <p:cxnSp>
        <p:nvCxnSpPr>
          <p:cNvPr id="19" name="直接连接符 18"/>
          <p:cNvCxnSpPr/>
          <p:nvPr/>
        </p:nvCxnSpPr>
        <p:spPr>
          <a:xfrm>
            <a:off x="6096000" y="3235833"/>
            <a:ext cx="3135086"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advTm="4000">
    <p:fade/>
  </p:transition>
</p:sld>
</file>

<file path=ppt/slides/slide81.xml><?xml version="1.0" encoding="utf-8"?>
<p:sld xmlns:a="http://schemas.openxmlformats.org/drawingml/2006/main" xmlns:r="http://schemas.openxmlformats.org/officeDocument/2006/relationships" xmlns:p="http://schemas.openxmlformats.org/presentationml/2006/main">
  <p:cSld>
    <p:bg>
      <p:bgPr>
        <a:gradFill>
          <a:gsLst>
            <a:gs pos="0">
              <a:srgbClr val="0D1B2A"/>
            </a:gs>
            <a:gs pos="60000">
              <a:srgbClr val="1B263B"/>
            </a:gs>
            <a:gs pos="100000">
              <a:srgbClr val="102A43"/>
            </a:gs>
          </a:gsLst>
          <a:lin ang="2700000" scaled="0"/>
        </a:gradFill>
        <a:effectLst/>
      </p:bgPr>
    </p:bg>
    <p:spTree>
      <p:nvGrpSpPr>
        <p:cNvPr id="1" name=""/>
        <p:cNvGrpSpPr/>
        <p:nvPr/>
      </p:nvGrpSpPr>
      <p:grpSpPr>
        <a:xfrm>
          <a:off x="0" y="0"/>
          <a:ext cx="0" cy="0"/>
          <a:chOff x="0" y="0"/>
          <a:chExt cx="0" cy="0"/>
        </a:xfrm>
      </p:grpSpPr>
      <p:pic>
        <p:nvPicPr>
          <p:cNvPr id="45" name="图片 4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2730" y="47712"/>
            <a:ext cx="795252" cy="556675"/>
          </a:xfrm>
          <a:prstGeom prst="rect">
            <a:avLst/>
          </a:prstGeom>
        </p:spPr>
      </p:pic>
      <p:graphicFrame>
        <p:nvGraphicFramePr>
          <p:cNvPr id="20485" name="Object 5"/>
          <p:cNvGraphicFramePr>
            <a:graphicFrameLocks noChangeAspect="1"/>
          </p:cNvGraphicFramePr>
          <p:nvPr/>
        </p:nvGraphicFramePr>
        <p:xfrm>
          <a:off x="479425" y="69215"/>
          <a:ext cx="11217910" cy="1993900"/>
        </p:xfrm>
        <a:graphic>
          <a:graphicData uri="http://schemas.openxmlformats.org/presentationml/2006/ole">
            <mc:AlternateContent xmlns:mc="http://schemas.openxmlformats.org/markup-compatibility/2006">
              <mc:Choice xmlns:v="urn:schemas-microsoft-com:vml" Requires="v">
                <p:oleObj spid="_x0000_s2" name="Document" r:id="rId2" imgW="9480550" imgH="1191895" progId="Word.Document.12">
                  <p:embed/>
                </p:oleObj>
              </mc:Choice>
              <mc:Fallback>
                <p:oleObj name="Document" r:id="rId2" imgW="9480550" imgH="1191895" progId="Word.Document.12">
                  <p:embed/>
                  <p:pic>
                    <p:nvPicPr>
                      <p:cNvPr id="0" name="Object 5"/>
                      <p:cNvPicPr>
                        <a:picLocks noChangeAspect="1" noChangeArrowheads="1"/>
                      </p:cNvPicPr>
                      <p:nvPr/>
                    </p:nvPicPr>
                    <p:blipFill>
                      <a:blip r:embed="rId3"/>
                      <a:srcRect/>
                      <a:stretch>
                        <a:fillRect/>
                      </a:stretch>
                    </p:blipFill>
                    <p:spPr bwMode="auto">
                      <a:xfrm>
                        <a:off x="479425" y="69215"/>
                        <a:ext cx="11217910" cy="1993900"/>
                      </a:xfrm>
                      <a:prstGeom prst="rect">
                        <a:avLst/>
                      </a:prstGeom>
                      <a:noFill/>
                    </p:spPr>
                  </p:pic>
                </p:oleObj>
              </mc:Fallback>
            </mc:AlternateContent>
          </a:graphicData>
        </a:graphic>
      </p:graphicFrame>
      <p:graphicFrame>
        <p:nvGraphicFramePr>
          <p:cNvPr id="3" name="Object 4"/>
          <p:cNvGraphicFramePr>
            <a:graphicFrameLocks noChangeAspect="1"/>
          </p:cNvGraphicFramePr>
          <p:nvPr/>
        </p:nvGraphicFramePr>
        <p:xfrm>
          <a:off x="445135" y="2063750"/>
          <a:ext cx="11198225" cy="3067050"/>
        </p:xfrm>
        <a:graphic>
          <a:graphicData uri="http://schemas.openxmlformats.org/presentationml/2006/ole">
            <mc:AlternateContent xmlns:mc="http://schemas.openxmlformats.org/markup-compatibility/2006">
              <mc:Choice xmlns:v="urn:schemas-microsoft-com:vml" Requires="v">
                <p:oleObj spid="_x0000_s4" name="Document" r:id="rId4" imgW="5807710" imgH="1726565" progId="Word.Document.12">
                  <p:embed/>
                </p:oleObj>
              </mc:Choice>
              <mc:Fallback>
                <p:oleObj name="Document" r:id="rId4" imgW="5807710" imgH="1726565" progId="Word.Document.12">
                  <p:embed/>
                  <p:pic>
                    <p:nvPicPr>
                      <p:cNvPr id="0" name="Object 4"/>
                      <p:cNvPicPr>
                        <a:picLocks noChangeAspect="1" noChangeArrowheads="1"/>
                      </p:cNvPicPr>
                      <p:nvPr/>
                    </p:nvPicPr>
                    <p:blipFill>
                      <a:blip r:embed="rId5"/>
                      <a:srcRect/>
                      <a:stretch>
                        <a:fillRect/>
                      </a:stretch>
                    </p:blipFill>
                    <p:spPr bwMode="auto">
                      <a:xfrm>
                        <a:off x="445135" y="2063750"/>
                        <a:ext cx="11198225" cy="3067050"/>
                      </a:xfrm>
                      <a:prstGeom prst="rect">
                        <a:avLst/>
                      </a:prstGeom>
                      <a:noFill/>
                    </p:spPr>
                  </p:pic>
                </p:oleObj>
              </mc:Fallback>
            </mc:AlternateContent>
          </a:graphicData>
        </a:graphic>
      </p:graphicFrame>
      <p:graphicFrame>
        <p:nvGraphicFramePr>
          <p:cNvPr id="5" name="Object 4"/>
          <p:cNvGraphicFramePr>
            <a:graphicFrameLocks noChangeAspect="1"/>
          </p:cNvGraphicFramePr>
          <p:nvPr/>
        </p:nvGraphicFramePr>
        <p:xfrm>
          <a:off x="407670" y="3597275"/>
          <a:ext cx="11216005" cy="1930400"/>
        </p:xfrm>
        <a:graphic>
          <a:graphicData uri="http://schemas.openxmlformats.org/presentationml/2006/ole">
            <mc:AlternateContent xmlns:mc="http://schemas.openxmlformats.org/markup-compatibility/2006">
              <mc:Choice xmlns:v="urn:schemas-microsoft-com:vml" Requires="v">
                <p:oleObj spid="_x0000_s6" name="Document" r:id="rId6" imgW="5605145" imgH="1043940" progId="Word.Document.12">
                  <p:embed/>
                </p:oleObj>
              </mc:Choice>
              <mc:Fallback>
                <p:oleObj name="Document" r:id="rId6" imgW="5605145" imgH="1043940" progId="Word.Document.12">
                  <p:embed/>
                  <p:pic>
                    <p:nvPicPr>
                      <p:cNvPr id="0" name="Object 4"/>
                      <p:cNvPicPr>
                        <a:picLocks noChangeAspect="1" noChangeArrowheads="1"/>
                      </p:cNvPicPr>
                      <p:nvPr/>
                    </p:nvPicPr>
                    <p:blipFill>
                      <a:blip r:embed="rId7"/>
                      <a:srcRect/>
                      <a:stretch>
                        <a:fillRect/>
                      </a:stretch>
                    </p:blipFill>
                    <p:spPr bwMode="auto">
                      <a:xfrm>
                        <a:off x="407670" y="3597275"/>
                        <a:ext cx="11216005" cy="1930400"/>
                      </a:xfrm>
                      <a:prstGeom prst="rect">
                        <a:avLst/>
                      </a:prstGeom>
                      <a:noFill/>
                    </p:spPr>
                  </p:pic>
                </p:oleObj>
              </mc:Fallback>
            </mc:AlternateContent>
          </a:graphicData>
        </a:graphic>
      </p:graphicFrame>
      <p:graphicFrame>
        <p:nvGraphicFramePr>
          <p:cNvPr id="7" name="Object 4"/>
          <p:cNvGraphicFramePr>
            <a:graphicFrameLocks noChangeAspect="1"/>
          </p:cNvGraphicFramePr>
          <p:nvPr/>
        </p:nvGraphicFramePr>
        <p:xfrm>
          <a:off x="374650" y="5300345"/>
          <a:ext cx="11170285" cy="1544320"/>
        </p:xfrm>
        <a:graphic>
          <a:graphicData uri="http://schemas.openxmlformats.org/presentationml/2006/ole">
            <mc:AlternateContent xmlns:mc="http://schemas.openxmlformats.org/markup-compatibility/2006">
              <mc:Choice xmlns:v="urn:schemas-microsoft-com:vml" Requires="v">
                <p:oleObj spid="_x0000_s8" name="Document" r:id="rId8" imgW="5605145" imgH="769620" progId="Word.Document.12">
                  <p:embed/>
                </p:oleObj>
              </mc:Choice>
              <mc:Fallback>
                <p:oleObj name="Document" r:id="rId8" imgW="5605145" imgH="769620" progId="Word.Document.12">
                  <p:embed/>
                  <p:pic>
                    <p:nvPicPr>
                      <p:cNvPr id="0" name="Object 4"/>
                      <p:cNvPicPr>
                        <a:picLocks noChangeAspect="1" noChangeArrowheads="1"/>
                      </p:cNvPicPr>
                      <p:nvPr/>
                    </p:nvPicPr>
                    <p:blipFill>
                      <a:blip r:embed="rId9"/>
                      <a:srcRect/>
                      <a:stretch>
                        <a:fillRect/>
                      </a:stretch>
                    </p:blipFill>
                    <p:spPr bwMode="auto">
                      <a:xfrm>
                        <a:off x="374650" y="5300345"/>
                        <a:ext cx="11170285" cy="1544320"/>
                      </a:xfrm>
                      <a:prstGeom prst="rect">
                        <a:avLst/>
                      </a:prstGeom>
                      <a:noFill/>
                    </p:spPr>
                  </p:pic>
                </p:oleObj>
              </mc:Fallback>
            </mc:AlternateContent>
          </a:graphicData>
        </a:graphic>
      </p:graphicFrame>
    </p:spTree>
  </p:cSld>
  <p:clrMapOvr>
    <a:masterClrMapping/>
  </p:clrMapOvr>
  <p:transition spd="slow">
    <p:random/>
  </p:transition>
</p:sld>
</file>

<file path=ppt/slides/slide82.xml><?xml version="1.0" encoding="utf-8"?>
<p:sld xmlns:a="http://schemas.openxmlformats.org/drawingml/2006/main" xmlns:r="http://schemas.openxmlformats.org/officeDocument/2006/relationships" xmlns:p="http://schemas.openxmlformats.org/presentationml/2006/main">
  <p:cSld>
    <p:bg>
      <p:bgPr>
        <a:gradFill>
          <a:gsLst>
            <a:gs pos="0">
              <a:srgbClr val="0D1B2A"/>
            </a:gs>
            <a:gs pos="60000">
              <a:srgbClr val="1B263B"/>
            </a:gs>
            <a:gs pos="100000">
              <a:srgbClr val="102A43"/>
            </a:gs>
          </a:gsLst>
          <a:lin ang="2700000" scaled="0"/>
        </a:gradFill>
        <a:effectLst/>
      </p:bgPr>
    </p:bg>
    <p:spTree>
      <p:nvGrpSpPr>
        <p:cNvPr id="1" name=""/>
        <p:cNvGrpSpPr/>
        <p:nvPr/>
      </p:nvGrpSpPr>
      <p:grpSpPr>
        <a:xfrm>
          <a:off x="0" y="0"/>
          <a:ext cx="0" cy="0"/>
          <a:chOff x="0" y="0"/>
          <a:chExt cx="0" cy="0"/>
        </a:xfrm>
      </p:grpSpPr>
      <p:pic>
        <p:nvPicPr>
          <p:cNvPr id="45" name="图片 4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2730" y="47712"/>
            <a:ext cx="795252" cy="556675"/>
          </a:xfrm>
          <a:prstGeom prst="rect">
            <a:avLst/>
          </a:prstGeom>
        </p:spPr>
      </p:pic>
      <p:graphicFrame>
        <p:nvGraphicFramePr>
          <p:cNvPr id="1276931" name="Object 3"/>
          <p:cNvGraphicFramePr>
            <a:graphicFrameLocks noChangeAspect="1"/>
          </p:cNvGraphicFramePr>
          <p:nvPr/>
        </p:nvGraphicFramePr>
        <p:xfrm>
          <a:off x="189230" y="264160"/>
          <a:ext cx="10683875" cy="3558540"/>
        </p:xfrm>
        <a:graphic>
          <a:graphicData uri="http://schemas.openxmlformats.org/presentationml/2006/ole">
            <mc:AlternateContent xmlns:mc="http://schemas.openxmlformats.org/markup-compatibility/2006">
              <mc:Choice xmlns:v="urn:schemas-microsoft-com:vml" Requires="v">
                <p:oleObj spid="_x0000_s2" name="Document" r:id="rId2" imgW="5708650" imgH="1866900" progId="Word.Document.12">
                  <p:embed/>
                </p:oleObj>
              </mc:Choice>
              <mc:Fallback>
                <p:oleObj name="Document" r:id="rId2" imgW="5708650" imgH="1866900" progId="Word.Document.12">
                  <p:embed/>
                  <p:pic>
                    <p:nvPicPr>
                      <p:cNvPr id="0" name="Object 3"/>
                      <p:cNvPicPr>
                        <a:picLocks noChangeAspect="1" noChangeArrowheads="1"/>
                      </p:cNvPicPr>
                      <p:nvPr/>
                    </p:nvPicPr>
                    <p:blipFill>
                      <a:blip r:embed="rId3"/>
                      <a:srcRect/>
                      <a:stretch>
                        <a:fillRect/>
                      </a:stretch>
                    </p:blipFill>
                    <p:spPr bwMode="auto">
                      <a:xfrm>
                        <a:off x="189230" y="264160"/>
                        <a:ext cx="10683875" cy="3558540"/>
                      </a:xfrm>
                      <a:prstGeom prst="rect">
                        <a:avLst/>
                      </a:prstGeom>
                      <a:noFill/>
                    </p:spPr>
                  </p:pic>
                </p:oleObj>
              </mc:Fallback>
            </mc:AlternateContent>
          </a:graphicData>
        </a:graphic>
      </p:graphicFrame>
      <p:graphicFrame>
        <p:nvGraphicFramePr>
          <p:cNvPr id="3" name="Object 3"/>
          <p:cNvGraphicFramePr>
            <a:graphicFrameLocks noChangeAspect="1"/>
          </p:cNvGraphicFramePr>
          <p:nvPr/>
        </p:nvGraphicFramePr>
        <p:xfrm>
          <a:off x="263525" y="3487420"/>
          <a:ext cx="10488930" cy="3317240"/>
        </p:xfrm>
        <a:graphic>
          <a:graphicData uri="http://schemas.openxmlformats.org/presentationml/2006/ole">
            <mc:AlternateContent xmlns:mc="http://schemas.openxmlformats.org/markup-compatibility/2006">
              <mc:Choice xmlns:v="urn:schemas-microsoft-com:vml" Requires="v">
                <p:oleObj spid="_x0000_s4" name="Document" r:id="rId4" imgW="5563870" imgH="1519555" progId="Word.Document.12">
                  <p:embed/>
                </p:oleObj>
              </mc:Choice>
              <mc:Fallback>
                <p:oleObj name="Document" r:id="rId4" imgW="5563870" imgH="1519555" progId="Word.Document.12">
                  <p:embed/>
                  <p:pic>
                    <p:nvPicPr>
                      <p:cNvPr id="0" name="Object 3"/>
                      <p:cNvPicPr>
                        <a:picLocks noChangeAspect="1" noChangeArrowheads="1"/>
                      </p:cNvPicPr>
                      <p:nvPr/>
                    </p:nvPicPr>
                    <p:blipFill>
                      <a:blip r:embed="rId5"/>
                      <a:srcRect/>
                      <a:stretch>
                        <a:fillRect/>
                      </a:stretch>
                    </p:blipFill>
                    <p:spPr bwMode="auto">
                      <a:xfrm>
                        <a:off x="263525" y="3487420"/>
                        <a:ext cx="10488930" cy="3317240"/>
                      </a:xfrm>
                      <a:prstGeom prst="rect">
                        <a:avLst/>
                      </a:prstGeom>
                      <a:noFill/>
                    </p:spPr>
                  </p:pic>
                </p:oleObj>
              </mc:Fallback>
            </mc:AlternateContent>
          </a:graphicData>
        </a:graphic>
      </p:graphicFrame>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276931"/>
                                        </p:tgtEl>
                                        <p:attrNameLst>
                                          <p:attrName>style.visibility</p:attrName>
                                        </p:attrNameLst>
                                      </p:cBhvr>
                                      <p:to>
                                        <p:strVal val="visible"/>
                                      </p:to>
                                    </p:set>
                                    <p:anim calcmode="lin" valueType="num">
                                      <p:cBhvr additive="base">
                                        <p:cTn id="7" dur="500" fill="hold"/>
                                        <p:tgtEl>
                                          <p:spTgt spid="1276931"/>
                                        </p:tgtEl>
                                        <p:attrNameLst>
                                          <p:attrName>ppt_x</p:attrName>
                                        </p:attrNameLst>
                                      </p:cBhvr>
                                      <p:tavLst>
                                        <p:tav tm="0">
                                          <p:val>
                                            <p:strVal val="0-#ppt_w/2"/>
                                          </p:val>
                                        </p:tav>
                                        <p:tav tm="100000">
                                          <p:val>
                                            <p:strVal val="#ppt_x"/>
                                          </p:val>
                                        </p:tav>
                                      </p:tavLst>
                                    </p:anim>
                                    <p:anim calcmode="lin" valueType="num">
                                      <p:cBhvr additive="base">
                                        <p:cTn id="8" dur="500" fill="hold"/>
                                        <p:tgtEl>
                                          <p:spTgt spid="127693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bg>
      <p:bgPr>
        <a:gradFill>
          <a:gsLst>
            <a:gs pos="0">
              <a:srgbClr val="0D1B2A"/>
            </a:gs>
            <a:gs pos="100000">
              <a:srgbClr val="1B263B"/>
            </a:gs>
          </a:gsLst>
          <a:lin ang="2700000" scaled="0"/>
        </a:gradFill>
        <a:effectLst/>
      </p:bgPr>
    </p:bg>
    <p:spTree>
      <p:nvGrpSpPr>
        <p:cNvPr id="1" name=""/>
        <p:cNvGrpSpPr/>
        <p:nvPr/>
      </p:nvGrpSpPr>
      <p:grpSpPr>
        <a:xfrm>
          <a:off x="0" y="0"/>
          <a:ext cx="0" cy="0"/>
          <a:chOff x="0" y="0"/>
          <a:chExt cx="0" cy="0"/>
        </a:xfrm>
      </p:grpSpPr>
      <p:pic>
        <p:nvPicPr>
          <p:cNvPr id="8" name="图片 7"/>
          <p:cNvPicPr>
            <a:picLocks noChangeAspect="1"/>
          </p:cNvPicPr>
          <p:nvPr/>
        </p:nvPicPr>
        <p:blipFill>
          <a:blip r:embed="rId1"/>
          <a:stretch>
            <a:fillRect/>
          </a:stretch>
        </p:blipFill>
        <p:spPr>
          <a:xfrm>
            <a:off x="8472547" y="548685"/>
            <a:ext cx="2895097" cy="4321314"/>
          </a:xfrm>
          <a:prstGeom prst="rect">
            <a:avLst/>
          </a:prstGeom>
        </p:spPr>
      </p:pic>
      <p:grpSp>
        <p:nvGrpSpPr>
          <p:cNvPr id="10" name="组合 9"/>
          <p:cNvGrpSpPr/>
          <p:nvPr/>
        </p:nvGrpSpPr>
        <p:grpSpPr>
          <a:xfrm>
            <a:off x="407670" y="1412875"/>
            <a:ext cx="10231755" cy="2413000"/>
            <a:chOff x="1600" y="3000"/>
            <a:chExt cx="16113" cy="3800"/>
          </a:xfrm>
        </p:grpSpPr>
        <p:sp>
          <p:nvSpPr>
            <p:cNvPr id="4" name="AutoShape 3"/>
            <p:cNvSpPr/>
            <p:nvPr/>
          </p:nvSpPr>
          <p:spPr>
            <a:xfrm>
              <a:off x="1713" y="3000"/>
              <a:ext cx="16000" cy="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0" i="0" u="none" strike="noStrike">
                  <a:solidFill>
                    <a:srgbClr val="E0A85C"/>
                  </a:solidFill>
                  <a:latin typeface="Noto Sans SC" panose="020B0500000000000000" charset="-122"/>
                  <a:ea typeface="Noto Sans SC" panose="020B0500000000000000" charset="-122"/>
                  <a:cs typeface="Noto Sans SC" panose="020B0500000000000000" charset="-122"/>
                  <a:sym typeface="Noto Sans SC" panose="020B0500000000000000" charset="-122"/>
                </a:rPr>
                <a:t>GOOD LUCK · 2026</a:t>
              </a:r>
              <a:endParaRPr lang="en-US" sz="3200" b="0" i="0" u="none" strike="noStrike">
                <a:solidFill>
                  <a:srgbClr val="E0A85C"/>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5" name="AutoShape 4"/>
            <p:cNvSpPr/>
            <p:nvPr/>
          </p:nvSpPr>
          <p:spPr>
            <a:xfrm>
              <a:off x="1600" y="3900"/>
              <a:ext cx="16000" cy="1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400" b="1" i="0" u="none" strike="noStrike">
                  <a:solidFill>
                    <a:srgbClr val="E0E1DD"/>
                  </a:solidFill>
                  <a:latin typeface="Noto Sans SC" panose="020B0500000000000000" charset="-122"/>
                  <a:ea typeface="Noto Sans SC" panose="020B0500000000000000" charset="-122"/>
                  <a:cs typeface="Noto Sans SC" panose="020B0500000000000000" charset="-122"/>
                  <a:sym typeface="Noto Sans SC" panose="020B0500000000000000" charset="-122"/>
                </a:rPr>
                <a:t>预祝各位考生金榜题名</a:t>
              </a:r>
              <a:endParaRPr lang="en-US" sz="1100"/>
            </a:p>
          </p:txBody>
        </p:sp>
        <p:cxnSp>
          <p:nvCxnSpPr>
            <p:cNvPr id="6" name="Connector 5"/>
            <p:cNvCxnSpPr/>
            <p:nvPr/>
          </p:nvCxnSpPr>
          <p:spPr>
            <a:xfrm rot="-17188">
              <a:off x="1600" y="5790"/>
              <a:ext cx="4000" cy="20"/>
            </a:xfrm>
            <a:prstGeom prst="straightConnector1">
              <a:avLst/>
            </a:prstGeom>
            <a:solidFill>
              <a:srgbClr val="DEE0E3">
                <a:alpha val="100000"/>
              </a:srgbClr>
            </a:solidFill>
            <a:ln w="38100" cap="flat" cmpd="sng">
              <a:solidFill>
                <a:srgbClr val="E0A85C">
                  <a:alpha val="100000"/>
                </a:srgbClr>
              </a:solidFill>
              <a:prstDash val="solid"/>
              <a:round/>
              <a:headEnd type="none" w="lg" len="lg"/>
              <a:tailEnd type="none" w="lg" len="lg"/>
            </a:ln>
          </p:spPr>
        </p:cxnSp>
        <p:sp>
          <p:nvSpPr>
            <p:cNvPr id="7" name="AutoShape 6"/>
            <p:cNvSpPr/>
            <p:nvPr/>
          </p:nvSpPr>
          <p:spPr>
            <a:xfrm>
              <a:off x="1600" y="6200"/>
              <a:ext cx="16000" cy="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4CC9F0"/>
                  </a:solidFill>
                  <a:latin typeface="Noto Sans SC" panose="020B0500000000000000" charset="-122"/>
                  <a:ea typeface="Noto Sans SC" panose="020B0500000000000000" charset="-122"/>
                  <a:cs typeface="Noto Sans SC" panose="020B0500000000000000" charset="-122"/>
                  <a:sym typeface="Noto Sans SC" panose="020B0500000000000000" charset="-122"/>
                </a:rPr>
                <a:t>沉着应考 · 顺利上岸</a:t>
              </a:r>
              <a:endParaRPr lang="en-US" sz="3600" b="1" i="0" u="none" strike="noStrike">
                <a:solidFill>
                  <a:srgbClr val="4CC9F0"/>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gr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p="http://schemas.openxmlformats.org/presentationml/2006/main">
  <p:tag name="KSO_WM_DIAGRAM_VIRTUALLY_FRAME" val="{&quot;height&quot;:200,&quot;left&quot;:40,&quot;top&quot;:135,&quot;width&quot;:880}"/>
</p:tagLst>
</file>

<file path=ppt/tags/tag2.xml><?xml version="1.0" encoding="utf-8"?>
<p:tagLst xmlns:p="http://schemas.openxmlformats.org/presentationml/2006/main">
  <p:tag name="KSO_WM_DIAGRAM_VIRTUALLY_FRAME" val="{&quot;height&quot;:200,&quot;left&quot;:40,&quot;top&quot;:135,&quot;width&quot;:880}"/>
</p:tagLst>
</file>

<file path=ppt/tags/tag3.xml><?xml version="1.0" encoding="utf-8"?>
<p:tagLst xmlns:p="http://schemas.openxmlformats.org/presentationml/2006/main">
  <p:tag name="KSO_WM_DIAGRAM_VIRTUALLY_FRAME" val="{&quot;height&quot;:200,&quot;left&quot;:40,&quot;top&quot;:135,&quot;width&quot;:880}"/>
</p:tagLst>
</file>

<file path=ppt/tags/tag4.xml><?xml version="1.0" encoding="utf-8"?>
<p:tagLst xmlns:p="http://schemas.openxmlformats.org/presentationml/2006/main">
  <p:tag name="KSO_WM_DIAGRAM_VIRTUALLY_FRAME" val="{&quot;height&quot;:200,&quot;left&quot;:40,&quot;top&quot;:135,&quot;width&quot;:880}"/>
</p:tagLst>
</file>

<file path=ppt/tags/tag5.xml><?xml version="1.0" encoding="utf-8"?>
<p:tagLst xmlns:p="http://schemas.openxmlformats.org/presentationml/2006/main">
  <p:tag name="KSO_WM_DIAGRAM_VIRTUALLY_FRAME" val="{&quot;height&quot;:200,&quot;left&quot;:40,&quot;top&quot;:135,&quot;width&quot;:880}"/>
</p:tagLst>
</file>

<file path=ppt/tags/tag6.xml><?xml version="1.0" encoding="utf-8"?>
<p:tagLst xmlns:p="http://schemas.openxmlformats.org/presentationml/2006/main">
  <p:tag name="KSO_WM_DIAGRAM_VIRTUALLY_FRAME" val="{&quot;height&quot;:200,&quot;left&quot;:40,&quot;top&quot;:135,&quot;width&quot;:880}"/>
</p:tagLst>
</file>

<file path=ppt/tags/tag7.xml><?xml version="1.0" encoding="utf-8"?>
<p:tagLst xmlns:p="http://schemas.openxmlformats.org/presentationml/2006/main">
  <p:tag name="KSO_WM_DIAGRAM_VIRTUALLY_FRAME" val="{&quot;height&quot;:200,&quot;left&quot;:40,&quot;top&quot;:135,&quot;width&quot;:880}"/>
</p:tagLst>
</file>

<file path=ppt/tags/tag8.xml><?xml version="1.0" encoding="utf-8"?>
<p:tagLst xmlns:p="http://schemas.openxmlformats.org/presentationml/2006/main">
  <p:tag name="KSO_WM_DIAGRAM_VIRTUALLY_FRAME" val="{&quot;height&quot;:200,&quot;left&quot;:40,&quot;top&quot;:135,&quot;width&quot;:880}"/>
</p:tagLst>
</file>

<file path=ppt/tags/tag9.xml><?xml version="1.0" encoding="utf-8"?>
<p:tagLst xmlns:p="http://schemas.openxmlformats.org/presentationml/2006/main">
  <p:tag name="KSO_WM_DIAGRAM_VIRTUALLY_FRAME" val="{&quot;height&quot;:200,&quot;left&quot;:40,&quot;top&quot;:135,&quot;width&quot;:880}"/>
</p:tagLst>
</file>

<file path=ppt/tags/tag10.xml><?xml version="1.0" encoding="utf-8"?>
<p:tagLst xmlns:p="http://schemas.openxmlformats.org/presentationml/2006/main">
  <p:tag name="KSO_WM_DIAGRAM_VIRTUALLY_FRAME" val="{&quot;height&quot;:200,&quot;left&quot;:40,&quot;top&quot;:135,&quot;width&quot;:880}"/>
</p:tagLst>
</file>

<file path=ppt/tags/tag11.xml><?xml version="1.0" encoding="utf-8"?>
<p:tagLst xmlns:p="http://schemas.openxmlformats.org/presentationml/2006/main">
  <p:tag name="KSO_WM_DIAGRAM_VIRTUALLY_FRAME" val="{&quot;height&quot;:200,&quot;left&quot;:40,&quot;top&quot;:135,&quot;width&quot;:880}"/>
</p:tagLst>
</file>

<file path=ppt/tags/tag12.xml><?xml version="1.0" encoding="utf-8"?>
<p:tagLst xmlns:p="http://schemas.openxmlformats.org/presentationml/2006/main">
  <p:tag name="KSO_WM_DIAGRAM_VIRTUALLY_FRAME" val="{&quot;height&quot;:200,&quot;left&quot;:40,&quot;top&quot;:135,&quot;width&quot;:880}"/>
</p:tagLst>
</file>

<file path=ppt/tags/tag13.xml><?xml version="1.0" encoding="utf-8"?>
<p:tagLst xmlns:p="http://schemas.openxmlformats.org/presentationml/2006/main">
  <p:tag name="TABLE_ENDDRAG_ORIGIN_RECT" val="867*280"/>
  <p:tag name="TABLE_ENDDRAG_RECT" val="50*130*867*280"/>
</p:tagLst>
</file>

<file path=ppt/tags/tag14.xml><?xml version="1.0" encoding="utf-8"?>
<p:tagLst xmlns:p="http://schemas.openxmlformats.org/presentationml/2006/main">
  <p:tag name="KSO_WM_DIAGRAM_VIRTUALLY_FRAME" val="{&quot;height&quot;:293.95,&quot;left&quot;:54.8,&quot;top&quot;:156,&quot;width&quot;:763.65}"/>
</p:tagLst>
</file>

<file path=ppt/tags/tag15.xml><?xml version="1.0" encoding="utf-8"?>
<p:tagLst xmlns:p="http://schemas.openxmlformats.org/presentationml/2006/main">
  <p:tag name="KSO_WM_DIAGRAM_VIRTUALLY_FRAME" val="{&quot;height&quot;:293.95,&quot;left&quot;:54.8,&quot;top&quot;:156,&quot;width&quot;:763.65}"/>
</p:tagLst>
</file>

<file path=ppt/tags/tag16.xml><?xml version="1.0" encoding="utf-8"?>
<p:tagLst xmlns:p="http://schemas.openxmlformats.org/presentationml/2006/main">
  <p:tag name="KSO_WM_DIAGRAM_VIRTUALLY_FRAME" val="{&quot;height&quot;:293.95,&quot;left&quot;:54.8,&quot;top&quot;:156,&quot;width&quot;:763.65}"/>
</p:tagLst>
</file>

<file path=ppt/tags/tag17.xml><?xml version="1.0" encoding="utf-8"?>
<p:tagLst xmlns:p="http://schemas.openxmlformats.org/presentationml/2006/main">
  <p:tag name="KSO_WM_DIAGRAM_VIRTUALLY_FRAME" val="{&quot;height&quot;:293.95,&quot;left&quot;:54.8,&quot;top&quot;:156,&quot;width&quot;:763.65}"/>
</p:tagLst>
</file>

<file path=ppt/tags/tag18.xml><?xml version="1.0" encoding="utf-8"?>
<p:tagLst xmlns:p="http://schemas.openxmlformats.org/presentationml/2006/main">
  <p:tag name="KSO_WM_DIAGRAM_VIRTUALLY_FRAME" val="{&quot;height&quot;:293.95,&quot;left&quot;:54.8,&quot;top&quot;:156,&quot;width&quot;:763.65}"/>
</p:tagLst>
</file>

<file path=ppt/tags/tag19.xml><?xml version="1.0" encoding="utf-8"?>
<p:tagLst xmlns:p="http://schemas.openxmlformats.org/presentationml/2006/main">
  <p:tag name="KSO_WM_DIAGRAM_VIRTUALLY_FRAME" val="{&quot;height&quot;:293.95,&quot;left&quot;:54.8,&quot;top&quot;:156,&quot;width&quot;:763.65}"/>
</p:tagLst>
</file>

<file path=ppt/tags/tag20.xml><?xml version="1.0" encoding="utf-8"?>
<p:tagLst xmlns:p="http://schemas.openxmlformats.org/presentationml/2006/main">
  <p:tag name="KSO_WM_DIAGRAM_VIRTUALLY_FRAME" val="{&quot;height&quot;:293.95,&quot;left&quot;:54.8,&quot;top&quot;:156,&quot;width&quot;:763.65}"/>
</p:tagLst>
</file>

<file path=ppt/tags/tag21.xml><?xml version="1.0" encoding="utf-8"?>
<p:tagLst xmlns:p="http://schemas.openxmlformats.org/presentationml/2006/main">
  <p:tag name="KSO_WM_DIAGRAM_VIRTUALLY_FRAME" val="{&quot;height&quot;:293.95,&quot;left&quot;:54.8,&quot;top&quot;:156,&quot;width&quot;:763.65}"/>
</p:tagLst>
</file>

<file path=ppt/tags/tag22.xml><?xml version="1.0" encoding="utf-8"?>
<p:tagLst xmlns:p="http://schemas.openxmlformats.org/presentationml/2006/main">
  <p:tag name="KSO_WM_UNIT_TABLE_BEAUTIFY" val="smartTable{8763916a-7b1b-4361-95cb-b7a35235f23a}"/>
</p:tagLst>
</file>

<file path=ppt/tags/tag23.xml><?xml version="1.0" encoding="utf-8"?>
<p:tagLst xmlns:p="http://schemas.openxmlformats.org/presentationml/2006/main">
  <p:tag name="KSO_WM_UNIT_TABLE_BEAUTIFY" val="smartTable{8763916a-7b1b-4361-95cb-b7a35235f23a}"/>
</p:tagLst>
</file>

<file path=ppt/tags/tag24.xml><?xml version="1.0" encoding="utf-8"?>
<p:tagLst xmlns:p="http://schemas.openxmlformats.org/presentationml/2006/main">
  <p:tag name="KSO_WM_DIAGRAM_VIRTUALLY_FRAME" val="{&quot;height&quot;:239.9631496062992,&quot;left&quot;:105.8,&quot;top&quot;:295.0868503937008,&quot;width&quot;:532.45}"/>
</p:tagLst>
</file>

<file path=ppt/tags/tag25.xml><?xml version="1.0" encoding="utf-8"?>
<p:tagLst xmlns:p="http://schemas.openxmlformats.org/presentationml/2006/main">
  <p:tag name="KSO_WM_DIAGRAM_VIRTUALLY_FRAME" val="{&quot;height&quot;:239.9631496062992,&quot;left&quot;:105.8,&quot;top&quot;:295.0868503937008,&quot;width&quot;:532.45}"/>
</p:tagLst>
</file>

<file path=ppt/tags/tag26.xml><?xml version="1.0" encoding="utf-8"?>
<p:tagLst xmlns:p="http://schemas.openxmlformats.org/presentationml/2006/main">
  <p:tag name="KSO_WM_DIAGRAM_VIRTUALLY_FRAME" val="{&quot;height&quot;:239.9631496062992,&quot;left&quot;:105.8,&quot;top&quot;:295.0868503937008,&quot;width&quot;:532.45}"/>
</p:tagLst>
</file>

<file path=ppt/tags/tag27.xml><?xml version="1.0" encoding="utf-8"?>
<p:tagLst xmlns:p="http://schemas.openxmlformats.org/presentationml/2006/main">
  <p:tag name="KSO_WM_DIAGRAM_VIRTUALLY_FRAME" val="{&quot;height&quot;:239.9631496062992,&quot;left&quot;:105.8,&quot;top&quot;:295.0868503937008,&quot;width&quot;:532.45}"/>
</p:tagLst>
</file>

<file path=ppt/tags/tag28.xml><?xml version="1.0" encoding="utf-8"?>
<p:tagLst xmlns:p="http://schemas.openxmlformats.org/presentationml/2006/main">
  <p:tag name="KSO_WM_DIAGRAM_VIRTUALLY_FRAME" val="{&quot;height&quot;:176.11905511811042,&quot;left&quot;:51.55656695405023,&quot;top&quot;:344.0078740157479,&quot;width&quot;:626.0191810774458}"/>
</p:tagLst>
</file>

<file path=ppt/tags/tag29.xml><?xml version="1.0" encoding="utf-8"?>
<p:tagLst xmlns:p="http://schemas.openxmlformats.org/presentationml/2006/main">
  <p:tag name="KSO_WM_DIAGRAM_VIRTUALLY_FRAME" val="{&quot;height&quot;:176.11905511811042,&quot;left&quot;:51.55656695405023,&quot;top&quot;:344.0078740157479,&quot;width&quot;:626.0191810774458}"/>
</p:tagLst>
</file>

<file path=ppt/tags/tag30.xml><?xml version="1.0" encoding="utf-8"?>
<p:tagLst xmlns:p="http://schemas.openxmlformats.org/presentationml/2006/main">
  <p:tag name="KSO_WM_DIAGRAM_VIRTUALLY_FRAME" val="{&quot;height&quot;:176.11905511811042,&quot;left&quot;:51.55656695405023,&quot;top&quot;:344.0078740157479,&quot;width&quot;:626.0191810774458}"/>
</p:tagLst>
</file>

<file path=ppt/tags/tag31.xml><?xml version="1.0" encoding="utf-8"?>
<p:tagLst xmlns:p="http://schemas.openxmlformats.org/presentationml/2006/main">
  <p:tag name="KSO_WM_DIAGRAM_VIRTUALLY_FRAME" val="{&quot;height&quot;:176.11905511811042,&quot;left&quot;:51.55656695405023,&quot;top&quot;:344.0078740157479,&quot;width&quot;:626.0191810774458}"/>
</p:tagLst>
</file>

<file path=ppt/theme/theme1.xml><?xml version="1.0" encoding="utf-8"?>
<a:theme xmlns:a="http://schemas.openxmlformats.org/drawingml/2006/main" name="课件主题">
  <a:themeElements>
    <a:clrScheme name="暗香扑面">
      <a:dk1>
        <a:sysClr val="windowText" lastClr="000000"/>
      </a:dk1>
      <a:lt1>
        <a:sysClr val="window" lastClr="FFFFFF"/>
      </a:lt1>
      <a:dk2>
        <a:srgbClr val="2F2F2F"/>
      </a:dk2>
      <a:lt2>
        <a:srgbClr val="FFFFF4"/>
      </a:lt2>
      <a:accent1>
        <a:srgbClr val="918415"/>
      </a:accent1>
      <a:accent2>
        <a:srgbClr val="C47546"/>
      </a:accent2>
      <a:accent3>
        <a:srgbClr val="AFB591"/>
      </a:accent3>
      <a:accent4>
        <a:srgbClr val="B9945B"/>
      </a:accent4>
      <a:accent5>
        <a:srgbClr val="85ADBC"/>
      </a:accent5>
      <a:accent6>
        <a:srgbClr val="E5B440"/>
      </a:accent6>
      <a:hlink>
        <a:srgbClr val="00D5D5"/>
      </a:hlink>
      <a:folHlink>
        <a:srgbClr val="DD00DD"/>
      </a:folHlink>
    </a:clrScheme>
    <a:fontScheme name="暗香扑面">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majorFont>
      <a:minorFont>
        <a:latin typeface="Franklin Gothic Book"/>
        <a:ea typeface=""/>
        <a:cs typeface=""/>
        <a:font script="Jpan" typeface="HG創英角ｺﾞｼｯｸUB"/>
        <a:font script="Hang" typeface="맑은 고딕"/>
        <a:font script="Hans" typeface="黑体"/>
        <a:font script="Hant" typeface="新細明體"/>
        <a:font script="Arab" typeface="微软雅黑"/>
        <a:font script="Hebr" typeface="微软雅黑"/>
        <a:font script="Thai" typeface="Cordian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9525">
          <a:noFill/>
          <a:miter lim="800000"/>
        </a:ln>
      </a:spPr>
      <a:bodyPr wrap="none">
        <a:spAutoFit/>
      </a:bodyPr>
      <a:lstStyle>
        <a:defPPr>
          <a:defRPr sz="2800" dirty="0">
            <a:solidFill>
              <a:srgbClr val="FFFF00"/>
            </a:solidFill>
            <a:latin typeface="宋体" panose="02010600030101010101" pitchFamily="2" charset="-122"/>
            <a:sym typeface="微软雅黑" panose="020B0503020204020204" charset="-122"/>
          </a:defRPr>
        </a:defPPr>
      </a:lst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7307</Words>
  <Application>WPS 演示</Application>
  <PresentationFormat>宽屏</PresentationFormat>
  <Paragraphs>730</Paragraphs>
  <Slides>83</Slides>
  <Notes>61</Notes>
  <HiddenSlides>0</HiddenSlides>
  <MMClips>0</MMClips>
  <ScaleCrop>false</ScaleCrop>
  <HeadingPairs>
    <vt:vector size="8" baseType="variant">
      <vt:variant>
        <vt:lpstr>已用的字体</vt:lpstr>
      </vt:variant>
      <vt:variant>
        <vt:i4>18</vt:i4>
      </vt:variant>
      <vt:variant>
        <vt:lpstr>主题</vt:lpstr>
      </vt:variant>
      <vt:variant>
        <vt:i4>3</vt:i4>
      </vt:variant>
      <vt:variant>
        <vt:lpstr>嵌入 OLE 服务器</vt:lpstr>
      </vt:variant>
      <vt:variant>
        <vt:i4>126</vt:i4>
      </vt:variant>
      <vt:variant>
        <vt:lpstr>幻灯片标题</vt:lpstr>
      </vt:variant>
      <vt:variant>
        <vt:i4>83</vt:i4>
      </vt:variant>
    </vt:vector>
  </HeadingPairs>
  <TitlesOfParts>
    <vt:vector size="230" baseType="lpstr">
      <vt:lpstr>Arial</vt:lpstr>
      <vt:lpstr>宋体</vt:lpstr>
      <vt:lpstr>Wingdings</vt:lpstr>
      <vt:lpstr>微软雅黑</vt:lpstr>
      <vt:lpstr>黑体</vt:lpstr>
      <vt:lpstr>Calibri</vt:lpstr>
      <vt:lpstr>Arial</vt:lpstr>
      <vt:lpstr>Noto Sans SC</vt:lpstr>
      <vt:lpstr>华文琥珀</vt:lpstr>
      <vt:lpstr>Times New Roman</vt:lpstr>
      <vt:lpstr>Cambria Math</vt:lpstr>
      <vt:lpstr>Arial Unicode MS</vt:lpstr>
      <vt:lpstr>Cambria Math</vt:lpstr>
      <vt:lpstr>Kaiti SC</vt:lpstr>
      <vt:lpstr>楷体</vt:lpstr>
      <vt:lpstr>Franklin Gothic Book</vt:lpstr>
      <vt:lpstr>MS Mincho</vt:lpstr>
      <vt:lpstr>Segoe Print</vt:lpstr>
      <vt:lpstr>课件主题</vt:lpstr>
      <vt:lpstr>默认主题</vt:lpstr>
      <vt:lpstr>1_默认主题</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Word.Document.12</vt:lpstr>
      <vt:lpstr>Equation.DSMT4</vt:lpstr>
      <vt:lpstr>Word.Document.12</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Word.Document.12</vt:lpstr>
      <vt:lpstr>Equation.DSMT4</vt:lpstr>
      <vt:lpstr>Equation.DSMT4</vt:lpstr>
      <vt:lpstr>Word.Document.12</vt:lpstr>
      <vt:lpstr>Word.Document.12</vt:lpstr>
      <vt:lpstr>Word.Document.12</vt:lpstr>
      <vt:lpstr>Word.Document.12</vt:lpstr>
      <vt:lpstr>Word.Document.12</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人力资源管理</dc:title>
  <dc:creator>china</dc:creator>
  <cp:lastModifiedBy>广州侨大教务</cp:lastModifiedBy>
  <cp:revision>78</cp:revision>
  <dcterms:created xsi:type="dcterms:W3CDTF">2013-09-09T06:59:00Z</dcterms:created>
  <dcterms:modified xsi:type="dcterms:W3CDTF">2026-10-10T12:40:03Z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2052-12.1.0.28505</vt:lpwstr>
  </property>
  <property fmtid="{D5CDD505-2E9C-101B-9397-08002B2CF9AE}" pid="3" name="ICV">
    <vt:lpwstr>372C57B3B9754A229F2D35985A7C0BC3_12</vt:lpwstr>
  </property>
</Properties>
</file>